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colors2.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sldIdLst>
    <p:sldId id="256" r:id="rId2"/>
    <p:sldId id="262" r:id="rId3"/>
    <p:sldId id="257" r:id="rId4"/>
    <p:sldId id="258" r:id="rId5"/>
    <p:sldId id="263" r:id="rId6"/>
    <p:sldId id="265" r:id="rId7"/>
    <p:sldId id="274" r:id="rId8"/>
    <p:sldId id="269" r:id="rId9"/>
    <p:sldId id="272" r:id="rId10"/>
    <p:sldId id="273" r:id="rId11"/>
    <p:sldId id="271" r:id="rId12"/>
    <p:sldId id="275" r:id="rId13"/>
    <p:sldId id="276"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94787"/>
  </p:normalViewPr>
  <p:slideViewPr>
    <p:cSldViewPr snapToGrid="0">
      <p:cViewPr varScale="1">
        <p:scale>
          <a:sx n="120" d="100"/>
          <a:sy n="120" d="100"/>
        </p:scale>
        <p:origin x="256"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CB27903-2D9D-4CE7-A57E-7A3A0C45FF5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98F2D18D-D776-4245-B33A-E09CFD417718}">
      <dgm:prSet/>
      <dgm:spPr/>
      <dgm:t>
        <a:bodyPr/>
        <a:lstStyle/>
        <a:p>
          <a:pPr algn="just"/>
          <a:r>
            <a:rPr lang="en-US" dirty="0">
              <a:latin typeface="Avenir Book" panose="02000503020000020003" pitchFamily="2" charset="0"/>
            </a:rPr>
            <a:t>1. This means that both forms of behaviorism, mind-brain identity theory, and most functionalist theories are vulnerable to the knowledge argument.</a:t>
          </a:r>
        </a:p>
      </dgm:t>
    </dgm:pt>
    <dgm:pt modelId="{4783F5B2-2D61-42E3-ABE9-1D9EA19DB609}" type="parTrans" cxnId="{D47F4A19-A826-4ACA-B497-F09317A3783C}">
      <dgm:prSet/>
      <dgm:spPr/>
      <dgm:t>
        <a:bodyPr/>
        <a:lstStyle/>
        <a:p>
          <a:endParaRPr lang="en-US"/>
        </a:p>
      </dgm:t>
    </dgm:pt>
    <dgm:pt modelId="{1A3A3065-10F1-4140-96B6-AC4007435478}" type="sibTrans" cxnId="{D47F4A19-A826-4ACA-B497-F09317A3783C}">
      <dgm:prSet/>
      <dgm:spPr/>
      <dgm:t>
        <a:bodyPr/>
        <a:lstStyle/>
        <a:p>
          <a:endParaRPr lang="en-US"/>
        </a:p>
      </dgm:t>
    </dgm:pt>
    <dgm:pt modelId="{35AFA1C6-74B9-4759-907B-7EF25EA09ADF}">
      <dgm:prSet/>
      <dgm:spPr/>
      <dgm:t>
        <a:bodyPr/>
        <a:lstStyle/>
        <a:p>
          <a:r>
            <a:rPr lang="en-US" dirty="0">
              <a:latin typeface="Avenir Book" panose="02000503020000020003" pitchFamily="2" charset="0"/>
            </a:rPr>
            <a:t>2. Remember if knowledge about the mind is not fully contained in physical facts about the mind, there is a domain of knowledge that physicalism does not cover.  </a:t>
          </a:r>
        </a:p>
      </dgm:t>
    </dgm:pt>
    <dgm:pt modelId="{09326623-2782-499F-8A9E-569BB2E521AA}" type="parTrans" cxnId="{04E21121-E4F0-4E9D-8F1A-14A6F003A3ED}">
      <dgm:prSet/>
      <dgm:spPr/>
      <dgm:t>
        <a:bodyPr/>
        <a:lstStyle/>
        <a:p>
          <a:endParaRPr lang="en-US"/>
        </a:p>
      </dgm:t>
    </dgm:pt>
    <dgm:pt modelId="{8B628C99-5062-4834-B968-AB880DE9A1B9}" type="sibTrans" cxnId="{04E21121-E4F0-4E9D-8F1A-14A6F003A3ED}">
      <dgm:prSet/>
      <dgm:spPr/>
      <dgm:t>
        <a:bodyPr/>
        <a:lstStyle/>
        <a:p>
          <a:endParaRPr lang="en-US"/>
        </a:p>
      </dgm:t>
    </dgm:pt>
    <dgm:pt modelId="{91E94C67-CAF9-4CF6-9C29-F7D08BA9A293}">
      <dgm:prSet/>
      <dgm:spPr/>
      <dgm:t>
        <a:bodyPr/>
        <a:lstStyle/>
        <a:p>
          <a:pPr algn="just"/>
          <a:r>
            <a:rPr lang="en-US" dirty="0">
              <a:latin typeface="Avenir Book" panose="02000503020000020003" pitchFamily="2" charset="0"/>
            </a:rPr>
            <a:t>3. Given Mary has all physical knowledge she should know everything there is to know about others, and yet she does not. </a:t>
          </a:r>
        </a:p>
      </dgm:t>
    </dgm:pt>
    <dgm:pt modelId="{4D2F3B57-B855-414E-AEFB-237E83E748BE}" type="parTrans" cxnId="{FFF16AE1-F830-4EBC-BEE4-1DD38ABDD79A}">
      <dgm:prSet/>
      <dgm:spPr/>
      <dgm:t>
        <a:bodyPr/>
        <a:lstStyle/>
        <a:p>
          <a:endParaRPr lang="en-US"/>
        </a:p>
      </dgm:t>
    </dgm:pt>
    <dgm:pt modelId="{19291376-E2D5-4D66-8C71-89FF91759720}" type="sibTrans" cxnId="{FFF16AE1-F830-4EBC-BEE4-1DD38ABDD79A}">
      <dgm:prSet/>
      <dgm:spPr/>
      <dgm:t>
        <a:bodyPr/>
        <a:lstStyle/>
        <a:p>
          <a:endParaRPr lang="en-US"/>
        </a:p>
      </dgm:t>
    </dgm:pt>
    <dgm:pt modelId="{9C81575B-85AD-C942-AC13-22EC5384A86F}" type="pres">
      <dgm:prSet presAssocID="{ACB27903-2D9D-4CE7-A57E-7A3A0C45FF58}" presName="hierChild1" presStyleCnt="0">
        <dgm:presLayoutVars>
          <dgm:chPref val="1"/>
          <dgm:dir/>
          <dgm:animOne val="branch"/>
          <dgm:animLvl val="lvl"/>
          <dgm:resizeHandles/>
        </dgm:presLayoutVars>
      </dgm:prSet>
      <dgm:spPr/>
    </dgm:pt>
    <dgm:pt modelId="{08290322-9C40-8049-844F-AFCD764720EA}" type="pres">
      <dgm:prSet presAssocID="{98F2D18D-D776-4245-B33A-E09CFD417718}" presName="hierRoot1" presStyleCnt="0"/>
      <dgm:spPr/>
    </dgm:pt>
    <dgm:pt modelId="{031849A5-B8A5-5F48-9840-D4A8D93B77BE}" type="pres">
      <dgm:prSet presAssocID="{98F2D18D-D776-4245-B33A-E09CFD417718}" presName="composite" presStyleCnt="0"/>
      <dgm:spPr/>
    </dgm:pt>
    <dgm:pt modelId="{862A7959-C5EA-7C4A-8C46-E2A19177029B}" type="pres">
      <dgm:prSet presAssocID="{98F2D18D-D776-4245-B33A-E09CFD417718}" presName="background" presStyleLbl="node0" presStyleIdx="0" presStyleCnt="3"/>
      <dgm:spPr/>
    </dgm:pt>
    <dgm:pt modelId="{656AC426-3CDE-6C49-9A76-577429A4C222}" type="pres">
      <dgm:prSet presAssocID="{98F2D18D-D776-4245-B33A-E09CFD417718}" presName="text" presStyleLbl="fgAcc0" presStyleIdx="0" presStyleCnt="3">
        <dgm:presLayoutVars>
          <dgm:chPref val="3"/>
        </dgm:presLayoutVars>
      </dgm:prSet>
      <dgm:spPr/>
    </dgm:pt>
    <dgm:pt modelId="{23D88818-9371-C94F-B607-BA54C8869D03}" type="pres">
      <dgm:prSet presAssocID="{98F2D18D-D776-4245-B33A-E09CFD417718}" presName="hierChild2" presStyleCnt="0"/>
      <dgm:spPr/>
    </dgm:pt>
    <dgm:pt modelId="{5F16A0B3-BEC4-014D-AD6C-D26946FDD291}" type="pres">
      <dgm:prSet presAssocID="{35AFA1C6-74B9-4759-907B-7EF25EA09ADF}" presName="hierRoot1" presStyleCnt="0"/>
      <dgm:spPr/>
    </dgm:pt>
    <dgm:pt modelId="{A77723CE-7977-1749-90A9-84523371B562}" type="pres">
      <dgm:prSet presAssocID="{35AFA1C6-74B9-4759-907B-7EF25EA09ADF}" presName="composite" presStyleCnt="0"/>
      <dgm:spPr/>
    </dgm:pt>
    <dgm:pt modelId="{E849C696-82F5-6545-9409-A2C70CDC8C13}" type="pres">
      <dgm:prSet presAssocID="{35AFA1C6-74B9-4759-907B-7EF25EA09ADF}" presName="background" presStyleLbl="node0" presStyleIdx="1" presStyleCnt="3"/>
      <dgm:spPr/>
    </dgm:pt>
    <dgm:pt modelId="{B58D83D8-DC94-A940-ABC8-B12B374C04EB}" type="pres">
      <dgm:prSet presAssocID="{35AFA1C6-74B9-4759-907B-7EF25EA09ADF}" presName="text" presStyleLbl="fgAcc0" presStyleIdx="1" presStyleCnt="3">
        <dgm:presLayoutVars>
          <dgm:chPref val="3"/>
        </dgm:presLayoutVars>
      </dgm:prSet>
      <dgm:spPr/>
    </dgm:pt>
    <dgm:pt modelId="{C767BC8D-E13E-7140-9159-627F64F5AF6D}" type="pres">
      <dgm:prSet presAssocID="{35AFA1C6-74B9-4759-907B-7EF25EA09ADF}" presName="hierChild2" presStyleCnt="0"/>
      <dgm:spPr/>
    </dgm:pt>
    <dgm:pt modelId="{0E14D18F-8940-1746-B0A9-DA652A98C50B}" type="pres">
      <dgm:prSet presAssocID="{91E94C67-CAF9-4CF6-9C29-F7D08BA9A293}" presName="hierRoot1" presStyleCnt="0"/>
      <dgm:spPr/>
    </dgm:pt>
    <dgm:pt modelId="{2F86E0D2-1B4B-9745-9B7F-34F64FE17E40}" type="pres">
      <dgm:prSet presAssocID="{91E94C67-CAF9-4CF6-9C29-F7D08BA9A293}" presName="composite" presStyleCnt="0"/>
      <dgm:spPr/>
    </dgm:pt>
    <dgm:pt modelId="{08A1D711-C06F-FB46-BFBE-4B1460424E29}" type="pres">
      <dgm:prSet presAssocID="{91E94C67-CAF9-4CF6-9C29-F7D08BA9A293}" presName="background" presStyleLbl="node0" presStyleIdx="2" presStyleCnt="3"/>
      <dgm:spPr/>
    </dgm:pt>
    <dgm:pt modelId="{F24001CF-C40C-1644-B16A-A77222B84D37}" type="pres">
      <dgm:prSet presAssocID="{91E94C67-CAF9-4CF6-9C29-F7D08BA9A293}" presName="text" presStyleLbl="fgAcc0" presStyleIdx="2" presStyleCnt="3">
        <dgm:presLayoutVars>
          <dgm:chPref val="3"/>
        </dgm:presLayoutVars>
      </dgm:prSet>
      <dgm:spPr/>
    </dgm:pt>
    <dgm:pt modelId="{6C8146BA-5BA2-0741-B0D7-C025F71FCF6A}" type="pres">
      <dgm:prSet presAssocID="{91E94C67-CAF9-4CF6-9C29-F7D08BA9A293}" presName="hierChild2" presStyleCnt="0"/>
      <dgm:spPr/>
    </dgm:pt>
  </dgm:ptLst>
  <dgm:cxnLst>
    <dgm:cxn modelId="{D47F4A19-A826-4ACA-B497-F09317A3783C}" srcId="{ACB27903-2D9D-4CE7-A57E-7A3A0C45FF58}" destId="{98F2D18D-D776-4245-B33A-E09CFD417718}" srcOrd="0" destOrd="0" parTransId="{4783F5B2-2D61-42E3-ABE9-1D9EA19DB609}" sibTransId="{1A3A3065-10F1-4140-96B6-AC4007435478}"/>
    <dgm:cxn modelId="{04E21121-E4F0-4E9D-8F1A-14A6F003A3ED}" srcId="{ACB27903-2D9D-4CE7-A57E-7A3A0C45FF58}" destId="{35AFA1C6-74B9-4759-907B-7EF25EA09ADF}" srcOrd="1" destOrd="0" parTransId="{09326623-2782-499F-8A9E-569BB2E521AA}" sibTransId="{8B628C99-5062-4834-B968-AB880DE9A1B9}"/>
    <dgm:cxn modelId="{0AEC9245-0E74-5246-A4D3-358C60381D5E}" type="presOf" srcId="{35AFA1C6-74B9-4759-907B-7EF25EA09ADF}" destId="{B58D83D8-DC94-A940-ABC8-B12B374C04EB}" srcOrd="0" destOrd="0" presId="urn:microsoft.com/office/officeart/2005/8/layout/hierarchy1"/>
    <dgm:cxn modelId="{90297579-4C3B-4D4F-BA40-CADCE75070A8}" type="presOf" srcId="{98F2D18D-D776-4245-B33A-E09CFD417718}" destId="{656AC426-3CDE-6C49-9A76-577429A4C222}" srcOrd="0" destOrd="0" presId="urn:microsoft.com/office/officeart/2005/8/layout/hierarchy1"/>
    <dgm:cxn modelId="{6EB72ECF-1D65-4A4F-93FF-C31B2DD7B86C}" type="presOf" srcId="{91E94C67-CAF9-4CF6-9C29-F7D08BA9A293}" destId="{F24001CF-C40C-1644-B16A-A77222B84D37}" srcOrd="0" destOrd="0" presId="urn:microsoft.com/office/officeart/2005/8/layout/hierarchy1"/>
    <dgm:cxn modelId="{FFF16AE1-F830-4EBC-BEE4-1DD38ABDD79A}" srcId="{ACB27903-2D9D-4CE7-A57E-7A3A0C45FF58}" destId="{91E94C67-CAF9-4CF6-9C29-F7D08BA9A293}" srcOrd="2" destOrd="0" parTransId="{4D2F3B57-B855-414E-AEFB-237E83E748BE}" sibTransId="{19291376-E2D5-4D66-8C71-89FF91759720}"/>
    <dgm:cxn modelId="{C37CB0FC-72AD-9E45-AA8C-A621C322A7A4}" type="presOf" srcId="{ACB27903-2D9D-4CE7-A57E-7A3A0C45FF58}" destId="{9C81575B-85AD-C942-AC13-22EC5384A86F}" srcOrd="0" destOrd="0" presId="urn:microsoft.com/office/officeart/2005/8/layout/hierarchy1"/>
    <dgm:cxn modelId="{F87E3391-2094-3B47-B0CE-ECD7F2535F6A}" type="presParOf" srcId="{9C81575B-85AD-C942-AC13-22EC5384A86F}" destId="{08290322-9C40-8049-844F-AFCD764720EA}" srcOrd="0" destOrd="0" presId="urn:microsoft.com/office/officeart/2005/8/layout/hierarchy1"/>
    <dgm:cxn modelId="{7958F4F5-2C2C-0E4F-A72B-2AB352D4C673}" type="presParOf" srcId="{08290322-9C40-8049-844F-AFCD764720EA}" destId="{031849A5-B8A5-5F48-9840-D4A8D93B77BE}" srcOrd="0" destOrd="0" presId="urn:microsoft.com/office/officeart/2005/8/layout/hierarchy1"/>
    <dgm:cxn modelId="{9F99AE10-A74A-1E47-80A9-A1B885FA467A}" type="presParOf" srcId="{031849A5-B8A5-5F48-9840-D4A8D93B77BE}" destId="{862A7959-C5EA-7C4A-8C46-E2A19177029B}" srcOrd="0" destOrd="0" presId="urn:microsoft.com/office/officeart/2005/8/layout/hierarchy1"/>
    <dgm:cxn modelId="{55F65F41-F898-444C-A99C-701A653BC663}" type="presParOf" srcId="{031849A5-B8A5-5F48-9840-D4A8D93B77BE}" destId="{656AC426-3CDE-6C49-9A76-577429A4C222}" srcOrd="1" destOrd="0" presId="urn:microsoft.com/office/officeart/2005/8/layout/hierarchy1"/>
    <dgm:cxn modelId="{75B591AC-F862-0447-9D83-4F25051583BC}" type="presParOf" srcId="{08290322-9C40-8049-844F-AFCD764720EA}" destId="{23D88818-9371-C94F-B607-BA54C8869D03}" srcOrd="1" destOrd="0" presId="urn:microsoft.com/office/officeart/2005/8/layout/hierarchy1"/>
    <dgm:cxn modelId="{A4A7EDCA-E515-A240-819D-D0E4D3475E95}" type="presParOf" srcId="{9C81575B-85AD-C942-AC13-22EC5384A86F}" destId="{5F16A0B3-BEC4-014D-AD6C-D26946FDD291}" srcOrd="1" destOrd="0" presId="urn:microsoft.com/office/officeart/2005/8/layout/hierarchy1"/>
    <dgm:cxn modelId="{F4F794BE-9D71-DD4E-90A3-7ABA845221F6}" type="presParOf" srcId="{5F16A0B3-BEC4-014D-AD6C-D26946FDD291}" destId="{A77723CE-7977-1749-90A9-84523371B562}" srcOrd="0" destOrd="0" presId="urn:microsoft.com/office/officeart/2005/8/layout/hierarchy1"/>
    <dgm:cxn modelId="{C96BC0E6-32B9-2B47-82A4-201B68C7BFCB}" type="presParOf" srcId="{A77723CE-7977-1749-90A9-84523371B562}" destId="{E849C696-82F5-6545-9409-A2C70CDC8C13}" srcOrd="0" destOrd="0" presId="urn:microsoft.com/office/officeart/2005/8/layout/hierarchy1"/>
    <dgm:cxn modelId="{D741B290-26A8-A742-8026-A2A2980FD8A9}" type="presParOf" srcId="{A77723CE-7977-1749-90A9-84523371B562}" destId="{B58D83D8-DC94-A940-ABC8-B12B374C04EB}" srcOrd="1" destOrd="0" presId="urn:microsoft.com/office/officeart/2005/8/layout/hierarchy1"/>
    <dgm:cxn modelId="{876E0526-F9E6-1249-9B6E-27BFAA73351F}" type="presParOf" srcId="{5F16A0B3-BEC4-014D-AD6C-D26946FDD291}" destId="{C767BC8D-E13E-7140-9159-627F64F5AF6D}" srcOrd="1" destOrd="0" presId="urn:microsoft.com/office/officeart/2005/8/layout/hierarchy1"/>
    <dgm:cxn modelId="{2136BAF4-7E9B-6E4B-B99B-216E52C16E48}" type="presParOf" srcId="{9C81575B-85AD-C942-AC13-22EC5384A86F}" destId="{0E14D18F-8940-1746-B0A9-DA652A98C50B}" srcOrd="2" destOrd="0" presId="urn:microsoft.com/office/officeart/2005/8/layout/hierarchy1"/>
    <dgm:cxn modelId="{59D50669-BD44-754B-BAE7-32613CD99C39}" type="presParOf" srcId="{0E14D18F-8940-1746-B0A9-DA652A98C50B}" destId="{2F86E0D2-1B4B-9745-9B7F-34F64FE17E40}" srcOrd="0" destOrd="0" presId="urn:microsoft.com/office/officeart/2005/8/layout/hierarchy1"/>
    <dgm:cxn modelId="{443164F0-1C0F-0A43-9D05-9252C8F9C55F}" type="presParOf" srcId="{2F86E0D2-1B4B-9745-9B7F-34F64FE17E40}" destId="{08A1D711-C06F-FB46-BFBE-4B1460424E29}" srcOrd="0" destOrd="0" presId="urn:microsoft.com/office/officeart/2005/8/layout/hierarchy1"/>
    <dgm:cxn modelId="{C2A2586C-447D-F74C-AE23-9DCFB0EBAE67}" type="presParOf" srcId="{2F86E0D2-1B4B-9745-9B7F-34F64FE17E40}" destId="{F24001CF-C40C-1644-B16A-A77222B84D37}" srcOrd="1" destOrd="0" presId="urn:microsoft.com/office/officeart/2005/8/layout/hierarchy1"/>
    <dgm:cxn modelId="{1AE4EA13-5335-3A41-99AA-92B10FF0B4E4}" type="presParOf" srcId="{0E14D18F-8940-1746-B0A9-DA652A98C50B}" destId="{6C8146BA-5BA2-0741-B0D7-C025F71FCF6A}"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49AEDD1-5BEC-4CA3-9986-CF2B5A4C0AF2}" type="doc">
      <dgm:prSet loTypeId="urn:microsoft.com/office/officeart/2005/8/layout/vList2" loCatId="list" qsTypeId="urn:microsoft.com/office/officeart/2005/8/quickstyle/simple2" qsCatId="simple" csTypeId="urn:microsoft.com/office/officeart/2005/8/colors/accent5_2" csCatId="accent5" phldr="1"/>
      <dgm:spPr/>
      <dgm:t>
        <a:bodyPr/>
        <a:lstStyle/>
        <a:p>
          <a:endParaRPr lang="en-US"/>
        </a:p>
      </dgm:t>
    </dgm:pt>
    <dgm:pt modelId="{848C9D78-E1BA-4C8C-B958-876E94CEE917}">
      <dgm:prSet/>
      <dgm:spPr/>
      <dgm:t>
        <a:bodyPr/>
        <a:lstStyle/>
        <a:p>
          <a:r>
            <a:rPr lang="en-US"/>
            <a:t>(1) Qualia do not exist.</a:t>
          </a:r>
        </a:p>
      </dgm:t>
    </dgm:pt>
    <dgm:pt modelId="{3E0A76B1-371B-4D47-89BC-EA6FA8F3E442}" type="parTrans" cxnId="{0A2EFABB-443F-4883-8207-31B39E78FD95}">
      <dgm:prSet/>
      <dgm:spPr/>
      <dgm:t>
        <a:bodyPr/>
        <a:lstStyle/>
        <a:p>
          <a:endParaRPr lang="en-US"/>
        </a:p>
      </dgm:t>
    </dgm:pt>
    <dgm:pt modelId="{C5CEF979-B480-4118-9865-C59FD7A79E5B}" type="sibTrans" cxnId="{0A2EFABB-443F-4883-8207-31B39E78FD95}">
      <dgm:prSet/>
      <dgm:spPr/>
      <dgm:t>
        <a:bodyPr/>
        <a:lstStyle/>
        <a:p>
          <a:endParaRPr lang="en-US"/>
        </a:p>
      </dgm:t>
    </dgm:pt>
    <dgm:pt modelId="{0A117744-F26F-4F74-8B7B-9D41A1018B4B}">
      <dgm:prSet/>
      <dgm:spPr/>
      <dgm:t>
        <a:bodyPr/>
        <a:lstStyle/>
        <a:p>
          <a:r>
            <a:rPr lang="en-US"/>
            <a:t>(2) We can know one thing in two ways.</a:t>
          </a:r>
        </a:p>
      </dgm:t>
    </dgm:pt>
    <dgm:pt modelId="{058777F0-72C6-4C4D-95FF-AB4076026E64}" type="parTrans" cxnId="{6D773116-F32C-40FF-8398-33947C4025B9}">
      <dgm:prSet/>
      <dgm:spPr/>
      <dgm:t>
        <a:bodyPr/>
        <a:lstStyle/>
        <a:p>
          <a:endParaRPr lang="en-US"/>
        </a:p>
      </dgm:t>
    </dgm:pt>
    <dgm:pt modelId="{49E42713-7CFF-4568-91B0-DE3CCDC342A7}" type="sibTrans" cxnId="{6D773116-F32C-40FF-8398-33947C4025B9}">
      <dgm:prSet/>
      <dgm:spPr/>
      <dgm:t>
        <a:bodyPr/>
        <a:lstStyle/>
        <a:p>
          <a:endParaRPr lang="en-US"/>
        </a:p>
      </dgm:t>
    </dgm:pt>
    <dgm:pt modelId="{1B0CE356-8DCA-4FFB-8F66-60D5AB31CA7C}">
      <dgm:prSet/>
      <dgm:spPr/>
      <dgm:t>
        <a:bodyPr/>
        <a:lstStyle/>
        <a:p>
          <a:r>
            <a:rPr lang="en-US" dirty="0"/>
            <a:t>(2) Propositional knowledge is not acquaintance knowledge.</a:t>
          </a:r>
        </a:p>
      </dgm:t>
    </dgm:pt>
    <dgm:pt modelId="{D7EB70F4-0010-43EE-BA02-39E40E948519}" type="parTrans" cxnId="{A5968190-C883-4A8F-A30A-12803D44BD62}">
      <dgm:prSet/>
      <dgm:spPr/>
      <dgm:t>
        <a:bodyPr/>
        <a:lstStyle/>
        <a:p>
          <a:endParaRPr lang="en-US"/>
        </a:p>
      </dgm:t>
    </dgm:pt>
    <dgm:pt modelId="{5C496C0B-DCF3-4CD1-9B4A-82694AE9162F}" type="sibTrans" cxnId="{A5968190-C883-4A8F-A30A-12803D44BD62}">
      <dgm:prSet/>
      <dgm:spPr/>
      <dgm:t>
        <a:bodyPr/>
        <a:lstStyle/>
        <a:p>
          <a:endParaRPr lang="en-US"/>
        </a:p>
      </dgm:t>
    </dgm:pt>
    <dgm:pt modelId="{61CFE5B7-DC00-4F76-9965-6E05B44EB7D1}">
      <dgm:prSet/>
      <dgm:spPr/>
      <dgm:t>
        <a:bodyPr/>
        <a:lstStyle/>
        <a:p>
          <a:r>
            <a:rPr lang="en-US" dirty="0"/>
            <a:t>(3) Ability knowledge is not propositional knowledge.  </a:t>
          </a:r>
        </a:p>
      </dgm:t>
    </dgm:pt>
    <dgm:pt modelId="{B900AECB-50C6-4DBF-AAE2-389575939BFF}" type="parTrans" cxnId="{82263FA6-B4E0-4A3B-884D-9398CAB8A644}">
      <dgm:prSet/>
      <dgm:spPr/>
      <dgm:t>
        <a:bodyPr/>
        <a:lstStyle/>
        <a:p>
          <a:endParaRPr lang="en-US"/>
        </a:p>
      </dgm:t>
    </dgm:pt>
    <dgm:pt modelId="{F61D1B6A-09CD-4004-8066-0A5BACA22291}" type="sibTrans" cxnId="{82263FA6-B4E0-4A3B-884D-9398CAB8A644}">
      <dgm:prSet/>
      <dgm:spPr/>
      <dgm:t>
        <a:bodyPr/>
        <a:lstStyle/>
        <a:p>
          <a:endParaRPr lang="en-US"/>
        </a:p>
      </dgm:t>
    </dgm:pt>
    <dgm:pt modelId="{1487EC73-5F49-B649-A47F-1CB7FE981464}" type="pres">
      <dgm:prSet presAssocID="{249AEDD1-5BEC-4CA3-9986-CF2B5A4C0AF2}" presName="linear" presStyleCnt="0">
        <dgm:presLayoutVars>
          <dgm:animLvl val="lvl"/>
          <dgm:resizeHandles val="exact"/>
        </dgm:presLayoutVars>
      </dgm:prSet>
      <dgm:spPr/>
    </dgm:pt>
    <dgm:pt modelId="{17930068-425D-D046-947F-2B703AB768F1}" type="pres">
      <dgm:prSet presAssocID="{848C9D78-E1BA-4C8C-B958-876E94CEE917}" presName="parentText" presStyleLbl="node1" presStyleIdx="0" presStyleCnt="4">
        <dgm:presLayoutVars>
          <dgm:chMax val="0"/>
          <dgm:bulletEnabled val="1"/>
        </dgm:presLayoutVars>
      </dgm:prSet>
      <dgm:spPr/>
    </dgm:pt>
    <dgm:pt modelId="{576E653E-D1CB-B645-A932-50DFFE4AD443}" type="pres">
      <dgm:prSet presAssocID="{C5CEF979-B480-4118-9865-C59FD7A79E5B}" presName="spacer" presStyleCnt="0"/>
      <dgm:spPr/>
    </dgm:pt>
    <dgm:pt modelId="{F7E0D702-0239-DE46-A395-BBC84C627E90}" type="pres">
      <dgm:prSet presAssocID="{0A117744-F26F-4F74-8B7B-9D41A1018B4B}" presName="parentText" presStyleLbl="node1" presStyleIdx="1" presStyleCnt="4">
        <dgm:presLayoutVars>
          <dgm:chMax val="0"/>
          <dgm:bulletEnabled val="1"/>
        </dgm:presLayoutVars>
      </dgm:prSet>
      <dgm:spPr/>
    </dgm:pt>
    <dgm:pt modelId="{48D5F64C-442C-894B-855E-5F916CC57D92}" type="pres">
      <dgm:prSet presAssocID="{49E42713-7CFF-4568-91B0-DE3CCDC342A7}" presName="spacer" presStyleCnt="0"/>
      <dgm:spPr/>
    </dgm:pt>
    <dgm:pt modelId="{4AAD6227-64B7-5E46-9F3C-0DD07BC726BE}" type="pres">
      <dgm:prSet presAssocID="{1B0CE356-8DCA-4FFB-8F66-60D5AB31CA7C}" presName="parentText" presStyleLbl="node1" presStyleIdx="2" presStyleCnt="4">
        <dgm:presLayoutVars>
          <dgm:chMax val="0"/>
          <dgm:bulletEnabled val="1"/>
        </dgm:presLayoutVars>
      </dgm:prSet>
      <dgm:spPr/>
    </dgm:pt>
    <dgm:pt modelId="{2D9B72EB-2D81-7442-BAE8-9E2137BC2B53}" type="pres">
      <dgm:prSet presAssocID="{5C496C0B-DCF3-4CD1-9B4A-82694AE9162F}" presName="spacer" presStyleCnt="0"/>
      <dgm:spPr/>
    </dgm:pt>
    <dgm:pt modelId="{ADEF4B42-D229-EF4C-87DB-FA96ED1ABF5D}" type="pres">
      <dgm:prSet presAssocID="{61CFE5B7-DC00-4F76-9965-6E05B44EB7D1}" presName="parentText" presStyleLbl="node1" presStyleIdx="3" presStyleCnt="4">
        <dgm:presLayoutVars>
          <dgm:chMax val="0"/>
          <dgm:bulletEnabled val="1"/>
        </dgm:presLayoutVars>
      </dgm:prSet>
      <dgm:spPr/>
    </dgm:pt>
  </dgm:ptLst>
  <dgm:cxnLst>
    <dgm:cxn modelId="{6D773116-F32C-40FF-8398-33947C4025B9}" srcId="{249AEDD1-5BEC-4CA3-9986-CF2B5A4C0AF2}" destId="{0A117744-F26F-4F74-8B7B-9D41A1018B4B}" srcOrd="1" destOrd="0" parTransId="{058777F0-72C6-4C4D-95FF-AB4076026E64}" sibTransId="{49E42713-7CFF-4568-91B0-DE3CCDC342A7}"/>
    <dgm:cxn modelId="{C1208B16-8903-1F46-B6DB-A6D3CA3BCEE2}" type="presOf" srcId="{0A117744-F26F-4F74-8B7B-9D41A1018B4B}" destId="{F7E0D702-0239-DE46-A395-BBC84C627E90}" srcOrd="0" destOrd="0" presId="urn:microsoft.com/office/officeart/2005/8/layout/vList2"/>
    <dgm:cxn modelId="{A372BE6A-C456-9543-84C4-32146860C5E9}" type="presOf" srcId="{61CFE5B7-DC00-4F76-9965-6E05B44EB7D1}" destId="{ADEF4B42-D229-EF4C-87DB-FA96ED1ABF5D}" srcOrd="0" destOrd="0" presId="urn:microsoft.com/office/officeart/2005/8/layout/vList2"/>
    <dgm:cxn modelId="{0BFFCC8D-9E79-FC4D-8E74-A790AFF8E45F}" type="presOf" srcId="{249AEDD1-5BEC-4CA3-9986-CF2B5A4C0AF2}" destId="{1487EC73-5F49-B649-A47F-1CB7FE981464}" srcOrd="0" destOrd="0" presId="urn:microsoft.com/office/officeart/2005/8/layout/vList2"/>
    <dgm:cxn modelId="{A5968190-C883-4A8F-A30A-12803D44BD62}" srcId="{249AEDD1-5BEC-4CA3-9986-CF2B5A4C0AF2}" destId="{1B0CE356-8DCA-4FFB-8F66-60D5AB31CA7C}" srcOrd="2" destOrd="0" parTransId="{D7EB70F4-0010-43EE-BA02-39E40E948519}" sibTransId="{5C496C0B-DCF3-4CD1-9B4A-82694AE9162F}"/>
    <dgm:cxn modelId="{82263FA6-B4E0-4A3B-884D-9398CAB8A644}" srcId="{249AEDD1-5BEC-4CA3-9986-CF2B5A4C0AF2}" destId="{61CFE5B7-DC00-4F76-9965-6E05B44EB7D1}" srcOrd="3" destOrd="0" parTransId="{B900AECB-50C6-4DBF-AAE2-389575939BFF}" sibTransId="{F61D1B6A-09CD-4004-8066-0A5BACA22291}"/>
    <dgm:cxn modelId="{0A2EFABB-443F-4883-8207-31B39E78FD95}" srcId="{249AEDD1-5BEC-4CA3-9986-CF2B5A4C0AF2}" destId="{848C9D78-E1BA-4C8C-B958-876E94CEE917}" srcOrd="0" destOrd="0" parTransId="{3E0A76B1-371B-4D47-89BC-EA6FA8F3E442}" sibTransId="{C5CEF979-B480-4118-9865-C59FD7A79E5B}"/>
    <dgm:cxn modelId="{8AE4B9BC-B36E-8E41-BB11-33D5D8527FFC}" type="presOf" srcId="{848C9D78-E1BA-4C8C-B958-876E94CEE917}" destId="{17930068-425D-D046-947F-2B703AB768F1}" srcOrd="0" destOrd="0" presId="urn:microsoft.com/office/officeart/2005/8/layout/vList2"/>
    <dgm:cxn modelId="{DA444BF9-FB41-6A4E-A2C6-E054526D0CF2}" type="presOf" srcId="{1B0CE356-8DCA-4FFB-8F66-60D5AB31CA7C}" destId="{4AAD6227-64B7-5E46-9F3C-0DD07BC726BE}" srcOrd="0" destOrd="0" presId="urn:microsoft.com/office/officeart/2005/8/layout/vList2"/>
    <dgm:cxn modelId="{5F850BDC-EA5C-1C43-8AC3-3BD8F8E06D04}" type="presParOf" srcId="{1487EC73-5F49-B649-A47F-1CB7FE981464}" destId="{17930068-425D-D046-947F-2B703AB768F1}" srcOrd="0" destOrd="0" presId="urn:microsoft.com/office/officeart/2005/8/layout/vList2"/>
    <dgm:cxn modelId="{6049D09F-0DDD-544F-8966-A4F5162BFF01}" type="presParOf" srcId="{1487EC73-5F49-B649-A47F-1CB7FE981464}" destId="{576E653E-D1CB-B645-A932-50DFFE4AD443}" srcOrd="1" destOrd="0" presId="urn:microsoft.com/office/officeart/2005/8/layout/vList2"/>
    <dgm:cxn modelId="{2926FA02-D891-8F4A-9E43-E4A7528750C9}" type="presParOf" srcId="{1487EC73-5F49-B649-A47F-1CB7FE981464}" destId="{F7E0D702-0239-DE46-A395-BBC84C627E90}" srcOrd="2" destOrd="0" presId="urn:microsoft.com/office/officeart/2005/8/layout/vList2"/>
    <dgm:cxn modelId="{24004EC8-2514-1B4D-9C52-0AF8EC5B4093}" type="presParOf" srcId="{1487EC73-5F49-B649-A47F-1CB7FE981464}" destId="{48D5F64C-442C-894B-855E-5F916CC57D92}" srcOrd="3" destOrd="0" presId="urn:microsoft.com/office/officeart/2005/8/layout/vList2"/>
    <dgm:cxn modelId="{AADBF4D0-75DC-A34B-8A45-AEF2CD107912}" type="presParOf" srcId="{1487EC73-5F49-B649-A47F-1CB7FE981464}" destId="{4AAD6227-64B7-5E46-9F3C-0DD07BC726BE}" srcOrd="4" destOrd="0" presId="urn:microsoft.com/office/officeart/2005/8/layout/vList2"/>
    <dgm:cxn modelId="{9E42B1CD-4977-0F46-B97C-702AE4057E46}" type="presParOf" srcId="{1487EC73-5F49-B649-A47F-1CB7FE981464}" destId="{2D9B72EB-2D81-7442-BAE8-9E2137BC2B53}" srcOrd="5" destOrd="0" presId="urn:microsoft.com/office/officeart/2005/8/layout/vList2"/>
    <dgm:cxn modelId="{19257686-EDD6-284A-855A-C0314406F77F}" type="presParOf" srcId="{1487EC73-5F49-B649-A47F-1CB7FE981464}" destId="{ADEF4B42-D229-EF4C-87DB-FA96ED1ABF5D}"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62A7959-C5EA-7C4A-8C46-E2A19177029B}">
      <dsp:nvSpPr>
        <dsp:cNvPr id="0" name=""/>
        <dsp:cNvSpPr/>
      </dsp:nvSpPr>
      <dsp:spPr>
        <a:xfrm>
          <a:off x="0" y="736818"/>
          <a:ext cx="2862653" cy="1817784"/>
        </a:xfrm>
        <a:prstGeom prst="roundRect">
          <a:avLst>
            <a:gd name="adj" fmla="val 10000"/>
          </a:avLst>
        </a:prstGeom>
        <a:solidFill>
          <a:schemeClr val="accent1">
            <a:hueOff val="0"/>
            <a:satOff val="0"/>
            <a:lumOff val="0"/>
            <a:alphaOff val="0"/>
          </a:schemeClr>
        </a:solidFill>
        <a:ln w="12700" cap="flat" cmpd="sng" algn="in">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56AC426-3CDE-6C49-9A76-577429A4C222}">
      <dsp:nvSpPr>
        <dsp:cNvPr id="0" name=""/>
        <dsp:cNvSpPr/>
      </dsp:nvSpPr>
      <dsp:spPr>
        <a:xfrm>
          <a:off x="318072" y="1038987"/>
          <a:ext cx="2862653" cy="1817784"/>
        </a:xfrm>
        <a:prstGeom prst="roundRect">
          <a:avLst>
            <a:gd name="adj" fmla="val 10000"/>
          </a:avLst>
        </a:prstGeom>
        <a:solidFill>
          <a:schemeClr val="lt1">
            <a:alpha val="90000"/>
            <a:hueOff val="0"/>
            <a:satOff val="0"/>
            <a:lumOff val="0"/>
            <a:alphaOff val="0"/>
          </a:schemeClr>
        </a:solidFill>
        <a:ln w="12700" cap="flat" cmpd="sng" algn="in">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just" defTabSz="711200">
            <a:lnSpc>
              <a:spcPct val="90000"/>
            </a:lnSpc>
            <a:spcBef>
              <a:spcPct val="0"/>
            </a:spcBef>
            <a:spcAft>
              <a:spcPct val="35000"/>
            </a:spcAft>
            <a:buNone/>
          </a:pPr>
          <a:r>
            <a:rPr lang="en-US" sz="1600" kern="1200" dirty="0">
              <a:latin typeface="Avenir Book" panose="02000503020000020003" pitchFamily="2" charset="0"/>
            </a:rPr>
            <a:t>1. This means that both forms of behaviorism, mind-brain identity theory, and most functionalist theories are vulnerable to the knowledge argument.</a:t>
          </a:r>
        </a:p>
      </dsp:txBody>
      <dsp:txXfrm>
        <a:off x="371313" y="1092228"/>
        <a:ext cx="2756171" cy="1711302"/>
      </dsp:txXfrm>
    </dsp:sp>
    <dsp:sp modelId="{E849C696-82F5-6545-9409-A2C70CDC8C13}">
      <dsp:nvSpPr>
        <dsp:cNvPr id="0" name=""/>
        <dsp:cNvSpPr/>
      </dsp:nvSpPr>
      <dsp:spPr>
        <a:xfrm>
          <a:off x="3498798" y="736818"/>
          <a:ext cx="2862653" cy="1817784"/>
        </a:xfrm>
        <a:prstGeom prst="roundRect">
          <a:avLst>
            <a:gd name="adj" fmla="val 10000"/>
          </a:avLst>
        </a:prstGeom>
        <a:solidFill>
          <a:schemeClr val="accent1">
            <a:hueOff val="0"/>
            <a:satOff val="0"/>
            <a:lumOff val="0"/>
            <a:alphaOff val="0"/>
          </a:schemeClr>
        </a:solidFill>
        <a:ln w="12700" cap="flat" cmpd="sng" algn="in">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B58D83D8-DC94-A940-ABC8-B12B374C04EB}">
      <dsp:nvSpPr>
        <dsp:cNvPr id="0" name=""/>
        <dsp:cNvSpPr/>
      </dsp:nvSpPr>
      <dsp:spPr>
        <a:xfrm>
          <a:off x="3816870" y="1038987"/>
          <a:ext cx="2862653" cy="1817784"/>
        </a:xfrm>
        <a:prstGeom prst="roundRect">
          <a:avLst>
            <a:gd name="adj" fmla="val 10000"/>
          </a:avLst>
        </a:prstGeom>
        <a:solidFill>
          <a:schemeClr val="lt1">
            <a:alpha val="90000"/>
            <a:hueOff val="0"/>
            <a:satOff val="0"/>
            <a:lumOff val="0"/>
            <a:alphaOff val="0"/>
          </a:schemeClr>
        </a:solidFill>
        <a:ln w="12700" cap="flat" cmpd="sng" algn="in">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latin typeface="Avenir Book" panose="02000503020000020003" pitchFamily="2" charset="0"/>
            </a:rPr>
            <a:t>2. Remember if knowledge about the mind is not fully contained in physical facts about the mind, there is a domain of knowledge that physicalism does not cover.  </a:t>
          </a:r>
        </a:p>
      </dsp:txBody>
      <dsp:txXfrm>
        <a:off x="3870111" y="1092228"/>
        <a:ext cx="2756171" cy="1711302"/>
      </dsp:txXfrm>
    </dsp:sp>
    <dsp:sp modelId="{08A1D711-C06F-FB46-BFBE-4B1460424E29}">
      <dsp:nvSpPr>
        <dsp:cNvPr id="0" name=""/>
        <dsp:cNvSpPr/>
      </dsp:nvSpPr>
      <dsp:spPr>
        <a:xfrm>
          <a:off x="6997596" y="736818"/>
          <a:ext cx="2862653" cy="1817784"/>
        </a:xfrm>
        <a:prstGeom prst="roundRect">
          <a:avLst>
            <a:gd name="adj" fmla="val 10000"/>
          </a:avLst>
        </a:prstGeom>
        <a:solidFill>
          <a:schemeClr val="accent1">
            <a:hueOff val="0"/>
            <a:satOff val="0"/>
            <a:lumOff val="0"/>
            <a:alphaOff val="0"/>
          </a:schemeClr>
        </a:solidFill>
        <a:ln w="12700" cap="flat" cmpd="sng" algn="in">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F24001CF-C40C-1644-B16A-A77222B84D37}">
      <dsp:nvSpPr>
        <dsp:cNvPr id="0" name=""/>
        <dsp:cNvSpPr/>
      </dsp:nvSpPr>
      <dsp:spPr>
        <a:xfrm>
          <a:off x="7315668" y="1038987"/>
          <a:ext cx="2862653" cy="1817784"/>
        </a:xfrm>
        <a:prstGeom prst="roundRect">
          <a:avLst>
            <a:gd name="adj" fmla="val 10000"/>
          </a:avLst>
        </a:prstGeom>
        <a:solidFill>
          <a:schemeClr val="lt1">
            <a:alpha val="90000"/>
            <a:hueOff val="0"/>
            <a:satOff val="0"/>
            <a:lumOff val="0"/>
            <a:alphaOff val="0"/>
          </a:schemeClr>
        </a:solidFill>
        <a:ln w="12700" cap="flat" cmpd="sng" algn="in">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60960" tIns="60960" rIns="60960" bIns="60960" numCol="1" spcCol="1270" anchor="ctr" anchorCtr="0">
          <a:noAutofit/>
        </a:bodyPr>
        <a:lstStyle/>
        <a:p>
          <a:pPr marL="0" lvl="0" indent="0" algn="just" defTabSz="711200">
            <a:lnSpc>
              <a:spcPct val="90000"/>
            </a:lnSpc>
            <a:spcBef>
              <a:spcPct val="0"/>
            </a:spcBef>
            <a:spcAft>
              <a:spcPct val="35000"/>
            </a:spcAft>
            <a:buNone/>
          </a:pPr>
          <a:r>
            <a:rPr lang="en-US" sz="1600" kern="1200" dirty="0">
              <a:latin typeface="Avenir Book" panose="02000503020000020003" pitchFamily="2" charset="0"/>
            </a:rPr>
            <a:t>3. Given Mary has all physical knowledge she should know everything there is to know about others, and yet she does not. </a:t>
          </a:r>
        </a:p>
      </dsp:txBody>
      <dsp:txXfrm>
        <a:off x="7368909" y="1092228"/>
        <a:ext cx="2756171" cy="171130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930068-425D-D046-947F-2B703AB768F1}">
      <dsp:nvSpPr>
        <dsp:cNvPr id="0" name=""/>
        <dsp:cNvSpPr/>
      </dsp:nvSpPr>
      <dsp:spPr>
        <a:xfrm>
          <a:off x="0" y="28655"/>
          <a:ext cx="6015897" cy="836550"/>
        </a:xfrm>
        <a:prstGeom prst="roundRect">
          <a:avLst/>
        </a:prstGeom>
        <a:solidFill>
          <a:schemeClr val="accent5">
            <a:hueOff val="0"/>
            <a:satOff val="0"/>
            <a:lumOff val="0"/>
            <a:alphaOff val="0"/>
          </a:schemeClr>
        </a:solidFill>
        <a:ln w="50800" cap="flat" cmpd="sng" algn="in">
          <a:solidFill>
            <a:schemeClr val="lt1">
              <a:hueOff val="0"/>
              <a:satOff val="0"/>
              <a:lumOff val="0"/>
              <a:alphaOff val="0"/>
            </a:schemeClr>
          </a:solidFill>
          <a:prstDash val="solid"/>
        </a:ln>
        <a:effectLst/>
      </dsp:spPr>
      <dsp:style>
        <a:lnRef idx="3">
          <a:scrgbClr r="0" g="0" b="0"/>
        </a:lnRef>
        <a:fillRef idx="1">
          <a:scrgbClr r="0" g="0" b="0"/>
        </a:fillRef>
        <a:effectRef idx="1">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a:t>(1) Qualia do not exist.</a:t>
          </a:r>
        </a:p>
      </dsp:txBody>
      <dsp:txXfrm>
        <a:off x="40837" y="69492"/>
        <a:ext cx="5934223" cy="754876"/>
      </dsp:txXfrm>
    </dsp:sp>
    <dsp:sp modelId="{F7E0D702-0239-DE46-A395-BBC84C627E90}">
      <dsp:nvSpPr>
        <dsp:cNvPr id="0" name=""/>
        <dsp:cNvSpPr/>
      </dsp:nvSpPr>
      <dsp:spPr>
        <a:xfrm>
          <a:off x="0" y="928565"/>
          <a:ext cx="6015897" cy="836550"/>
        </a:xfrm>
        <a:prstGeom prst="roundRect">
          <a:avLst/>
        </a:prstGeom>
        <a:solidFill>
          <a:schemeClr val="accent5">
            <a:hueOff val="0"/>
            <a:satOff val="0"/>
            <a:lumOff val="0"/>
            <a:alphaOff val="0"/>
          </a:schemeClr>
        </a:solidFill>
        <a:ln w="50800" cap="flat" cmpd="sng" algn="in">
          <a:solidFill>
            <a:schemeClr val="lt1">
              <a:hueOff val="0"/>
              <a:satOff val="0"/>
              <a:lumOff val="0"/>
              <a:alphaOff val="0"/>
            </a:schemeClr>
          </a:solidFill>
          <a:prstDash val="solid"/>
        </a:ln>
        <a:effectLst/>
      </dsp:spPr>
      <dsp:style>
        <a:lnRef idx="3">
          <a:scrgbClr r="0" g="0" b="0"/>
        </a:lnRef>
        <a:fillRef idx="1">
          <a:scrgbClr r="0" g="0" b="0"/>
        </a:fillRef>
        <a:effectRef idx="1">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a:t>(2) We can know one thing in two ways.</a:t>
          </a:r>
        </a:p>
      </dsp:txBody>
      <dsp:txXfrm>
        <a:off x="40837" y="969402"/>
        <a:ext cx="5934223" cy="754876"/>
      </dsp:txXfrm>
    </dsp:sp>
    <dsp:sp modelId="{4AAD6227-64B7-5E46-9F3C-0DD07BC726BE}">
      <dsp:nvSpPr>
        <dsp:cNvPr id="0" name=""/>
        <dsp:cNvSpPr/>
      </dsp:nvSpPr>
      <dsp:spPr>
        <a:xfrm>
          <a:off x="0" y="1828475"/>
          <a:ext cx="6015897" cy="836550"/>
        </a:xfrm>
        <a:prstGeom prst="roundRect">
          <a:avLst/>
        </a:prstGeom>
        <a:solidFill>
          <a:schemeClr val="accent5">
            <a:hueOff val="0"/>
            <a:satOff val="0"/>
            <a:lumOff val="0"/>
            <a:alphaOff val="0"/>
          </a:schemeClr>
        </a:solidFill>
        <a:ln w="50800" cap="flat" cmpd="sng" algn="in">
          <a:solidFill>
            <a:schemeClr val="lt1">
              <a:hueOff val="0"/>
              <a:satOff val="0"/>
              <a:lumOff val="0"/>
              <a:alphaOff val="0"/>
            </a:schemeClr>
          </a:solidFill>
          <a:prstDash val="solid"/>
        </a:ln>
        <a:effectLst/>
      </dsp:spPr>
      <dsp:style>
        <a:lnRef idx="3">
          <a:scrgbClr r="0" g="0" b="0"/>
        </a:lnRef>
        <a:fillRef idx="1">
          <a:scrgbClr r="0" g="0" b="0"/>
        </a:fillRef>
        <a:effectRef idx="1">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dirty="0"/>
            <a:t>(2) Propositional knowledge is not acquaintance knowledge.</a:t>
          </a:r>
        </a:p>
      </dsp:txBody>
      <dsp:txXfrm>
        <a:off x="40837" y="1869312"/>
        <a:ext cx="5934223" cy="754876"/>
      </dsp:txXfrm>
    </dsp:sp>
    <dsp:sp modelId="{ADEF4B42-D229-EF4C-87DB-FA96ED1ABF5D}">
      <dsp:nvSpPr>
        <dsp:cNvPr id="0" name=""/>
        <dsp:cNvSpPr/>
      </dsp:nvSpPr>
      <dsp:spPr>
        <a:xfrm>
          <a:off x="0" y="2728385"/>
          <a:ext cx="6015897" cy="836550"/>
        </a:xfrm>
        <a:prstGeom prst="roundRect">
          <a:avLst/>
        </a:prstGeom>
        <a:solidFill>
          <a:schemeClr val="accent5">
            <a:hueOff val="0"/>
            <a:satOff val="0"/>
            <a:lumOff val="0"/>
            <a:alphaOff val="0"/>
          </a:schemeClr>
        </a:solidFill>
        <a:ln w="50800" cap="flat" cmpd="sng" algn="in">
          <a:solidFill>
            <a:schemeClr val="lt1">
              <a:hueOff val="0"/>
              <a:satOff val="0"/>
              <a:lumOff val="0"/>
              <a:alphaOff val="0"/>
            </a:schemeClr>
          </a:solidFill>
          <a:prstDash val="solid"/>
        </a:ln>
        <a:effectLst/>
      </dsp:spPr>
      <dsp:style>
        <a:lnRef idx="3">
          <a:scrgbClr r="0" g="0" b="0"/>
        </a:lnRef>
        <a:fillRef idx="1">
          <a:scrgbClr r="0" g="0" b="0"/>
        </a:fillRef>
        <a:effectRef idx="1">
          <a:scrgbClr r="0" g="0" b="0"/>
        </a:effectRef>
        <a:fontRef idx="minor">
          <a:schemeClr val="lt1"/>
        </a:fontRef>
      </dsp:style>
      <dsp:txBody>
        <a:bodyPr spcFirstLastPara="0" vert="horz" wrap="square" lIns="83820" tIns="83820" rIns="83820" bIns="83820" numCol="1" spcCol="1270" anchor="ctr" anchorCtr="0">
          <a:noAutofit/>
        </a:bodyPr>
        <a:lstStyle/>
        <a:p>
          <a:pPr marL="0" lvl="0" indent="0" algn="l" defTabSz="977900">
            <a:lnSpc>
              <a:spcPct val="90000"/>
            </a:lnSpc>
            <a:spcBef>
              <a:spcPct val="0"/>
            </a:spcBef>
            <a:spcAft>
              <a:spcPct val="35000"/>
            </a:spcAft>
            <a:buNone/>
          </a:pPr>
          <a:r>
            <a:rPr lang="en-US" sz="2200" kern="1200" dirty="0"/>
            <a:t>(3) Ability knowledge is not propositional knowledge.  </a:t>
          </a:r>
        </a:p>
      </dsp:txBody>
      <dsp:txXfrm>
        <a:off x="40837" y="2769222"/>
        <a:ext cx="5934223" cy="754876"/>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11" name="Freeform 6" title="scalloped circle"/>
          <p:cNvSpPr/>
          <p:nvPr/>
        </p:nvSpPr>
        <p:spPr bwMode="auto">
          <a:xfrm>
            <a:off x="3557016" y="630936"/>
            <a:ext cx="5235575" cy="5229225"/>
          </a:xfrm>
          <a:custGeom>
            <a:avLst/>
            <a:gdLst/>
            <a:ahLst/>
            <a:cxnLst/>
            <a:rect l="0" t="0" r="r" b="b"/>
            <a:pathLst>
              <a:path w="3298" h="3294">
                <a:moveTo>
                  <a:pt x="1649" y="0"/>
                </a:moveTo>
                <a:lnTo>
                  <a:pt x="1681" y="3"/>
                </a:lnTo>
                <a:lnTo>
                  <a:pt x="1712" y="11"/>
                </a:lnTo>
                <a:lnTo>
                  <a:pt x="1742" y="23"/>
                </a:lnTo>
                <a:lnTo>
                  <a:pt x="1773" y="38"/>
                </a:lnTo>
                <a:lnTo>
                  <a:pt x="1802" y="55"/>
                </a:lnTo>
                <a:lnTo>
                  <a:pt x="1832" y="73"/>
                </a:lnTo>
                <a:lnTo>
                  <a:pt x="1862" y="89"/>
                </a:lnTo>
                <a:lnTo>
                  <a:pt x="1892" y="105"/>
                </a:lnTo>
                <a:lnTo>
                  <a:pt x="1921" y="117"/>
                </a:lnTo>
                <a:lnTo>
                  <a:pt x="1953" y="125"/>
                </a:lnTo>
                <a:lnTo>
                  <a:pt x="1984" y="129"/>
                </a:lnTo>
                <a:lnTo>
                  <a:pt x="2017" y="129"/>
                </a:lnTo>
                <a:lnTo>
                  <a:pt x="2051" y="127"/>
                </a:lnTo>
                <a:lnTo>
                  <a:pt x="2085" y="123"/>
                </a:lnTo>
                <a:lnTo>
                  <a:pt x="2119" y="118"/>
                </a:lnTo>
                <a:lnTo>
                  <a:pt x="2153" y="114"/>
                </a:lnTo>
                <a:lnTo>
                  <a:pt x="2187" y="111"/>
                </a:lnTo>
                <a:lnTo>
                  <a:pt x="2219" y="112"/>
                </a:lnTo>
                <a:lnTo>
                  <a:pt x="2250" y="116"/>
                </a:lnTo>
                <a:lnTo>
                  <a:pt x="2280" y="125"/>
                </a:lnTo>
                <a:lnTo>
                  <a:pt x="2305" y="138"/>
                </a:lnTo>
                <a:lnTo>
                  <a:pt x="2329" y="155"/>
                </a:lnTo>
                <a:lnTo>
                  <a:pt x="2350" y="175"/>
                </a:lnTo>
                <a:lnTo>
                  <a:pt x="2371" y="198"/>
                </a:lnTo>
                <a:lnTo>
                  <a:pt x="2390" y="222"/>
                </a:lnTo>
                <a:lnTo>
                  <a:pt x="2409" y="247"/>
                </a:lnTo>
                <a:lnTo>
                  <a:pt x="2428" y="272"/>
                </a:lnTo>
                <a:lnTo>
                  <a:pt x="2447" y="296"/>
                </a:lnTo>
                <a:lnTo>
                  <a:pt x="2467" y="319"/>
                </a:lnTo>
                <a:lnTo>
                  <a:pt x="2490" y="339"/>
                </a:lnTo>
                <a:lnTo>
                  <a:pt x="2512" y="357"/>
                </a:lnTo>
                <a:lnTo>
                  <a:pt x="2537" y="371"/>
                </a:lnTo>
                <a:lnTo>
                  <a:pt x="2564" y="383"/>
                </a:lnTo>
                <a:lnTo>
                  <a:pt x="2593" y="393"/>
                </a:lnTo>
                <a:lnTo>
                  <a:pt x="2623" y="402"/>
                </a:lnTo>
                <a:lnTo>
                  <a:pt x="2653" y="410"/>
                </a:lnTo>
                <a:lnTo>
                  <a:pt x="2684" y="418"/>
                </a:lnTo>
                <a:lnTo>
                  <a:pt x="2713" y="427"/>
                </a:lnTo>
                <a:lnTo>
                  <a:pt x="2742" y="437"/>
                </a:lnTo>
                <a:lnTo>
                  <a:pt x="2769" y="449"/>
                </a:lnTo>
                <a:lnTo>
                  <a:pt x="2793" y="464"/>
                </a:lnTo>
                <a:lnTo>
                  <a:pt x="2815" y="482"/>
                </a:lnTo>
                <a:lnTo>
                  <a:pt x="2833" y="504"/>
                </a:lnTo>
                <a:lnTo>
                  <a:pt x="2848" y="528"/>
                </a:lnTo>
                <a:lnTo>
                  <a:pt x="2860" y="555"/>
                </a:lnTo>
                <a:lnTo>
                  <a:pt x="2870" y="584"/>
                </a:lnTo>
                <a:lnTo>
                  <a:pt x="2879" y="613"/>
                </a:lnTo>
                <a:lnTo>
                  <a:pt x="2887" y="644"/>
                </a:lnTo>
                <a:lnTo>
                  <a:pt x="2895" y="674"/>
                </a:lnTo>
                <a:lnTo>
                  <a:pt x="2904" y="704"/>
                </a:lnTo>
                <a:lnTo>
                  <a:pt x="2914" y="733"/>
                </a:lnTo>
                <a:lnTo>
                  <a:pt x="2926" y="760"/>
                </a:lnTo>
                <a:lnTo>
                  <a:pt x="2940" y="785"/>
                </a:lnTo>
                <a:lnTo>
                  <a:pt x="2958" y="807"/>
                </a:lnTo>
                <a:lnTo>
                  <a:pt x="2978" y="830"/>
                </a:lnTo>
                <a:lnTo>
                  <a:pt x="3001" y="850"/>
                </a:lnTo>
                <a:lnTo>
                  <a:pt x="3025" y="869"/>
                </a:lnTo>
                <a:lnTo>
                  <a:pt x="3051" y="888"/>
                </a:lnTo>
                <a:lnTo>
                  <a:pt x="3076" y="907"/>
                </a:lnTo>
                <a:lnTo>
                  <a:pt x="3100" y="926"/>
                </a:lnTo>
                <a:lnTo>
                  <a:pt x="3123" y="947"/>
                </a:lnTo>
                <a:lnTo>
                  <a:pt x="3143" y="968"/>
                </a:lnTo>
                <a:lnTo>
                  <a:pt x="3160" y="992"/>
                </a:lnTo>
                <a:lnTo>
                  <a:pt x="3173" y="1017"/>
                </a:lnTo>
                <a:lnTo>
                  <a:pt x="3182" y="1047"/>
                </a:lnTo>
                <a:lnTo>
                  <a:pt x="3186" y="1078"/>
                </a:lnTo>
                <a:lnTo>
                  <a:pt x="3187" y="1110"/>
                </a:lnTo>
                <a:lnTo>
                  <a:pt x="3184" y="1144"/>
                </a:lnTo>
                <a:lnTo>
                  <a:pt x="3180" y="1178"/>
                </a:lnTo>
                <a:lnTo>
                  <a:pt x="3175" y="1212"/>
                </a:lnTo>
                <a:lnTo>
                  <a:pt x="3171" y="1246"/>
                </a:lnTo>
                <a:lnTo>
                  <a:pt x="3169" y="1280"/>
                </a:lnTo>
                <a:lnTo>
                  <a:pt x="3169" y="1313"/>
                </a:lnTo>
                <a:lnTo>
                  <a:pt x="3173" y="1344"/>
                </a:lnTo>
                <a:lnTo>
                  <a:pt x="3181" y="1375"/>
                </a:lnTo>
                <a:lnTo>
                  <a:pt x="3193" y="1404"/>
                </a:lnTo>
                <a:lnTo>
                  <a:pt x="3209" y="1434"/>
                </a:lnTo>
                <a:lnTo>
                  <a:pt x="3225" y="1464"/>
                </a:lnTo>
                <a:lnTo>
                  <a:pt x="3243" y="1494"/>
                </a:lnTo>
                <a:lnTo>
                  <a:pt x="3260" y="1523"/>
                </a:lnTo>
                <a:lnTo>
                  <a:pt x="3275" y="1554"/>
                </a:lnTo>
                <a:lnTo>
                  <a:pt x="3287" y="1584"/>
                </a:lnTo>
                <a:lnTo>
                  <a:pt x="3295" y="1615"/>
                </a:lnTo>
                <a:lnTo>
                  <a:pt x="3298" y="1647"/>
                </a:lnTo>
                <a:lnTo>
                  <a:pt x="3295" y="1679"/>
                </a:lnTo>
                <a:lnTo>
                  <a:pt x="3287" y="1710"/>
                </a:lnTo>
                <a:lnTo>
                  <a:pt x="3275" y="1740"/>
                </a:lnTo>
                <a:lnTo>
                  <a:pt x="3260" y="1771"/>
                </a:lnTo>
                <a:lnTo>
                  <a:pt x="3243" y="1800"/>
                </a:lnTo>
                <a:lnTo>
                  <a:pt x="3225" y="1830"/>
                </a:lnTo>
                <a:lnTo>
                  <a:pt x="3209" y="1860"/>
                </a:lnTo>
                <a:lnTo>
                  <a:pt x="3193" y="1890"/>
                </a:lnTo>
                <a:lnTo>
                  <a:pt x="3181" y="1919"/>
                </a:lnTo>
                <a:lnTo>
                  <a:pt x="3173" y="1950"/>
                </a:lnTo>
                <a:lnTo>
                  <a:pt x="3169" y="1981"/>
                </a:lnTo>
                <a:lnTo>
                  <a:pt x="3169" y="2014"/>
                </a:lnTo>
                <a:lnTo>
                  <a:pt x="3171" y="2048"/>
                </a:lnTo>
                <a:lnTo>
                  <a:pt x="3175" y="2082"/>
                </a:lnTo>
                <a:lnTo>
                  <a:pt x="3180" y="2116"/>
                </a:lnTo>
                <a:lnTo>
                  <a:pt x="3184" y="2150"/>
                </a:lnTo>
                <a:lnTo>
                  <a:pt x="3187" y="2184"/>
                </a:lnTo>
                <a:lnTo>
                  <a:pt x="3186" y="2216"/>
                </a:lnTo>
                <a:lnTo>
                  <a:pt x="3182" y="2247"/>
                </a:lnTo>
                <a:lnTo>
                  <a:pt x="3173" y="2277"/>
                </a:lnTo>
                <a:lnTo>
                  <a:pt x="3160" y="2302"/>
                </a:lnTo>
                <a:lnTo>
                  <a:pt x="3143" y="2326"/>
                </a:lnTo>
                <a:lnTo>
                  <a:pt x="3123" y="2347"/>
                </a:lnTo>
                <a:lnTo>
                  <a:pt x="3100" y="2368"/>
                </a:lnTo>
                <a:lnTo>
                  <a:pt x="3076" y="2387"/>
                </a:lnTo>
                <a:lnTo>
                  <a:pt x="3051" y="2406"/>
                </a:lnTo>
                <a:lnTo>
                  <a:pt x="3025" y="2425"/>
                </a:lnTo>
                <a:lnTo>
                  <a:pt x="3001" y="2444"/>
                </a:lnTo>
                <a:lnTo>
                  <a:pt x="2978" y="2464"/>
                </a:lnTo>
                <a:lnTo>
                  <a:pt x="2958" y="2487"/>
                </a:lnTo>
                <a:lnTo>
                  <a:pt x="2940" y="2509"/>
                </a:lnTo>
                <a:lnTo>
                  <a:pt x="2926" y="2534"/>
                </a:lnTo>
                <a:lnTo>
                  <a:pt x="2914" y="2561"/>
                </a:lnTo>
                <a:lnTo>
                  <a:pt x="2904" y="2590"/>
                </a:lnTo>
                <a:lnTo>
                  <a:pt x="2895" y="2620"/>
                </a:lnTo>
                <a:lnTo>
                  <a:pt x="2887" y="2650"/>
                </a:lnTo>
                <a:lnTo>
                  <a:pt x="2879" y="2681"/>
                </a:lnTo>
                <a:lnTo>
                  <a:pt x="2870" y="2710"/>
                </a:lnTo>
                <a:lnTo>
                  <a:pt x="2860" y="2739"/>
                </a:lnTo>
                <a:lnTo>
                  <a:pt x="2848" y="2766"/>
                </a:lnTo>
                <a:lnTo>
                  <a:pt x="2833" y="2790"/>
                </a:lnTo>
                <a:lnTo>
                  <a:pt x="2815" y="2812"/>
                </a:lnTo>
                <a:lnTo>
                  <a:pt x="2793" y="2830"/>
                </a:lnTo>
                <a:lnTo>
                  <a:pt x="2769" y="2845"/>
                </a:lnTo>
                <a:lnTo>
                  <a:pt x="2742" y="2857"/>
                </a:lnTo>
                <a:lnTo>
                  <a:pt x="2713" y="2867"/>
                </a:lnTo>
                <a:lnTo>
                  <a:pt x="2684" y="2876"/>
                </a:lnTo>
                <a:lnTo>
                  <a:pt x="2653" y="2884"/>
                </a:lnTo>
                <a:lnTo>
                  <a:pt x="2623" y="2892"/>
                </a:lnTo>
                <a:lnTo>
                  <a:pt x="2593" y="2901"/>
                </a:lnTo>
                <a:lnTo>
                  <a:pt x="2564" y="2911"/>
                </a:lnTo>
                <a:lnTo>
                  <a:pt x="2537" y="2923"/>
                </a:lnTo>
                <a:lnTo>
                  <a:pt x="2512" y="2937"/>
                </a:lnTo>
                <a:lnTo>
                  <a:pt x="2490" y="2955"/>
                </a:lnTo>
                <a:lnTo>
                  <a:pt x="2467" y="2975"/>
                </a:lnTo>
                <a:lnTo>
                  <a:pt x="2447" y="2998"/>
                </a:lnTo>
                <a:lnTo>
                  <a:pt x="2428" y="3022"/>
                </a:lnTo>
                <a:lnTo>
                  <a:pt x="2409" y="3047"/>
                </a:lnTo>
                <a:lnTo>
                  <a:pt x="2390" y="3072"/>
                </a:lnTo>
                <a:lnTo>
                  <a:pt x="2371" y="3096"/>
                </a:lnTo>
                <a:lnTo>
                  <a:pt x="2350" y="3119"/>
                </a:lnTo>
                <a:lnTo>
                  <a:pt x="2329" y="3139"/>
                </a:lnTo>
                <a:lnTo>
                  <a:pt x="2305" y="3156"/>
                </a:lnTo>
                <a:lnTo>
                  <a:pt x="2280" y="3169"/>
                </a:lnTo>
                <a:lnTo>
                  <a:pt x="2250" y="3178"/>
                </a:lnTo>
                <a:lnTo>
                  <a:pt x="2219" y="3182"/>
                </a:lnTo>
                <a:lnTo>
                  <a:pt x="2187" y="3183"/>
                </a:lnTo>
                <a:lnTo>
                  <a:pt x="2153" y="3180"/>
                </a:lnTo>
                <a:lnTo>
                  <a:pt x="2119" y="3176"/>
                </a:lnTo>
                <a:lnTo>
                  <a:pt x="2085" y="3171"/>
                </a:lnTo>
                <a:lnTo>
                  <a:pt x="2051" y="3167"/>
                </a:lnTo>
                <a:lnTo>
                  <a:pt x="2017" y="3165"/>
                </a:lnTo>
                <a:lnTo>
                  <a:pt x="1984" y="3165"/>
                </a:lnTo>
                <a:lnTo>
                  <a:pt x="1953" y="3169"/>
                </a:lnTo>
                <a:lnTo>
                  <a:pt x="1921" y="3177"/>
                </a:lnTo>
                <a:lnTo>
                  <a:pt x="1892" y="3189"/>
                </a:lnTo>
                <a:lnTo>
                  <a:pt x="1862" y="3205"/>
                </a:lnTo>
                <a:lnTo>
                  <a:pt x="1832" y="3221"/>
                </a:lnTo>
                <a:lnTo>
                  <a:pt x="1802" y="3239"/>
                </a:lnTo>
                <a:lnTo>
                  <a:pt x="1773" y="3256"/>
                </a:lnTo>
                <a:lnTo>
                  <a:pt x="1742" y="3271"/>
                </a:lnTo>
                <a:lnTo>
                  <a:pt x="1712" y="3283"/>
                </a:lnTo>
                <a:lnTo>
                  <a:pt x="1681" y="3291"/>
                </a:lnTo>
                <a:lnTo>
                  <a:pt x="1649" y="3294"/>
                </a:lnTo>
                <a:lnTo>
                  <a:pt x="1617" y="3291"/>
                </a:lnTo>
                <a:lnTo>
                  <a:pt x="1586" y="3283"/>
                </a:lnTo>
                <a:lnTo>
                  <a:pt x="1556" y="3271"/>
                </a:lnTo>
                <a:lnTo>
                  <a:pt x="1525" y="3256"/>
                </a:lnTo>
                <a:lnTo>
                  <a:pt x="1496" y="3239"/>
                </a:lnTo>
                <a:lnTo>
                  <a:pt x="1466" y="3221"/>
                </a:lnTo>
                <a:lnTo>
                  <a:pt x="1436" y="3205"/>
                </a:lnTo>
                <a:lnTo>
                  <a:pt x="1406" y="3189"/>
                </a:lnTo>
                <a:lnTo>
                  <a:pt x="1376" y="3177"/>
                </a:lnTo>
                <a:lnTo>
                  <a:pt x="1345" y="3169"/>
                </a:lnTo>
                <a:lnTo>
                  <a:pt x="1314" y="3165"/>
                </a:lnTo>
                <a:lnTo>
                  <a:pt x="1281" y="3165"/>
                </a:lnTo>
                <a:lnTo>
                  <a:pt x="1247" y="3167"/>
                </a:lnTo>
                <a:lnTo>
                  <a:pt x="1213" y="3171"/>
                </a:lnTo>
                <a:lnTo>
                  <a:pt x="1179" y="3176"/>
                </a:lnTo>
                <a:lnTo>
                  <a:pt x="1145" y="3180"/>
                </a:lnTo>
                <a:lnTo>
                  <a:pt x="1111" y="3183"/>
                </a:lnTo>
                <a:lnTo>
                  <a:pt x="1079" y="3182"/>
                </a:lnTo>
                <a:lnTo>
                  <a:pt x="1048" y="3178"/>
                </a:lnTo>
                <a:lnTo>
                  <a:pt x="1018" y="3169"/>
                </a:lnTo>
                <a:lnTo>
                  <a:pt x="993" y="3156"/>
                </a:lnTo>
                <a:lnTo>
                  <a:pt x="969" y="3139"/>
                </a:lnTo>
                <a:lnTo>
                  <a:pt x="948" y="3119"/>
                </a:lnTo>
                <a:lnTo>
                  <a:pt x="927" y="3096"/>
                </a:lnTo>
                <a:lnTo>
                  <a:pt x="908" y="3072"/>
                </a:lnTo>
                <a:lnTo>
                  <a:pt x="889" y="3047"/>
                </a:lnTo>
                <a:lnTo>
                  <a:pt x="870" y="3022"/>
                </a:lnTo>
                <a:lnTo>
                  <a:pt x="851" y="2998"/>
                </a:lnTo>
                <a:lnTo>
                  <a:pt x="831" y="2975"/>
                </a:lnTo>
                <a:lnTo>
                  <a:pt x="808" y="2955"/>
                </a:lnTo>
                <a:lnTo>
                  <a:pt x="786" y="2937"/>
                </a:lnTo>
                <a:lnTo>
                  <a:pt x="761" y="2923"/>
                </a:lnTo>
                <a:lnTo>
                  <a:pt x="734" y="2911"/>
                </a:lnTo>
                <a:lnTo>
                  <a:pt x="705" y="2901"/>
                </a:lnTo>
                <a:lnTo>
                  <a:pt x="675" y="2892"/>
                </a:lnTo>
                <a:lnTo>
                  <a:pt x="645" y="2884"/>
                </a:lnTo>
                <a:lnTo>
                  <a:pt x="614" y="2876"/>
                </a:lnTo>
                <a:lnTo>
                  <a:pt x="585" y="2867"/>
                </a:lnTo>
                <a:lnTo>
                  <a:pt x="556" y="2857"/>
                </a:lnTo>
                <a:lnTo>
                  <a:pt x="529" y="2845"/>
                </a:lnTo>
                <a:lnTo>
                  <a:pt x="505" y="2830"/>
                </a:lnTo>
                <a:lnTo>
                  <a:pt x="483" y="2812"/>
                </a:lnTo>
                <a:lnTo>
                  <a:pt x="465" y="2790"/>
                </a:lnTo>
                <a:lnTo>
                  <a:pt x="450" y="2766"/>
                </a:lnTo>
                <a:lnTo>
                  <a:pt x="438" y="2739"/>
                </a:lnTo>
                <a:lnTo>
                  <a:pt x="428" y="2710"/>
                </a:lnTo>
                <a:lnTo>
                  <a:pt x="419" y="2681"/>
                </a:lnTo>
                <a:lnTo>
                  <a:pt x="411" y="2650"/>
                </a:lnTo>
                <a:lnTo>
                  <a:pt x="403" y="2620"/>
                </a:lnTo>
                <a:lnTo>
                  <a:pt x="394" y="2590"/>
                </a:lnTo>
                <a:lnTo>
                  <a:pt x="384" y="2561"/>
                </a:lnTo>
                <a:lnTo>
                  <a:pt x="372" y="2534"/>
                </a:lnTo>
                <a:lnTo>
                  <a:pt x="358" y="2509"/>
                </a:lnTo>
                <a:lnTo>
                  <a:pt x="340" y="2487"/>
                </a:lnTo>
                <a:lnTo>
                  <a:pt x="320" y="2464"/>
                </a:lnTo>
                <a:lnTo>
                  <a:pt x="297" y="2444"/>
                </a:lnTo>
                <a:lnTo>
                  <a:pt x="272" y="2425"/>
                </a:lnTo>
                <a:lnTo>
                  <a:pt x="247" y="2406"/>
                </a:lnTo>
                <a:lnTo>
                  <a:pt x="222" y="2387"/>
                </a:lnTo>
                <a:lnTo>
                  <a:pt x="198" y="2368"/>
                </a:lnTo>
                <a:lnTo>
                  <a:pt x="175" y="2347"/>
                </a:lnTo>
                <a:lnTo>
                  <a:pt x="155" y="2326"/>
                </a:lnTo>
                <a:lnTo>
                  <a:pt x="138" y="2302"/>
                </a:lnTo>
                <a:lnTo>
                  <a:pt x="125" y="2277"/>
                </a:lnTo>
                <a:lnTo>
                  <a:pt x="116" y="2247"/>
                </a:lnTo>
                <a:lnTo>
                  <a:pt x="112" y="2216"/>
                </a:lnTo>
                <a:lnTo>
                  <a:pt x="111" y="2184"/>
                </a:lnTo>
                <a:lnTo>
                  <a:pt x="114" y="2150"/>
                </a:lnTo>
                <a:lnTo>
                  <a:pt x="118" y="2116"/>
                </a:lnTo>
                <a:lnTo>
                  <a:pt x="123" y="2082"/>
                </a:lnTo>
                <a:lnTo>
                  <a:pt x="127" y="2048"/>
                </a:lnTo>
                <a:lnTo>
                  <a:pt x="129" y="2014"/>
                </a:lnTo>
                <a:lnTo>
                  <a:pt x="129" y="1981"/>
                </a:lnTo>
                <a:lnTo>
                  <a:pt x="125" y="1950"/>
                </a:lnTo>
                <a:lnTo>
                  <a:pt x="117" y="1919"/>
                </a:lnTo>
                <a:lnTo>
                  <a:pt x="105" y="1890"/>
                </a:lnTo>
                <a:lnTo>
                  <a:pt x="90" y="1860"/>
                </a:lnTo>
                <a:lnTo>
                  <a:pt x="73" y="1830"/>
                </a:lnTo>
                <a:lnTo>
                  <a:pt x="55" y="1800"/>
                </a:lnTo>
                <a:lnTo>
                  <a:pt x="38" y="1771"/>
                </a:lnTo>
                <a:lnTo>
                  <a:pt x="23" y="1740"/>
                </a:lnTo>
                <a:lnTo>
                  <a:pt x="11" y="1710"/>
                </a:lnTo>
                <a:lnTo>
                  <a:pt x="3" y="1679"/>
                </a:lnTo>
                <a:lnTo>
                  <a:pt x="0" y="1647"/>
                </a:lnTo>
                <a:lnTo>
                  <a:pt x="3" y="1615"/>
                </a:lnTo>
                <a:lnTo>
                  <a:pt x="11" y="1584"/>
                </a:lnTo>
                <a:lnTo>
                  <a:pt x="23" y="1554"/>
                </a:lnTo>
                <a:lnTo>
                  <a:pt x="38" y="1523"/>
                </a:lnTo>
                <a:lnTo>
                  <a:pt x="55" y="1494"/>
                </a:lnTo>
                <a:lnTo>
                  <a:pt x="73" y="1464"/>
                </a:lnTo>
                <a:lnTo>
                  <a:pt x="90" y="1434"/>
                </a:lnTo>
                <a:lnTo>
                  <a:pt x="105" y="1404"/>
                </a:lnTo>
                <a:lnTo>
                  <a:pt x="117" y="1375"/>
                </a:lnTo>
                <a:lnTo>
                  <a:pt x="125" y="1344"/>
                </a:lnTo>
                <a:lnTo>
                  <a:pt x="129" y="1313"/>
                </a:lnTo>
                <a:lnTo>
                  <a:pt x="129" y="1280"/>
                </a:lnTo>
                <a:lnTo>
                  <a:pt x="127" y="1246"/>
                </a:lnTo>
                <a:lnTo>
                  <a:pt x="123" y="1212"/>
                </a:lnTo>
                <a:lnTo>
                  <a:pt x="118" y="1178"/>
                </a:lnTo>
                <a:lnTo>
                  <a:pt x="114" y="1144"/>
                </a:lnTo>
                <a:lnTo>
                  <a:pt x="111" y="1110"/>
                </a:lnTo>
                <a:lnTo>
                  <a:pt x="112" y="1078"/>
                </a:lnTo>
                <a:lnTo>
                  <a:pt x="116" y="1047"/>
                </a:lnTo>
                <a:lnTo>
                  <a:pt x="125" y="1017"/>
                </a:lnTo>
                <a:lnTo>
                  <a:pt x="138" y="992"/>
                </a:lnTo>
                <a:lnTo>
                  <a:pt x="155" y="968"/>
                </a:lnTo>
                <a:lnTo>
                  <a:pt x="175" y="947"/>
                </a:lnTo>
                <a:lnTo>
                  <a:pt x="198" y="926"/>
                </a:lnTo>
                <a:lnTo>
                  <a:pt x="222" y="907"/>
                </a:lnTo>
                <a:lnTo>
                  <a:pt x="247" y="888"/>
                </a:lnTo>
                <a:lnTo>
                  <a:pt x="272" y="869"/>
                </a:lnTo>
                <a:lnTo>
                  <a:pt x="297" y="850"/>
                </a:lnTo>
                <a:lnTo>
                  <a:pt x="320" y="830"/>
                </a:lnTo>
                <a:lnTo>
                  <a:pt x="340" y="807"/>
                </a:lnTo>
                <a:lnTo>
                  <a:pt x="358" y="785"/>
                </a:lnTo>
                <a:lnTo>
                  <a:pt x="372" y="760"/>
                </a:lnTo>
                <a:lnTo>
                  <a:pt x="384" y="733"/>
                </a:lnTo>
                <a:lnTo>
                  <a:pt x="394" y="704"/>
                </a:lnTo>
                <a:lnTo>
                  <a:pt x="403" y="674"/>
                </a:lnTo>
                <a:lnTo>
                  <a:pt x="411" y="644"/>
                </a:lnTo>
                <a:lnTo>
                  <a:pt x="419" y="613"/>
                </a:lnTo>
                <a:lnTo>
                  <a:pt x="428" y="584"/>
                </a:lnTo>
                <a:lnTo>
                  <a:pt x="438" y="555"/>
                </a:lnTo>
                <a:lnTo>
                  <a:pt x="450" y="528"/>
                </a:lnTo>
                <a:lnTo>
                  <a:pt x="465" y="504"/>
                </a:lnTo>
                <a:lnTo>
                  <a:pt x="483" y="482"/>
                </a:lnTo>
                <a:lnTo>
                  <a:pt x="505" y="464"/>
                </a:lnTo>
                <a:lnTo>
                  <a:pt x="529" y="449"/>
                </a:lnTo>
                <a:lnTo>
                  <a:pt x="556" y="437"/>
                </a:lnTo>
                <a:lnTo>
                  <a:pt x="585" y="427"/>
                </a:lnTo>
                <a:lnTo>
                  <a:pt x="614" y="418"/>
                </a:lnTo>
                <a:lnTo>
                  <a:pt x="645" y="410"/>
                </a:lnTo>
                <a:lnTo>
                  <a:pt x="675" y="402"/>
                </a:lnTo>
                <a:lnTo>
                  <a:pt x="705" y="393"/>
                </a:lnTo>
                <a:lnTo>
                  <a:pt x="734" y="383"/>
                </a:lnTo>
                <a:lnTo>
                  <a:pt x="761" y="371"/>
                </a:lnTo>
                <a:lnTo>
                  <a:pt x="786" y="357"/>
                </a:lnTo>
                <a:lnTo>
                  <a:pt x="808" y="339"/>
                </a:lnTo>
                <a:lnTo>
                  <a:pt x="831" y="319"/>
                </a:lnTo>
                <a:lnTo>
                  <a:pt x="851" y="296"/>
                </a:lnTo>
                <a:lnTo>
                  <a:pt x="870" y="272"/>
                </a:lnTo>
                <a:lnTo>
                  <a:pt x="889" y="247"/>
                </a:lnTo>
                <a:lnTo>
                  <a:pt x="908" y="222"/>
                </a:lnTo>
                <a:lnTo>
                  <a:pt x="927" y="198"/>
                </a:lnTo>
                <a:lnTo>
                  <a:pt x="948" y="175"/>
                </a:lnTo>
                <a:lnTo>
                  <a:pt x="969" y="155"/>
                </a:lnTo>
                <a:lnTo>
                  <a:pt x="993" y="138"/>
                </a:lnTo>
                <a:lnTo>
                  <a:pt x="1018" y="125"/>
                </a:lnTo>
                <a:lnTo>
                  <a:pt x="1048" y="116"/>
                </a:lnTo>
                <a:lnTo>
                  <a:pt x="1079" y="112"/>
                </a:lnTo>
                <a:lnTo>
                  <a:pt x="1111" y="111"/>
                </a:lnTo>
                <a:lnTo>
                  <a:pt x="1145" y="114"/>
                </a:lnTo>
                <a:lnTo>
                  <a:pt x="1179" y="118"/>
                </a:lnTo>
                <a:lnTo>
                  <a:pt x="1213" y="123"/>
                </a:lnTo>
                <a:lnTo>
                  <a:pt x="1247" y="127"/>
                </a:lnTo>
                <a:lnTo>
                  <a:pt x="1281" y="129"/>
                </a:lnTo>
                <a:lnTo>
                  <a:pt x="1314" y="129"/>
                </a:lnTo>
                <a:lnTo>
                  <a:pt x="1345" y="125"/>
                </a:lnTo>
                <a:lnTo>
                  <a:pt x="1376" y="117"/>
                </a:lnTo>
                <a:lnTo>
                  <a:pt x="1406" y="105"/>
                </a:lnTo>
                <a:lnTo>
                  <a:pt x="1436" y="89"/>
                </a:lnTo>
                <a:lnTo>
                  <a:pt x="1466" y="73"/>
                </a:lnTo>
                <a:lnTo>
                  <a:pt x="1496" y="55"/>
                </a:lnTo>
                <a:lnTo>
                  <a:pt x="1525" y="38"/>
                </a:lnTo>
                <a:lnTo>
                  <a:pt x="1556" y="23"/>
                </a:lnTo>
                <a:lnTo>
                  <a:pt x="1586" y="11"/>
                </a:lnTo>
                <a:lnTo>
                  <a:pt x="1617" y="3"/>
                </a:lnTo>
                <a:lnTo>
                  <a:pt x="1649" y="0"/>
                </a:lnTo>
                <a:close/>
              </a:path>
            </a:pathLst>
          </a:custGeom>
          <a:solidFill>
            <a:schemeClr val="bg2"/>
          </a:solidFill>
          <a:ln w="0">
            <a:noFill/>
            <a:prstDash val="solid"/>
            <a:round/>
            <a:headEnd/>
            <a:tailEnd/>
          </a:ln>
        </p:spPr>
      </p:sp>
      <p:sp>
        <p:nvSpPr>
          <p:cNvPr id="2" name="Title 1"/>
          <p:cNvSpPr>
            <a:spLocks noGrp="1"/>
          </p:cNvSpPr>
          <p:nvPr>
            <p:ph type="ctrTitle"/>
          </p:nvPr>
        </p:nvSpPr>
        <p:spPr>
          <a:xfrm>
            <a:off x="1078523" y="1098388"/>
            <a:ext cx="10318418" cy="4394988"/>
          </a:xfrm>
        </p:spPr>
        <p:txBody>
          <a:bodyPr anchor="ctr">
            <a:noAutofit/>
          </a:bodyPr>
          <a:lstStyle>
            <a:lvl1pPr algn="ctr">
              <a:defRPr sz="10000" spc="800" baseline="0"/>
            </a:lvl1pPr>
          </a:lstStyle>
          <a:p>
            <a:r>
              <a:rPr lang="en-GB"/>
              <a:t>Click to edit Master title style</a:t>
            </a:r>
            <a:endParaRPr lang="en-US" dirty="0"/>
          </a:p>
        </p:txBody>
      </p:sp>
      <p:sp>
        <p:nvSpPr>
          <p:cNvPr id="3" name="Subtitle 2"/>
          <p:cNvSpPr>
            <a:spLocks noGrp="1"/>
          </p:cNvSpPr>
          <p:nvPr>
            <p:ph type="subTitle" idx="1"/>
          </p:nvPr>
        </p:nvSpPr>
        <p:spPr>
          <a:xfrm>
            <a:off x="2215045" y="5979196"/>
            <a:ext cx="8045373" cy="742279"/>
          </a:xfrm>
        </p:spPr>
        <p:txBody>
          <a:bodyPr anchor="t">
            <a:normAutofit/>
          </a:bodyPr>
          <a:lstStyle>
            <a:lvl1pPr marL="0" indent="0" algn="ctr">
              <a:lnSpc>
                <a:spcPct val="100000"/>
              </a:lnSpc>
              <a:buNone/>
              <a:defRPr sz="2000" b="1" i="0" cap="all" spc="4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a:xfrm>
            <a:off x="1078523" y="6375679"/>
            <a:ext cx="2329722" cy="348462"/>
          </a:xfrm>
        </p:spPr>
        <p:txBody>
          <a:bodyPr/>
          <a:lstStyle>
            <a:lvl1pPr>
              <a:defRPr baseline="0">
                <a:solidFill>
                  <a:schemeClr val="accent1">
                    <a:lumMod val="50000"/>
                  </a:schemeClr>
                </a:solidFill>
              </a:defRPr>
            </a:lvl1pPr>
          </a:lstStyle>
          <a:p>
            <a:fld id="{9334D819-9F07-4261-B09B-9E467E5D9002}" type="datetimeFigureOut">
              <a:rPr lang="en-US" smtClean="0"/>
              <a:pPr/>
              <a:t>8/10/24</a:t>
            </a:fld>
            <a:endParaRPr lang="en-US" dirty="0"/>
          </a:p>
        </p:txBody>
      </p:sp>
      <p:sp>
        <p:nvSpPr>
          <p:cNvPr id="5" name="Footer Placeholder 4"/>
          <p:cNvSpPr>
            <a:spLocks noGrp="1"/>
          </p:cNvSpPr>
          <p:nvPr>
            <p:ph type="ftr" sz="quarter" idx="11"/>
          </p:nvPr>
        </p:nvSpPr>
        <p:spPr>
          <a:xfrm>
            <a:off x="4180332" y="6375679"/>
            <a:ext cx="4114800" cy="345796"/>
          </a:xfrm>
        </p:spPr>
        <p:txBody>
          <a:bodyPr/>
          <a:lstStyle>
            <a:lvl1pPr>
              <a:defRPr baseline="0">
                <a:solidFill>
                  <a:schemeClr val="accent1">
                    <a:lumMod val="50000"/>
                  </a:schemeClr>
                </a:solidFill>
              </a:defRPr>
            </a:lvl1pPr>
          </a:lstStyle>
          <a:p>
            <a:endParaRPr lang="en-US" dirty="0"/>
          </a:p>
        </p:txBody>
      </p:sp>
      <p:sp>
        <p:nvSpPr>
          <p:cNvPr id="6" name="Slide Number Placeholder 5"/>
          <p:cNvSpPr>
            <a:spLocks noGrp="1"/>
          </p:cNvSpPr>
          <p:nvPr>
            <p:ph type="sldNum" sz="quarter" idx="12"/>
          </p:nvPr>
        </p:nvSpPr>
        <p:spPr>
          <a:xfrm>
            <a:off x="9067218" y="6375679"/>
            <a:ext cx="2329723" cy="345796"/>
          </a:xfrm>
        </p:spPr>
        <p:txBody>
          <a:bodyPr/>
          <a:lstStyle>
            <a:lvl1pPr>
              <a:defRPr baseline="0">
                <a:solidFill>
                  <a:schemeClr val="accent1">
                    <a:lumMod val="50000"/>
                  </a:schemeClr>
                </a:solidFill>
              </a:defRPr>
            </a:lvl1pPr>
          </a:lstStyle>
          <a:p>
            <a:fld id="{71766878-3199-4EAB-94E7-2D6D11070E14}" type="slidenum">
              <a:rPr lang="en-US" smtClean="0"/>
              <a:pPr/>
              <a:t>‹#›</a:t>
            </a:fld>
            <a:endParaRPr lang="en-US" dirty="0"/>
          </a:p>
        </p:txBody>
      </p:sp>
      <p:sp>
        <p:nvSpPr>
          <p:cNvPr id="13" name="Rectangle 12" title="left edge border"/>
          <p:cNvSpPr/>
          <p:nvPr/>
        </p:nvSpPr>
        <p:spPr>
          <a:xfrm>
            <a:off x="0" y="0"/>
            <a:ext cx="283464"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6565336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smtClean="0"/>
              <a:t>8/10/24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29195769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3242929" y="1073888"/>
            <a:ext cx="8187071" cy="4064627"/>
          </a:xfrm>
        </p:spPr>
        <p:txBody>
          <a:bodyPr anchor="b">
            <a:normAutofit/>
          </a:bodyPr>
          <a:lstStyle>
            <a:lvl1pPr>
              <a:defRPr sz="8400" spc="800" baseline="0">
                <a:solidFill>
                  <a:schemeClr val="tx2"/>
                </a:solidFill>
              </a:defRPr>
            </a:lvl1pPr>
          </a:lstStyle>
          <a:p>
            <a:r>
              <a:rPr lang="en-GB"/>
              <a:t>Click to edit Master title style</a:t>
            </a:r>
            <a:endParaRPr lang="en-US" dirty="0"/>
          </a:p>
        </p:txBody>
      </p:sp>
      <p:sp>
        <p:nvSpPr>
          <p:cNvPr id="3" name="Text Placeholder 2"/>
          <p:cNvSpPr>
            <a:spLocks noGrp="1"/>
          </p:cNvSpPr>
          <p:nvPr>
            <p:ph type="body" idx="1"/>
          </p:nvPr>
        </p:nvSpPr>
        <p:spPr>
          <a:xfrm>
            <a:off x="3242930" y="5159781"/>
            <a:ext cx="7017488" cy="951135"/>
          </a:xfrm>
        </p:spPr>
        <p:txBody>
          <a:bodyPr>
            <a:normAutofit/>
          </a:bodyPr>
          <a:lstStyle>
            <a:lvl1pPr marL="0" indent="0">
              <a:lnSpc>
                <a:spcPct val="100000"/>
              </a:lnSpc>
              <a:buNone/>
              <a:defRPr sz="2000" b="1" i="0" cap="all" spc="400" baseline="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a:xfrm>
            <a:off x="3236546" y="6375679"/>
            <a:ext cx="1493947" cy="348462"/>
          </a:xfrm>
        </p:spPr>
        <p:txBody>
          <a:bodyPr/>
          <a:lstStyle>
            <a:lvl1pPr>
              <a:defRPr baseline="0">
                <a:solidFill>
                  <a:schemeClr val="tx2"/>
                </a:solidFill>
              </a:defRPr>
            </a:lvl1pPr>
          </a:lstStyle>
          <a:p>
            <a:fld id="{9334D819-9F07-4261-B09B-9E467E5D9002}" type="datetimeFigureOut">
              <a:rPr lang="en-US" smtClean="0"/>
              <a:pPr/>
              <a:t>8/10/24</a:t>
            </a:fld>
            <a:endParaRPr lang="en-US" dirty="0"/>
          </a:p>
        </p:txBody>
      </p:sp>
      <p:sp>
        <p:nvSpPr>
          <p:cNvPr id="5" name="Footer Placeholder 4"/>
          <p:cNvSpPr>
            <a:spLocks noGrp="1"/>
          </p:cNvSpPr>
          <p:nvPr>
            <p:ph type="ftr" sz="quarter" idx="11"/>
          </p:nvPr>
        </p:nvSpPr>
        <p:spPr>
          <a:xfrm>
            <a:off x="5279064" y="6375679"/>
            <a:ext cx="4114800" cy="345796"/>
          </a:xfrm>
        </p:spPr>
        <p:txBody>
          <a:bodyPr/>
          <a:lstStyle>
            <a:lvl1pP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942434" y="6375679"/>
            <a:ext cx="1487566" cy="345796"/>
          </a:xfrm>
        </p:spPr>
        <p:txBody>
          <a:bodyPr/>
          <a:lstStyle>
            <a:lvl1pPr>
              <a:defRPr baseline="0">
                <a:solidFill>
                  <a:schemeClr val="tx2"/>
                </a:solidFill>
              </a:defRPr>
            </a:lvl1pPr>
          </a:lstStyle>
          <a:p>
            <a:fld id="{71766878-3199-4EAB-94E7-2D6D11070E14}" type="slidenum">
              <a:rPr lang="en-US" smtClean="0"/>
              <a:pPr/>
              <a:t>‹#›</a:t>
            </a:fld>
            <a:endParaRPr lang="en-US" dirty="0"/>
          </a:p>
        </p:txBody>
      </p:sp>
      <p:grpSp>
        <p:nvGrpSpPr>
          <p:cNvPr id="7" name="Group 6" title="left scallop shape"/>
          <p:cNvGrpSpPr/>
          <p:nvPr/>
        </p:nvGrpSpPr>
        <p:grpSpPr>
          <a:xfrm>
            <a:off x="0" y="0"/>
            <a:ext cx="2814638" cy="6858000"/>
            <a:chOff x="0" y="0"/>
            <a:chExt cx="2814638" cy="6858000"/>
          </a:xfrm>
        </p:grpSpPr>
        <p:sp>
          <p:nvSpPr>
            <p:cNvPr id="11" name="Freeform 6" title="left scallop shape"/>
            <p:cNvSpPr/>
            <p:nvPr/>
          </p:nvSpPr>
          <p:spPr bwMode="auto">
            <a:xfrm>
              <a:off x="0" y="0"/>
              <a:ext cx="2814638" cy="6858000"/>
            </a:xfrm>
            <a:custGeom>
              <a:avLst/>
              <a:gdLst/>
              <a:ahLst/>
              <a:cxnLst/>
              <a:rect l="0" t="0" r="r" b="b"/>
              <a:pathLst>
                <a:path w="1773" h="4320">
                  <a:moveTo>
                    <a:pt x="0" y="0"/>
                  </a:moveTo>
                  <a:lnTo>
                    <a:pt x="891" y="0"/>
                  </a:lnTo>
                  <a:lnTo>
                    <a:pt x="906" y="56"/>
                  </a:lnTo>
                  <a:lnTo>
                    <a:pt x="921" y="111"/>
                  </a:lnTo>
                  <a:lnTo>
                    <a:pt x="938" y="165"/>
                  </a:lnTo>
                  <a:lnTo>
                    <a:pt x="957" y="217"/>
                  </a:lnTo>
                  <a:lnTo>
                    <a:pt x="980" y="266"/>
                  </a:lnTo>
                  <a:lnTo>
                    <a:pt x="1007" y="312"/>
                  </a:lnTo>
                  <a:lnTo>
                    <a:pt x="1036" y="351"/>
                  </a:lnTo>
                  <a:lnTo>
                    <a:pt x="1069" y="387"/>
                  </a:lnTo>
                  <a:lnTo>
                    <a:pt x="1105" y="422"/>
                  </a:lnTo>
                  <a:lnTo>
                    <a:pt x="1145" y="456"/>
                  </a:lnTo>
                  <a:lnTo>
                    <a:pt x="1185" y="487"/>
                  </a:lnTo>
                  <a:lnTo>
                    <a:pt x="1227" y="520"/>
                  </a:lnTo>
                  <a:lnTo>
                    <a:pt x="1270" y="551"/>
                  </a:lnTo>
                  <a:lnTo>
                    <a:pt x="1311" y="584"/>
                  </a:lnTo>
                  <a:lnTo>
                    <a:pt x="1352" y="617"/>
                  </a:lnTo>
                  <a:lnTo>
                    <a:pt x="1390" y="651"/>
                  </a:lnTo>
                  <a:lnTo>
                    <a:pt x="1425" y="687"/>
                  </a:lnTo>
                  <a:lnTo>
                    <a:pt x="1456" y="725"/>
                  </a:lnTo>
                  <a:lnTo>
                    <a:pt x="1484" y="765"/>
                  </a:lnTo>
                  <a:lnTo>
                    <a:pt x="1505" y="808"/>
                  </a:lnTo>
                  <a:lnTo>
                    <a:pt x="1521" y="856"/>
                  </a:lnTo>
                  <a:lnTo>
                    <a:pt x="1530" y="907"/>
                  </a:lnTo>
                  <a:lnTo>
                    <a:pt x="1534" y="960"/>
                  </a:lnTo>
                  <a:lnTo>
                    <a:pt x="1534" y="1013"/>
                  </a:lnTo>
                  <a:lnTo>
                    <a:pt x="1530" y="1068"/>
                  </a:lnTo>
                  <a:lnTo>
                    <a:pt x="1523" y="1125"/>
                  </a:lnTo>
                  <a:lnTo>
                    <a:pt x="1515" y="1181"/>
                  </a:lnTo>
                  <a:lnTo>
                    <a:pt x="1508" y="1237"/>
                  </a:lnTo>
                  <a:lnTo>
                    <a:pt x="1501" y="1293"/>
                  </a:lnTo>
                  <a:lnTo>
                    <a:pt x="1496" y="1350"/>
                  </a:lnTo>
                  <a:lnTo>
                    <a:pt x="1494" y="1405"/>
                  </a:lnTo>
                  <a:lnTo>
                    <a:pt x="1497" y="1458"/>
                  </a:lnTo>
                  <a:lnTo>
                    <a:pt x="1504" y="1511"/>
                  </a:lnTo>
                  <a:lnTo>
                    <a:pt x="1517" y="1560"/>
                  </a:lnTo>
                  <a:lnTo>
                    <a:pt x="1535" y="1610"/>
                  </a:lnTo>
                  <a:lnTo>
                    <a:pt x="1557" y="1659"/>
                  </a:lnTo>
                  <a:lnTo>
                    <a:pt x="1583" y="1708"/>
                  </a:lnTo>
                  <a:lnTo>
                    <a:pt x="1611" y="1757"/>
                  </a:lnTo>
                  <a:lnTo>
                    <a:pt x="1640" y="1807"/>
                  </a:lnTo>
                  <a:lnTo>
                    <a:pt x="1669" y="1855"/>
                  </a:lnTo>
                  <a:lnTo>
                    <a:pt x="1696" y="1905"/>
                  </a:lnTo>
                  <a:lnTo>
                    <a:pt x="1721" y="1954"/>
                  </a:lnTo>
                  <a:lnTo>
                    <a:pt x="1742" y="2006"/>
                  </a:lnTo>
                  <a:lnTo>
                    <a:pt x="1759" y="2057"/>
                  </a:lnTo>
                  <a:lnTo>
                    <a:pt x="1769" y="2108"/>
                  </a:lnTo>
                  <a:lnTo>
                    <a:pt x="1773" y="2160"/>
                  </a:lnTo>
                  <a:lnTo>
                    <a:pt x="1769" y="2212"/>
                  </a:lnTo>
                  <a:lnTo>
                    <a:pt x="1759" y="2263"/>
                  </a:lnTo>
                  <a:lnTo>
                    <a:pt x="1742" y="2314"/>
                  </a:lnTo>
                  <a:lnTo>
                    <a:pt x="1721" y="2366"/>
                  </a:lnTo>
                  <a:lnTo>
                    <a:pt x="1696" y="2415"/>
                  </a:lnTo>
                  <a:lnTo>
                    <a:pt x="1669" y="2465"/>
                  </a:lnTo>
                  <a:lnTo>
                    <a:pt x="1640" y="2513"/>
                  </a:lnTo>
                  <a:lnTo>
                    <a:pt x="1611" y="2563"/>
                  </a:lnTo>
                  <a:lnTo>
                    <a:pt x="1583" y="2612"/>
                  </a:lnTo>
                  <a:lnTo>
                    <a:pt x="1557" y="2661"/>
                  </a:lnTo>
                  <a:lnTo>
                    <a:pt x="1535" y="2710"/>
                  </a:lnTo>
                  <a:lnTo>
                    <a:pt x="1517" y="2760"/>
                  </a:lnTo>
                  <a:lnTo>
                    <a:pt x="1504" y="2809"/>
                  </a:lnTo>
                  <a:lnTo>
                    <a:pt x="1497" y="2862"/>
                  </a:lnTo>
                  <a:lnTo>
                    <a:pt x="1494" y="2915"/>
                  </a:lnTo>
                  <a:lnTo>
                    <a:pt x="1496" y="2970"/>
                  </a:lnTo>
                  <a:lnTo>
                    <a:pt x="1501" y="3027"/>
                  </a:lnTo>
                  <a:lnTo>
                    <a:pt x="1508" y="3083"/>
                  </a:lnTo>
                  <a:lnTo>
                    <a:pt x="1515" y="3139"/>
                  </a:lnTo>
                  <a:lnTo>
                    <a:pt x="1523" y="3195"/>
                  </a:lnTo>
                  <a:lnTo>
                    <a:pt x="1530" y="3252"/>
                  </a:lnTo>
                  <a:lnTo>
                    <a:pt x="1534" y="3307"/>
                  </a:lnTo>
                  <a:lnTo>
                    <a:pt x="1534" y="3360"/>
                  </a:lnTo>
                  <a:lnTo>
                    <a:pt x="1530" y="3413"/>
                  </a:lnTo>
                  <a:lnTo>
                    <a:pt x="1521" y="3464"/>
                  </a:lnTo>
                  <a:lnTo>
                    <a:pt x="1505" y="3512"/>
                  </a:lnTo>
                  <a:lnTo>
                    <a:pt x="1484" y="3555"/>
                  </a:lnTo>
                  <a:lnTo>
                    <a:pt x="1456" y="3595"/>
                  </a:lnTo>
                  <a:lnTo>
                    <a:pt x="1425" y="3633"/>
                  </a:lnTo>
                  <a:lnTo>
                    <a:pt x="1390" y="3669"/>
                  </a:lnTo>
                  <a:lnTo>
                    <a:pt x="1352" y="3703"/>
                  </a:lnTo>
                  <a:lnTo>
                    <a:pt x="1311" y="3736"/>
                  </a:lnTo>
                  <a:lnTo>
                    <a:pt x="1270" y="3769"/>
                  </a:lnTo>
                  <a:lnTo>
                    <a:pt x="1227" y="3800"/>
                  </a:lnTo>
                  <a:lnTo>
                    <a:pt x="1185" y="3833"/>
                  </a:lnTo>
                  <a:lnTo>
                    <a:pt x="1145" y="3864"/>
                  </a:lnTo>
                  <a:lnTo>
                    <a:pt x="1105" y="3898"/>
                  </a:lnTo>
                  <a:lnTo>
                    <a:pt x="1069" y="3933"/>
                  </a:lnTo>
                  <a:lnTo>
                    <a:pt x="1036" y="3969"/>
                  </a:lnTo>
                  <a:lnTo>
                    <a:pt x="1007" y="4008"/>
                  </a:lnTo>
                  <a:lnTo>
                    <a:pt x="980" y="4054"/>
                  </a:lnTo>
                  <a:lnTo>
                    <a:pt x="957" y="4103"/>
                  </a:lnTo>
                  <a:lnTo>
                    <a:pt x="938" y="4155"/>
                  </a:lnTo>
                  <a:lnTo>
                    <a:pt x="921" y="4209"/>
                  </a:lnTo>
                  <a:lnTo>
                    <a:pt x="906" y="4264"/>
                  </a:lnTo>
                  <a:lnTo>
                    <a:pt x="891" y="4320"/>
                  </a:lnTo>
                  <a:lnTo>
                    <a:pt x="0" y="4320"/>
                  </a:lnTo>
                  <a:lnTo>
                    <a:pt x="0" y="0"/>
                  </a:lnTo>
                  <a:close/>
                </a:path>
              </a:pathLst>
            </a:custGeom>
            <a:solidFill>
              <a:schemeClr val="tx2"/>
            </a:solidFill>
            <a:ln w="0">
              <a:noFill/>
              <a:prstDash val="solid"/>
              <a:round/>
              <a:headEnd/>
              <a:tailEnd/>
            </a:ln>
          </p:spPr>
        </p:sp>
        <p:sp>
          <p:nvSpPr>
            <p:cNvPr id="16" name="Freeform 11" title="left scallop inline"/>
            <p:cNvSpPr/>
            <p:nvPr/>
          </p:nvSpPr>
          <p:spPr bwMode="auto">
            <a:xfrm>
              <a:off x="874382" y="0"/>
              <a:ext cx="1646238" cy="6858000"/>
            </a:xfrm>
            <a:custGeom>
              <a:avLst/>
              <a:gdLst/>
              <a:ahLst/>
              <a:cxnLst/>
              <a:rect l="0" t="0" r="r" b="b"/>
              <a:pathLst>
                <a:path w="1037" h="4320">
                  <a:moveTo>
                    <a:pt x="0" y="0"/>
                  </a:moveTo>
                  <a:lnTo>
                    <a:pt x="171" y="0"/>
                  </a:lnTo>
                  <a:lnTo>
                    <a:pt x="188" y="55"/>
                  </a:lnTo>
                  <a:lnTo>
                    <a:pt x="204" y="110"/>
                  </a:lnTo>
                  <a:lnTo>
                    <a:pt x="220" y="166"/>
                  </a:lnTo>
                  <a:lnTo>
                    <a:pt x="234" y="223"/>
                  </a:lnTo>
                  <a:lnTo>
                    <a:pt x="251" y="278"/>
                  </a:lnTo>
                  <a:lnTo>
                    <a:pt x="269" y="331"/>
                  </a:lnTo>
                  <a:lnTo>
                    <a:pt x="292" y="381"/>
                  </a:lnTo>
                  <a:lnTo>
                    <a:pt x="319" y="427"/>
                  </a:lnTo>
                  <a:lnTo>
                    <a:pt x="349" y="466"/>
                  </a:lnTo>
                  <a:lnTo>
                    <a:pt x="382" y="503"/>
                  </a:lnTo>
                  <a:lnTo>
                    <a:pt x="420" y="537"/>
                  </a:lnTo>
                  <a:lnTo>
                    <a:pt x="460" y="571"/>
                  </a:lnTo>
                  <a:lnTo>
                    <a:pt x="502" y="603"/>
                  </a:lnTo>
                  <a:lnTo>
                    <a:pt x="544" y="635"/>
                  </a:lnTo>
                  <a:lnTo>
                    <a:pt x="587" y="668"/>
                  </a:lnTo>
                  <a:lnTo>
                    <a:pt x="628" y="700"/>
                  </a:lnTo>
                  <a:lnTo>
                    <a:pt x="667" y="734"/>
                  </a:lnTo>
                  <a:lnTo>
                    <a:pt x="703" y="771"/>
                  </a:lnTo>
                  <a:lnTo>
                    <a:pt x="736" y="808"/>
                  </a:lnTo>
                  <a:lnTo>
                    <a:pt x="763" y="848"/>
                  </a:lnTo>
                  <a:lnTo>
                    <a:pt x="786" y="893"/>
                  </a:lnTo>
                  <a:lnTo>
                    <a:pt x="800" y="937"/>
                  </a:lnTo>
                  <a:lnTo>
                    <a:pt x="809" y="986"/>
                  </a:lnTo>
                  <a:lnTo>
                    <a:pt x="813" y="1034"/>
                  </a:lnTo>
                  <a:lnTo>
                    <a:pt x="812" y="1085"/>
                  </a:lnTo>
                  <a:lnTo>
                    <a:pt x="808" y="1136"/>
                  </a:lnTo>
                  <a:lnTo>
                    <a:pt x="803" y="1189"/>
                  </a:lnTo>
                  <a:lnTo>
                    <a:pt x="796" y="1242"/>
                  </a:lnTo>
                  <a:lnTo>
                    <a:pt x="788" y="1295"/>
                  </a:lnTo>
                  <a:lnTo>
                    <a:pt x="782" y="1348"/>
                  </a:lnTo>
                  <a:lnTo>
                    <a:pt x="778" y="1401"/>
                  </a:lnTo>
                  <a:lnTo>
                    <a:pt x="775" y="1452"/>
                  </a:lnTo>
                  <a:lnTo>
                    <a:pt x="778" y="1502"/>
                  </a:lnTo>
                  <a:lnTo>
                    <a:pt x="784" y="1551"/>
                  </a:lnTo>
                  <a:lnTo>
                    <a:pt x="797" y="1602"/>
                  </a:lnTo>
                  <a:lnTo>
                    <a:pt x="817" y="1652"/>
                  </a:lnTo>
                  <a:lnTo>
                    <a:pt x="841" y="1702"/>
                  </a:lnTo>
                  <a:lnTo>
                    <a:pt x="868" y="1752"/>
                  </a:lnTo>
                  <a:lnTo>
                    <a:pt x="896" y="1801"/>
                  </a:lnTo>
                  <a:lnTo>
                    <a:pt x="926" y="1851"/>
                  </a:lnTo>
                  <a:lnTo>
                    <a:pt x="953" y="1901"/>
                  </a:lnTo>
                  <a:lnTo>
                    <a:pt x="980" y="1952"/>
                  </a:lnTo>
                  <a:lnTo>
                    <a:pt x="1003" y="2003"/>
                  </a:lnTo>
                  <a:lnTo>
                    <a:pt x="1021" y="2054"/>
                  </a:lnTo>
                  <a:lnTo>
                    <a:pt x="1031" y="2106"/>
                  </a:lnTo>
                  <a:lnTo>
                    <a:pt x="1037" y="2160"/>
                  </a:lnTo>
                  <a:lnTo>
                    <a:pt x="1031" y="2214"/>
                  </a:lnTo>
                  <a:lnTo>
                    <a:pt x="1021" y="2266"/>
                  </a:lnTo>
                  <a:lnTo>
                    <a:pt x="1003" y="2317"/>
                  </a:lnTo>
                  <a:lnTo>
                    <a:pt x="980" y="2368"/>
                  </a:lnTo>
                  <a:lnTo>
                    <a:pt x="953" y="2419"/>
                  </a:lnTo>
                  <a:lnTo>
                    <a:pt x="926" y="2469"/>
                  </a:lnTo>
                  <a:lnTo>
                    <a:pt x="896" y="2519"/>
                  </a:lnTo>
                  <a:lnTo>
                    <a:pt x="868" y="2568"/>
                  </a:lnTo>
                  <a:lnTo>
                    <a:pt x="841" y="2618"/>
                  </a:lnTo>
                  <a:lnTo>
                    <a:pt x="817" y="2668"/>
                  </a:lnTo>
                  <a:lnTo>
                    <a:pt x="797" y="2718"/>
                  </a:lnTo>
                  <a:lnTo>
                    <a:pt x="784" y="2769"/>
                  </a:lnTo>
                  <a:lnTo>
                    <a:pt x="778" y="2818"/>
                  </a:lnTo>
                  <a:lnTo>
                    <a:pt x="775" y="2868"/>
                  </a:lnTo>
                  <a:lnTo>
                    <a:pt x="778" y="2919"/>
                  </a:lnTo>
                  <a:lnTo>
                    <a:pt x="782" y="2972"/>
                  </a:lnTo>
                  <a:lnTo>
                    <a:pt x="788" y="3025"/>
                  </a:lnTo>
                  <a:lnTo>
                    <a:pt x="796" y="3078"/>
                  </a:lnTo>
                  <a:lnTo>
                    <a:pt x="803" y="3131"/>
                  </a:lnTo>
                  <a:lnTo>
                    <a:pt x="808" y="3184"/>
                  </a:lnTo>
                  <a:lnTo>
                    <a:pt x="812" y="3235"/>
                  </a:lnTo>
                  <a:lnTo>
                    <a:pt x="813" y="3286"/>
                  </a:lnTo>
                  <a:lnTo>
                    <a:pt x="809" y="3334"/>
                  </a:lnTo>
                  <a:lnTo>
                    <a:pt x="800" y="3383"/>
                  </a:lnTo>
                  <a:lnTo>
                    <a:pt x="786" y="3427"/>
                  </a:lnTo>
                  <a:lnTo>
                    <a:pt x="763" y="3472"/>
                  </a:lnTo>
                  <a:lnTo>
                    <a:pt x="736" y="3512"/>
                  </a:lnTo>
                  <a:lnTo>
                    <a:pt x="703" y="3549"/>
                  </a:lnTo>
                  <a:lnTo>
                    <a:pt x="667" y="3586"/>
                  </a:lnTo>
                  <a:lnTo>
                    <a:pt x="628" y="3620"/>
                  </a:lnTo>
                  <a:lnTo>
                    <a:pt x="587" y="3652"/>
                  </a:lnTo>
                  <a:lnTo>
                    <a:pt x="544" y="3685"/>
                  </a:lnTo>
                  <a:lnTo>
                    <a:pt x="502" y="3717"/>
                  </a:lnTo>
                  <a:lnTo>
                    <a:pt x="460" y="3749"/>
                  </a:lnTo>
                  <a:lnTo>
                    <a:pt x="420" y="3783"/>
                  </a:lnTo>
                  <a:lnTo>
                    <a:pt x="382" y="3817"/>
                  </a:lnTo>
                  <a:lnTo>
                    <a:pt x="349" y="3854"/>
                  </a:lnTo>
                  <a:lnTo>
                    <a:pt x="319" y="3893"/>
                  </a:lnTo>
                  <a:lnTo>
                    <a:pt x="292" y="3939"/>
                  </a:lnTo>
                  <a:lnTo>
                    <a:pt x="269" y="3989"/>
                  </a:lnTo>
                  <a:lnTo>
                    <a:pt x="251" y="4042"/>
                  </a:lnTo>
                  <a:lnTo>
                    <a:pt x="234" y="4097"/>
                  </a:lnTo>
                  <a:lnTo>
                    <a:pt x="220" y="4154"/>
                  </a:lnTo>
                  <a:lnTo>
                    <a:pt x="204" y="4210"/>
                  </a:lnTo>
                  <a:lnTo>
                    <a:pt x="188" y="4265"/>
                  </a:lnTo>
                  <a:lnTo>
                    <a:pt x="171" y="4320"/>
                  </a:lnTo>
                  <a:lnTo>
                    <a:pt x="0" y="4320"/>
                  </a:lnTo>
                  <a:lnTo>
                    <a:pt x="17" y="4278"/>
                  </a:lnTo>
                  <a:lnTo>
                    <a:pt x="33" y="4232"/>
                  </a:lnTo>
                  <a:lnTo>
                    <a:pt x="46" y="4183"/>
                  </a:lnTo>
                  <a:lnTo>
                    <a:pt x="60" y="4131"/>
                  </a:lnTo>
                  <a:lnTo>
                    <a:pt x="75" y="4075"/>
                  </a:lnTo>
                  <a:lnTo>
                    <a:pt x="90" y="4019"/>
                  </a:lnTo>
                  <a:lnTo>
                    <a:pt x="109" y="3964"/>
                  </a:lnTo>
                  <a:lnTo>
                    <a:pt x="129" y="3909"/>
                  </a:lnTo>
                  <a:lnTo>
                    <a:pt x="156" y="3855"/>
                  </a:lnTo>
                  <a:lnTo>
                    <a:pt x="186" y="3804"/>
                  </a:lnTo>
                  <a:lnTo>
                    <a:pt x="222" y="3756"/>
                  </a:lnTo>
                  <a:lnTo>
                    <a:pt x="261" y="3713"/>
                  </a:lnTo>
                  <a:lnTo>
                    <a:pt x="303" y="3672"/>
                  </a:lnTo>
                  <a:lnTo>
                    <a:pt x="348" y="3634"/>
                  </a:lnTo>
                  <a:lnTo>
                    <a:pt x="392" y="3599"/>
                  </a:lnTo>
                  <a:lnTo>
                    <a:pt x="438" y="3565"/>
                  </a:lnTo>
                  <a:lnTo>
                    <a:pt x="482" y="3531"/>
                  </a:lnTo>
                  <a:lnTo>
                    <a:pt x="523" y="3499"/>
                  </a:lnTo>
                  <a:lnTo>
                    <a:pt x="561" y="3466"/>
                  </a:lnTo>
                  <a:lnTo>
                    <a:pt x="594" y="3434"/>
                  </a:lnTo>
                  <a:lnTo>
                    <a:pt x="620" y="3400"/>
                  </a:lnTo>
                  <a:lnTo>
                    <a:pt x="638" y="3367"/>
                  </a:lnTo>
                  <a:lnTo>
                    <a:pt x="647" y="3336"/>
                  </a:lnTo>
                  <a:lnTo>
                    <a:pt x="652" y="3302"/>
                  </a:lnTo>
                  <a:lnTo>
                    <a:pt x="654" y="3265"/>
                  </a:lnTo>
                  <a:lnTo>
                    <a:pt x="651" y="3224"/>
                  </a:lnTo>
                  <a:lnTo>
                    <a:pt x="647" y="3181"/>
                  </a:lnTo>
                  <a:lnTo>
                    <a:pt x="642" y="3137"/>
                  </a:lnTo>
                  <a:lnTo>
                    <a:pt x="637" y="3091"/>
                  </a:lnTo>
                  <a:lnTo>
                    <a:pt x="626" y="3021"/>
                  </a:lnTo>
                  <a:lnTo>
                    <a:pt x="620" y="2952"/>
                  </a:lnTo>
                  <a:lnTo>
                    <a:pt x="616" y="2881"/>
                  </a:lnTo>
                  <a:lnTo>
                    <a:pt x="618" y="2809"/>
                  </a:lnTo>
                  <a:lnTo>
                    <a:pt x="628" y="2737"/>
                  </a:lnTo>
                  <a:lnTo>
                    <a:pt x="642" y="2681"/>
                  </a:lnTo>
                  <a:lnTo>
                    <a:pt x="661" y="2626"/>
                  </a:lnTo>
                  <a:lnTo>
                    <a:pt x="685" y="2574"/>
                  </a:lnTo>
                  <a:lnTo>
                    <a:pt x="711" y="2521"/>
                  </a:lnTo>
                  <a:lnTo>
                    <a:pt x="739" y="2472"/>
                  </a:lnTo>
                  <a:lnTo>
                    <a:pt x="767" y="2423"/>
                  </a:lnTo>
                  <a:lnTo>
                    <a:pt x="791" y="2381"/>
                  </a:lnTo>
                  <a:lnTo>
                    <a:pt x="813" y="2342"/>
                  </a:lnTo>
                  <a:lnTo>
                    <a:pt x="834" y="2303"/>
                  </a:lnTo>
                  <a:lnTo>
                    <a:pt x="851" y="2265"/>
                  </a:lnTo>
                  <a:lnTo>
                    <a:pt x="864" y="2228"/>
                  </a:lnTo>
                  <a:lnTo>
                    <a:pt x="873" y="2194"/>
                  </a:lnTo>
                  <a:lnTo>
                    <a:pt x="876" y="2160"/>
                  </a:lnTo>
                  <a:lnTo>
                    <a:pt x="873" y="2126"/>
                  </a:lnTo>
                  <a:lnTo>
                    <a:pt x="864" y="2092"/>
                  </a:lnTo>
                  <a:lnTo>
                    <a:pt x="851" y="2055"/>
                  </a:lnTo>
                  <a:lnTo>
                    <a:pt x="834" y="2017"/>
                  </a:lnTo>
                  <a:lnTo>
                    <a:pt x="813" y="1978"/>
                  </a:lnTo>
                  <a:lnTo>
                    <a:pt x="791" y="1939"/>
                  </a:lnTo>
                  <a:lnTo>
                    <a:pt x="767" y="1897"/>
                  </a:lnTo>
                  <a:lnTo>
                    <a:pt x="739" y="1848"/>
                  </a:lnTo>
                  <a:lnTo>
                    <a:pt x="711" y="1799"/>
                  </a:lnTo>
                  <a:lnTo>
                    <a:pt x="685" y="1746"/>
                  </a:lnTo>
                  <a:lnTo>
                    <a:pt x="661" y="1694"/>
                  </a:lnTo>
                  <a:lnTo>
                    <a:pt x="642" y="1639"/>
                  </a:lnTo>
                  <a:lnTo>
                    <a:pt x="628" y="1583"/>
                  </a:lnTo>
                  <a:lnTo>
                    <a:pt x="618" y="1511"/>
                  </a:lnTo>
                  <a:lnTo>
                    <a:pt x="616" y="1439"/>
                  </a:lnTo>
                  <a:lnTo>
                    <a:pt x="620" y="1368"/>
                  </a:lnTo>
                  <a:lnTo>
                    <a:pt x="626" y="1299"/>
                  </a:lnTo>
                  <a:lnTo>
                    <a:pt x="637" y="1229"/>
                  </a:lnTo>
                  <a:lnTo>
                    <a:pt x="642" y="1183"/>
                  </a:lnTo>
                  <a:lnTo>
                    <a:pt x="647" y="1139"/>
                  </a:lnTo>
                  <a:lnTo>
                    <a:pt x="651" y="1096"/>
                  </a:lnTo>
                  <a:lnTo>
                    <a:pt x="654" y="1055"/>
                  </a:lnTo>
                  <a:lnTo>
                    <a:pt x="652" y="1018"/>
                  </a:lnTo>
                  <a:lnTo>
                    <a:pt x="647" y="984"/>
                  </a:lnTo>
                  <a:lnTo>
                    <a:pt x="638" y="953"/>
                  </a:lnTo>
                  <a:lnTo>
                    <a:pt x="620" y="920"/>
                  </a:lnTo>
                  <a:lnTo>
                    <a:pt x="594" y="886"/>
                  </a:lnTo>
                  <a:lnTo>
                    <a:pt x="561" y="854"/>
                  </a:lnTo>
                  <a:lnTo>
                    <a:pt x="523" y="822"/>
                  </a:lnTo>
                  <a:lnTo>
                    <a:pt x="482" y="789"/>
                  </a:lnTo>
                  <a:lnTo>
                    <a:pt x="438" y="755"/>
                  </a:lnTo>
                  <a:lnTo>
                    <a:pt x="392" y="721"/>
                  </a:lnTo>
                  <a:lnTo>
                    <a:pt x="348" y="686"/>
                  </a:lnTo>
                  <a:lnTo>
                    <a:pt x="303" y="648"/>
                  </a:lnTo>
                  <a:lnTo>
                    <a:pt x="261" y="607"/>
                  </a:lnTo>
                  <a:lnTo>
                    <a:pt x="222" y="564"/>
                  </a:lnTo>
                  <a:lnTo>
                    <a:pt x="186" y="516"/>
                  </a:lnTo>
                  <a:lnTo>
                    <a:pt x="156" y="465"/>
                  </a:lnTo>
                  <a:lnTo>
                    <a:pt x="129" y="411"/>
                  </a:lnTo>
                  <a:lnTo>
                    <a:pt x="109" y="356"/>
                  </a:lnTo>
                  <a:lnTo>
                    <a:pt x="90" y="301"/>
                  </a:lnTo>
                  <a:lnTo>
                    <a:pt x="75" y="245"/>
                  </a:lnTo>
                  <a:lnTo>
                    <a:pt x="60" y="189"/>
                  </a:lnTo>
                  <a:lnTo>
                    <a:pt x="46" y="137"/>
                  </a:lnTo>
                  <a:lnTo>
                    <a:pt x="33" y="88"/>
                  </a:lnTo>
                  <a:lnTo>
                    <a:pt x="17" y="42"/>
                  </a:lnTo>
                  <a:lnTo>
                    <a:pt x="0" y="0"/>
                  </a:lnTo>
                  <a:lnTo>
                    <a:pt x="0" y="0"/>
                  </a:lnTo>
                  <a:close/>
                </a:path>
              </a:pathLst>
            </a:custGeom>
            <a:solidFill>
              <a:schemeClr val="accent1"/>
            </a:solidFill>
            <a:ln w="0">
              <a:noFill/>
              <a:prstDash val="solid"/>
              <a:round/>
              <a:headEnd/>
              <a:tailEnd/>
            </a:ln>
          </p:spPr>
        </p:sp>
      </p:grpSp>
    </p:spTree>
    <p:extLst>
      <p:ext uri="{BB962C8B-B14F-4D97-AF65-F5344CB8AC3E}">
        <p14:creationId xmlns:p14="http://schemas.microsoft.com/office/powerpoint/2010/main" val="3837242260"/>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1257300" y="2286000"/>
            <a:ext cx="4800600" cy="36195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647796" y="2286000"/>
            <a:ext cx="4800600" cy="3619500"/>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9334D819-9F07-4261-B09B-9E467E5D9002}" type="datetimeFigureOut">
              <a:rPr lang="en-US" smtClean="0"/>
              <a:t>8/10/24</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1345837224"/>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252728" y="381000"/>
            <a:ext cx="10172700" cy="1493517"/>
          </a:xfrm>
        </p:spPr>
        <p:txBody>
          <a:bodyPr/>
          <a:lstStyle/>
          <a:p>
            <a:r>
              <a:rPr lang="en-GB"/>
              <a:t>Click to edit Master title style</a:t>
            </a:r>
            <a:endParaRPr lang="en-US" dirty="0"/>
          </a:p>
        </p:txBody>
      </p:sp>
      <p:sp>
        <p:nvSpPr>
          <p:cNvPr id="3" name="Text Placeholder 2"/>
          <p:cNvSpPr>
            <a:spLocks noGrp="1"/>
          </p:cNvSpPr>
          <p:nvPr>
            <p:ph type="body" idx="1"/>
          </p:nvPr>
        </p:nvSpPr>
        <p:spPr>
          <a:xfrm>
            <a:off x="1251678"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1257300" y="2909102"/>
            <a:ext cx="4800600" cy="299639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633864" y="2199633"/>
            <a:ext cx="4800600" cy="632529"/>
          </a:xfrm>
        </p:spPr>
        <p:txBody>
          <a:bodyPr anchor="b">
            <a:noAutofit/>
          </a:bodyPr>
          <a:lstStyle>
            <a:lvl1pPr marL="0" indent="0">
              <a:lnSpc>
                <a:spcPct val="100000"/>
              </a:lnSpc>
              <a:buNone/>
              <a:defRPr sz="1900" b="1" cap="all" spc="200" baseline="0">
                <a:solidFill>
                  <a:schemeClr val="tx2"/>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633864" y="2909102"/>
            <a:ext cx="4800600" cy="299639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9334D819-9F07-4261-B09B-9E467E5D9002}" type="datetimeFigureOut">
              <a:rPr lang="en-US" smtClean="0"/>
              <a:t>8/10/24</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4189234376"/>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9334D819-9F07-4261-B09B-9E467E5D9002}" type="datetimeFigureOut">
              <a:rPr lang="en-US" smtClean="0"/>
              <a:t>8/10/24</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40338900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334D819-9F07-4261-B09B-9E467E5D9002}" type="datetimeFigureOut">
              <a:rPr lang="en-US" smtClean="0"/>
              <a:t>8/10/24</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38856365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17"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2" name="Title 1"/>
          <p:cNvSpPr>
            <a:spLocks noGrp="1"/>
          </p:cNvSpPr>
          <p:nvPr>
            <p:ph type="title"/>
          </p:nvPr>
        </p:nvSpPr>
        <p:spPr>
          <a:xfrm>
            <a:off x="8337884" y="457199"/>
            <a:ext cx="3092115" cy="1196671"/>
          </a:xfrm>
        </p:spPr>
        <p:txBody>
          <a:bodyPr anchor="b">
            <a:normAutofit/>
          </a:bodyPr>
          <a:lstStyle>
            <a:lvl1pPr>
              <a:lnSpc>
                <a:spcPct val="100000"/>
              </a:lnSpc>
              <a:defRPr sz="1900" b="1" i="0" cap="all" spc="300" baseline="0">
                <a:solidFill>
                  <a:schemeClr val="accent1"/>
                </a:solidFill>
                <a:latin typeface="+mn-lt"/>
              </a:defRPr>
            </a:lvl1pPr>
          </a:lstStyle>
          <a:p>
            <a:r>
              <a:rPr lang="en-GB"/>
              <a:t>Click to edit Master title style</a:t>
            </a:r>
            <a:endParaRPr lang="en-US" dirty="0"/>
          </a:p>
        </p:txBody>
      </p:sp>
      <p:sp>
        <p:nvSpPr>
          <p:cNvPr id="3" name="Content Placeholder 2"/>
          <p:cNvSpPr>
            <a:spLocks noGrp="1"/>
          </p:cNvSpPr>
          <p:nvPr>
            <p:ph idx="1"/>
          </p:nvPr>
        </p:nvSpPr>
        <p:spPr>
          <a:xfrm>
            <a:off x="765051" y="920377"/>
            <a:ext cx="6158418" cy="498512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8337885" y="1741336"/>
            <a:ext cx="3092115"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a:xfrm>
            <a:off x="765051" y="6375679"/>
            <a:ext cx="1233355" cy="348462"/>
          </a:xfrm>
        </p:spPr>
        <p:txBody>
          <a:bodyPr/>
          <a:lstStyle/>
          <a:p>
            <a:fld id="{9334D819-9F07-4261-B09B-9E467E5D9002}" type="datetimeFigureOut">
              <a:rPr lang="en-US" smtClean="0"/>
              <a:t>8/10/24</a:t>
            </a:fld>
            <a:endParaRPr lang="en-US" dirty="0"/>
          </a:p>
        </p:txBody>
      </p:sp>
      <p:sp>
        <p:nvSpPr>
          <p:cNvPr id="6" name="Footer Placeholder 5"/>
          <p:cNvSpPr>
            <a:spLocks noGrp="1"/>
          </p:cNvSpPr>
          <p:nvPr>
            <p:ph type="ftr" sz="quarter" idx="11"/>
          </p:nvPr>
        </p:nvSpPr>
        <p:spPr>
          <a:xfrm>
            <a:off x="2103620" y="6375679"/>
            <a:ext cx="3482179" cy="345796"/>
          </a:xfrm>
        </p:spPr>
        <p:txBody>
          <a:bodyPr/>
          <a:lstStyle/>
          <a:p>
            <a:endParaRPr lang="en-US" dirty="0"/>
          </a:p>
        </p:txBody>
      </p:sp>
      <p:sp>
        <p:nvSpPr>
          <p:cNvPr id="7" name="Slide Number Placeholder 6"/>
          <p:cNvSpPr>
            <a:spLocks noGrp="1"/>
          </p:cNvSpPr>
          <p:nvPr>
            <p:ph type="sldNum" sz="quarter" idx="12"/>
          </p:nvPr>
        </p:nvSpPr>
        <p:spPr>
          <a:xfrm>
            <a:off x="5691014" y="6375679"/>
            <a:ext cx="1232456" cy="345796"/>
          </a:xfrm>
        </p:spPr>
        <p:txBody>
          <a:bodyPr/>
          <a:lstStyle/>
          <a:p>
            <a:fld id="{71766878-3199-4EAB-94E7-2D6D11070E14}" type="slidenum">
              <a:rPr lang="en-US" smtClean="0"/>
              <a:t>‹#›</a:t>
            </a:fld>
            <a:endParaRPr lang="en-US" dirty="0"/>
          </a:p>
        </p:txBody>
      </p:sp>
      <p:sp>
        <p:nvSpPr>
          <p:cNvPr id="8" name="Rectangle 7"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823605808"/>
      </p:ext>
    </p:extLst>
  </p:cSld>
  <p:clrMapOvr>
    <a:masterClrMapping/>
  </p:clrMapOvr>
  <p:extLst>
    <p:ext uri="{DCECCB84-F9BA-43D5-87BE-67443E8EF086}">
      <p15:sldGuideLst xmlns:p15="http://schemas.microsoft.com/office/powerpoint/2012/main">
        <p15:guide id="1" orient="horz" pos="69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3" name="Picture Placeholder 2"/>
          <p:cNvSpPr>
            <a:spLocks noGrp="1" noChangeAspect="1"/>
          </p:cNvSpPr>
          <p:nvPr>
            <p:ph type="pic" idx="1"/>
          </p:nvPr>
        </p:nvSpPr>
        <p:spPr>
          <a:xfrm>
            <a:off x="283464" y="0"/>
            <a:ext cx="7355585" cy="685799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11" name="Freeform 11" title="right scallop background shape"/>
          <p:cNvSpPr/>
          <p:nvPr/>
        </p:nvSpPr>
        <p:spPr bwMode="auto">
          <a:xfrm>
            <a:off x="7389812" y="0"/>
            <a:ext cx="4802188" cy="6858000"/>
          </a:xfrm>
          <a:custGeom>
            <a:avLst/>
            <a:gdLst/>
            <a:ahLst/>
            <a:cxnLst/>
            <a:rect l="0" t="0" r="r" b="b"/>
            <a:pathLst>
              <a:path w="3025" h="4320">
                <a:moveTo>
                  <a:pt x="0" y="0"/>
                </a:moveTo>
                <a:lnTo>
                  <a:pt x="3025" y="0"/>
                </a:lnTo>
                <a:lnTo>
                  <a:pt x="3025" y="4320"/>
                </a:lnTo>
                <a:lnTo>
                  <a:pt x="0" y="4320"/>
                </a:lnTo>
                <a:lnTo>
                  <a:pt x="3" y="4278"/>
                </a:lnTo>
                <a:lnTo>
                  <a:pt x="8" y="4243"/>
                </a:lnTo>
                <a:lnTo>
                  <a:pt x="14" y="4210"/>
                </a:lnTo>
                <a:lnTo>
                  <a:pt x="24" y="4183"/>
                </a:lnTo>
                <a:lnTo>
                  <a:pt x="34" y="4156"/>
                </a:lnTo>
                <a:lnTo>
                  <a:pt x="46" y="4133"/>
                </a:lnTo>
                <a:lnTo>
                  <a:pt x="58" y="4109"/>
                </a:lnTo>
                <a:lnTo>
                  <a:pt x="69" y="4087"/>
                </a:lnTo>
                <a:lnTo>
                  <a:pt x="80" y="4062"/>
                </a:lnTo>
                <a:lnTo>
                  <a:pt x="90" y="4036"/>
                </a:lnTo>
                <a:lnTo>
                  <a:pt x="99" y="4007"/>
                </a:lnTo>
                <a:lnTo>
                  <a:pt x="106" y="3976"/>
                </a:lnTo>
                <a:lnTo>
                  <a:pt x="111" y="3938"/>
                </a:lnTo>
                <a:lnTo>
                  <a:pt x="113" y="3895"/>
                </a:lnTo>
                <a:lnTo>
                  <a:pt x="111" y="3851"/>
                </a:lnTo>
                <a:lnTo>
                  <a:pt x="106" y="3815"/>
                </a:lnTo>
                <a:lnTo>
                  <a:pt x="99" y="3782"/>
                </a:lnTo>
                <a:lnTo>
                  <a:pt x="90" y="3752"/>
                </a:lnTo>
                <a:lnTo>
                  <a:pt x="80" y="3726"/>
                </a:lnTo>
                <a:lnTo>
                  <a:pt x="68" y="3702"/>
                </a:lnTo>
                <a:lnTo>
                  <a:pt x="56" y="3679"/>
                </a:lnTo>
                <a:lnTo>
                  <a:pt x="44" y="3655"/>
                </a:lnTo>
                <a:lnTo>
                  <a:pt x="33" y="3630"/>
                </a:lnTo>
                <a:lnTo>
                  <a:pt x="22" y="3604"/>
                </a:lnTo>
                <a:lnTo>
                  <a:pt x="13" y="3575"/>
                </a:lnTo>
                <a:lnTo>
                  <a:pt x="7" y="3542"/>
                </a:lnTo>
                <a:lnTo>
                  <a:pt x="1" y="3504"/>
                </a:lnTo>
                <a:lnTo>
                  <a:pt x="0" y="3461"/>
                </a:lnTo>
                <a:lnTo>
                  <a:pt x="1" y="3418"/>
                </a:lnTo>
                <a:lnTo>
                  <a:pt x="7" y="3380"/>
                </a:lnTo>
                <a:lnTo>
                  <a:pt x="13" y="3347"/>
                </a:lnTo>
                <a:lnTo>
                  <a:pt x="22" y="3319"/>
                </a:lnTo>
                <a:lnTo>
                  <a:pt x="33" y="3292"/>
                </a:lnTo>
                <a:lnTo>
                  <a:pt x="44" y="3267"/>
                </a:lnTo>
                <a:lnTo>
                  <a:pt x="56" y="3244"/>
                </a:lnTo>
                <a:lnTo>
                  <a:pt x="68" y="3222"/>
                </a:lnTo>
                <a:lnTo>
                  <a:pt x="80" y="3197"/>
                </a:lnTo>
                <a:lnTo>
                  <a:pt x="90" y="3171"/>
                </a:lnTo>
                <a:lnTo>
                  <a:pt x="99" y="3142"/>
                </a:lnTo>
                <a:lnTo>
                  <a:pt x="106" y="3109"/>
                </a:lnTo>
                <a:lnTo>
                  <a:pt x="111" y="3071"/>
                </a:lnTo>
                <a:lnTo>
                  <a:pt x="113" y="3028"/>
                </a:lnTo>
                <a:lnTo>
                  <a:pt x="111" y="2985"/>
                </a:lnTo>
                <a:lnTo>
                  <a:pt x="106" y="2947"/>
                </a:lnTo>
                <a:lnTo>
                  <a:pt x="99" y="2914"/>
                </a:lnTo>
                <a:lnTo>
                  <a:pt x="90" y="2885"/>
                </a:lnTo>
                <a:lnTo>
                  <a:pt x="80" y="2858"/>
                </a:lnTo>
                <a:lnTo>
                  <a:pt x="68" y="2834"/>
                </a:lnTo>
                <a:lnTo>
                  <a:pt x="44" y="2787"/>
                </a:lnTo>
                <a:lnTo>
                  <a:pt x="33" y="2763"/>
                </a:lnTo>
                <a:lnTo>
                  <a:pt x="22" y="2736"/>
                </a:lnTo>
                <a:lnTo>
                  <a:pt x="13" y="2707"/>
                </a:lnTo>
                <a:lnTo>
                  <a:pt x="7" y="2674"/>
                </a:lnTo>
                <a:lnTo>
                  <a:pt x="1" y="2637"/>
                </a:lnTo>
                <a:lnTo>
                  <a:pt x="0" y="2593"/>
                </a:lnTo>
                <a:lnTo>
                  <a:pt x="1" y="2550"/>
                </a:lnTo>
                <a:lnTo>
                  <a:pt x="7" y="2512"/>
                </a:lnTo>
                <a:lnTo>
                  <a:pt x="13" y="2479"/>
                </a:lnTo>
                <a:lnTo>
                  <a:pt x="22" y="2451"/>
                </a:lnTo>
                <a:lnTo>
                  <a:pt x="33" y="2424"/>
                </a:lnTo>
                <a:lnTo>
                  <a:pt x="44" y="2401"/>
                </a:lnTo>
                <a:lnTo>
                  <a:pt x="68" y="2354"/>
                </a:lnTo>
                <a:lnTo>
                  <a:pt x="80" y="2329"/>
                </a:lnTo>
                <a:lnTo>
                  <a:pt x="90" y="2303"/>
                </a:lnTo>
                <a:lnTo>
                  <a:pt x="99" y="2274"/>
                </a:lnTo>
                <a:lnTo>
                  <a:pt x="106" y="2241"/>
                </a:lnTo>
                <a:lnTo>
                  <a:pt x="111" y="2203"/>
                </a:lnTo>
                <a:lnTo>
                  <a:pt x="113" y="2159"/>
                </a:lnTo>
                <a:lnTo>
                  <a:pt x="111" y="2117"/>
                </a:lnTo>
                <a:lnTo>
                  <a:pt x="106" y="2079"/>
                </a:lnTo>
                <a:lnTo>
                  <a:pt x="99" y="2046"/>
                </a:lnTo>
                <a:lnTo>
                  <a:pt x="90" y="2017"/>
                </a:lnTo>
                <a:lnTo>
                  <a:pt x="80" y="1991"/>
                </a:lnTo>
                <a:lnTo>
                  <a:pt x="68" y="1966"/>
                </a:lnTo>
                <a:lnTo>
                  <a:pt x="56" y="1943"/>
                </a:lnTo>
                <a:lnTo>
                  <a:pt x="44" y="1919"/>
                </a:lnTo>
                <a:lnTo>
                  <a:pt x="33" y="1896"/>
                </a:lnTo>
                <a:lnTo>
                  <a:pt x="22" y="1869"/>
                </a:lnTo>
                <a:lnTo>
                  <a:pt x="13" y="1841"/>
                </a:lnTo>
                <a:lnTo>
                  <a:pt x="7" y="1807"/>
                </a:lnTo>
                <a:lnTo>
                  <a:pt x="1" y="1770"/>
                </a:lnTo>
                <a:lnTo>
                  <a:pt x="0" y="1727"/>
                </a:lnTo>
                <a:lnTo>
                  <a:pt x="1" y="1683"/>
                </a:lnTo>
                <a:lnTo>
                  <a:pt x="7" y="1646"/>
                </a:lnTo>
                <a:lnTo>
                  <a:pt x="13" y="1613"/>
                </a:lnTo>
                <a:lnTo>
                  <a:pt x="22" y="1583"/>
                </a:lnTo>
                <a:lnTo>
                  <a:pt x="33" y="1557"/>
                </a:lnTo>
                <a:lnTo>
                  <a:pt x="44" y="1533"/>
                </a:lnTo>
                <a:lnTo>
                  <a:pt x="56" y="1509"/>
                </a:lnTo>
                <a:lnTo>
                  <a:pt x="68" y="1486"/>
                </a:lnTo>
                <a:lnTo>
                  <a:pt x="80" y="1461"/>
                </a:lnTo>
                <a:lnTo>
                  <a:pt x="90" y="1435"/>
                </a:lnTo>
                <a:lnTo>
                  <a:pt x="99" y="1406"/>
                </a:lnTo>
                <a:lnTo>
                  <a:pt x="106" y="1373"/>
                </a:lnTo>
                <a:lnTo>
                  <a:pt x="111" y="1335"/>
                </a:lnTo>
                <a:lnTo>
                  <a:pt x="113" y="1292"/>
                </a:lnTo>
                <a:lnTo>
                  <a:pt x="111" y="1249"/>
                </a:lnTo>
                <a:lnTo>
                  <a:pt x="106" y="1211"/>
                </a:lnTo>
                <a:lnTo>
                  <a:pt x="99" y="1178"/>
                </a:lnTo>
                <a:lnTo>
                  <a:pt x="90" y="1149"/>
                </a:lnTo>
                <a:lnTo>
                  <a:pt x="80" y="1123"/>
                </a:lnTo>
                <a:lnTo>
                  <a:pt x="68" y="1098"/>
                </a:lnTo>
                <a:lnTo>
                  <a:pt x="56" y="1076"/>
                </a:lnTo>
                <a:lnTo>
                  <a:pt x="44" y="1053"/>
                </a:lnTo>
                <a:lnTo>
                  <a:pt x="33" y="1028"/>
                </a:lnTo>
                <a:lnTo>
                  <a:pt x="22" y="1001"/>
                </a:lnTo>
                <a:lnTo>
                  <a:pt x="13" y="973"/>
                </a:lnTo>
                <a:lnTo>
                  <a:pt x="7" y="940"/>
                </a:lnTo>
                <a:lnTo>
                  <a:pt x="1" y="902"/>
                </a:lnTo>
                <a:lnTo>
                  <a:pt x="0" y="859"/>
                </a:lnTo>
                <a:lnTo>
                  <a:pt x="1" y="816"/>
                </a:lnTo>
                <a:lnTo>
                  <a:pt x="7" y="778"/>
                </a:lnTo>
                <a:lnTo>
                  <a:pt x="13" y="745"/>
                </a:lnTo>
                <a:lnTo>
                  <a:pt x="22" y="716"/>
                </a:lnTo>
                <a:lnTo>
                  <a:pt x="33" y="690"/>
                </a:lnTo>
                <a:lnTo>
                  <a:pt x="44" y="665"/>
                </a:lnTo>
                <a:lnTo>
                  <a:pt x="56" y="641"/>
                </a:lnTo>
                <a:lnTo>
                  <a:pt x="68" y="618"/>
                </a:lnTo>
                <a:lnTo>
                  <a:pt x="80" y="594"/>
                </a:lnTo>
                <a:lnTo>
                  <a:pt x="90" y="568"/>
                </a:lnTo>
                <a:lnTo>
                  <a:pt x="99" y="538"/>
                </a:lnTo>
                <a:lnTo>
                  <a:pt x="106" y="505"/>
                </a:lnTo>
                <a:lnTo>
                  <a:pt x="111" y="469"/>
                </a:lnTo>
                <a:lnTo>
                  <a:pt x="113" y="424"/>
                </a:lnTo>
                <a:lnTo>
                  <a:pt x="111" y="382"/>
                </a:lnTo>
                <a:lnTo>
                  <a:pt x="106" y="344"/>
                </a:lnTo>
                <a:lnTo>
                  <a:pt x="99" y="313"/>
                </a:lnTo>
                <a:lnTo>
                  <a:pt x="90" y="284"/>
                </a:lnTo>
                <a:lnTo>
                  <a:pt x="80" y="258"/>
                </a:lnTo>
                <a:lnTo>
                  <a:pt x="69" y="233"/>
                </a:lnTo>
                <a:lnTo>
                  <a:pt x="58" y="211"/>
                </a:lnTo>
                <a:lnTo>
                  <a:pt x="46" y="187"/>
                </a:lnTo>
                <a:lnTo>
                  <a:pt x="34" y="164"/>
                </a:lnTo>
                <a:lnTo>
                  <a:pt x="24" y="137"/>
                </a:lnTo>
                <a:lnTo>
                  <a:pt x="14" y="110"/>
                </a:lnTo>
                <a:lnTo>
                  <a:pt x="8" y="77"/>
                </a:lnTo>
                <a:lnTo>
                  <a:pt x="3" y="42"/>
                </a:lnTo>
                <a:lnTo>
                  <a:pt x="0" y="0"/>
                </a:lnTo>
                <a:close/>
              </a:path>
            </a:pathLst>
          </a:custGeom>
          <a:solidFill>
            <a:schemeClr val="tx2"/>
          </a:solidFill>
          <a:ln w="0">
            <a:noFill/>
            <a:prstDash val="solid"/>
            <a:round/>
            <a:headEnd/>
            <a:tailEnd/>
          </a:ln>
        </p:spPr>
      </p:sp>
      <p:sp>
        <p:nvSpPr>
          <p:cNvPr id="12" name="Rectangle 11" title="left edge border"/>
          <p:cNvSpPr/>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8337883" y="457200"/>
            <a:ext cx="3092117" cy="1196670"/>
          </a:xfrm>
        </p:spPr>
        <p:txBody>
          <a:bodyPr anchor="b">
            <a:normAutofit/>
          </a:bodyPr>
          <a:lstStyle>
            <a:lvl1pPr>
              <a:lnSpc>
                <a:spcPct val="100000"/>
              </a:lnSpc>
              <a:defRPr sz="1900" b="1" i="0" spc="300" baseline="0">
                <a:solidFill>
                  <a:schemeClr val="accent1"/>
                </a:solidFill>
                <a:latin typeface="+mn-lt"/>
              </a:defRPr>
            </a:lvl1pPr>
          </a:lstStyle>
          <a:p>
            <a:r>
              <a:rPr lang="en-GB"/>
              <a:t>Click to edit Master title style</a:t>
            </a:r>
            <a:endParaRPr lang="en-US" dirty="0"/>
          </a:p>
        </p:txBody>
      </p:sp>
      <p:sp>
        <p:nvSpPr>
          <p:cNvPr id="4" name="Text Placeholder 3"/>
          <p:cNvSpPr>
            <a:spLocks noGrp="1"/>
          </p:cNvSpPr>
          <p:nvPr>
            <p:ph type="body" sz="half" idx="2"/>
          </p:nvPr>
        </p:nvSpPr>
        <p:spPr>
          <a:xfrm>
            <a:off x="8337883" y="1741336"/>
            <a:ext cx="3092117" cy="4164164"/>
          </a:xfrm>
        </p:spPr>
        <p:txBody>
          <a:bodyPr/>
          <a:lstStyle>
            <a:lvl1pPr marL="0" indent="0">
              <a:lnSpc>
                <a:spcPct val="120000"/>
              </a:lnSpc>
              <a:spcBef>
                <a:spcPts val="1200"/>
              </a:spcBef>
              <a:buNone/>
              <a:defRPr sz="1600" baseline="0">
                <a:solidFill>
                  <a:schemeClr val="bg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a:xfrm>
            <a:off x="765950" y="6375679"/>
            <a:ext cx="1232456" cy="348462"/>
          </a:xfrm>
        </p:spPr>
        <p:txBody>
          <a:bodyPr/>
          <a:lstStyle/>
          <a:p>
            <a:fld id="{9334D819-9F07-4261-B09B-9E467E5D9002}" type="datetimeFigureOut">
              <a:rPr lang="en-US" smtClean="0"/>
              <a:t>8/10/24</a:t>
            </a:fld>
            <a:endParaRPr lang="en-US" dirty="0"/>
          </a:p>
        </p:txBody>
      </p:sp>
      <p:sp>
        <p:nvSpPr>
          <p:cNvPr id="6" name="Footer Placeholder 5"/>
          <p:cNvSpPr>
            <a:spLocks noGrp="1"/>
          </p:cNvSpPr>
          <p:nvPr>
            <p:ph type="ftr" sz="quarter" idx="11"/>
          </p:nvPr>
        </p:nvSpPr>
        <p:spPr>
          <a:xfrm>
            <a:off x="2103621" y="6375679"/>
            <a:ext cx="3482178" cy="345796"/>
          </a:xfrm>
        </p:spPr>
        <p:txBody>
          <a:bodyPr/>
          <a:lstStyle/>
          <a:p>
            <a:endParaRPr lang="en-US" dirty="0"/>
          </a:p>
        </p:txBody>
      </p:sp>
      <p:sp>
        <p:nvSpPr>
          <p:cNvPr id="7" name="Slide Number Placeholder 6"/>
          <p:cNvSpPr>
            <a:spLocks noGrp="1"/>
          </p:cNvSpPr>
          <p:nvPr>
            <p:ph type="sldNum" sz="quarter" idx="12"/>
          </p:nvPr>
        </p:nvSpPr>
        <p:spPr>
          <a:xfrm>
            <a:off x="5687568" y="6375679"/>
            <a:ext cx="1234440" cy="345796"/>
          </a:xfrm>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37811182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smtClean="0"/>
              <a:t>8/10/24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3887317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0066321" y="382386"/>
            <a:ext cx="1492132" cy="5600404"/>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1257300" y="382385"/>
            <a:ext cx="8392585" cy="560040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334D819-9F07-4261-B09B-9E467E5D9002}" type="datetimeFigureOut">
              <a:rPr lang="en-US" smtClean="0"/>
              <a:t>8/10/24</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71766878-3199-4EAB-94E7-2D6D11070E14}" type="slidenum">
              <a:rPr lang="en-US" smtClean="0"/>
              <a:t>‹#›</a:t>
            </a:fld>
            <a:endParaRPr lang="en-US" dirty="0"/>
          </a:p>
        </p:txBody>
      </p:sp>
    </p:spTree>
    <p:extLst>
      <p:ext uri="{BB962C8B-B14F-4D97-AF65-F5344CB8AC3E}">
        <p14:creationId xmlns:p14="http://schemas.microsoft.com/office/powerpoint/2010/main" val="32945036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1678" y="382385"/>
            <a:ext cx="10178322" cy="1492132"/>
          </a:xfrm>
          <a:prstGeom prst="rect">
            <a:avLst/>
          </a:prstGeom>
        </p:spPr>
        <p:txBody>
          <a:bodyPr vert="horz" lIns="91440" tIns="45720" rIns="91440" bIns="45720" rtlCol="0" anchor="t">
            <a:normAutofit/>
          </a:bodyPr>
          <a:lstStyle/>
          <a:p>
            <a:r>
              <a:rPr lang="en-GB"/>
              <a:t>Click to edit Master title style</a:t>
            </a:r>
            <a:endParaRPr lang="en-US" dirty="0"/>
          </a:p>
        </p:txBody>
      </p:sp>
      <p:sp>
        <p:nvSpPr>
          <p:cNvPr id="3" name="Text Placeholder 2"/>
          <p:cNvSpPr>
            <a:spLocks noGrp="1"/>
          </p:cNvSpPr>
          <p:nvPr>
            <p:ph type="body" idx="1"/>
          </p:nvPr>
        </p:nvSpPr>
        <p:spPr>
          <a:xfrm>
            <a:off x="1251678" y="2286001"/>
            <a:ext cx="10178322" cy="3593591"/>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1251678" y="6375679"/>
            <a:ext cx="2329722" cy="348462"/>
          </a:xfrm>
          <a:prstGeom prst="rect">
            <a:avLst/>
          </a:prstGeom>
        </p:spPr>
        <p:txBody>
          <a:bodyPr vert="horz" lIns="91440" tIns="45720" rIns="91440" bIns="45720" rtlCol="0" anchor="ctr"/>
          <a:lstStyle>
            <a:lvl1pPr algn="l">
              <a:defRPr sz="1200">
                <a:solidFill>
                  <a:schemeClr val="tx1">
                    <a:lumMod val="65000"/>
                    <a:lumOff val="35000"/>
                  </a:schemeClr>
                </a:solidFill>
              </a:defRPr>
            </a:lvl1pPr>
          </a:lstStyle>
          <a:p>
            <a:fld id="{9334D819-9F07-4261-B09B-9E467E5D9002}" type="datetimeFigureOut">
              <a:rPr lang="en-US" smtClean="0"/>
              <a:pPr/>
              <a:t>8/10/24</a:t>
            </a:fld>
            <a:endParaRPr lang="en-US" dirty="0"/>
          </a:p>
        </p:txBody>
      </p:sp>
      <p:sp>
        <p:nvSpPr>
          <p:cNvPr id="5" name="Footer Placeholder 4"/>
          <p:cNvSpPr>
            <a:spLocks noGrp="1"/>
          </p:cNvSpPr>
          <p:nvPr>
            <p:ph type="ftr" sz="quarter" idx="3"/>
          </p:nvPr>
        </p:nvSpPr>
        <p:spPr>
          <a:xfrm>
            <a:off x="4038600" y="6375679"/>
            <a:ext cx="4114800" cy="345796"/>
          </a:xfrm>
          <a:prstGeom prst="rect">
            <a:avLst/>
          </a:prstGeom>
        </p:spPr>
        <p:txBody>
          <a:bodyPr vert="horz" lIns="91440" tIns="45720" rIns="91440" bIns="45720" rtlCol="0" anchor="ctr"/>
          <a:lstStyle>
            <a:lvl1pPr algn="ctr">
              <a:defRPr sz="1200">
                <a:solidFill>
                  <a:schemeClr val="tx1">
                    <a:lumMod val="65000"/>
                    <a:lumOff val="35000"/>
                  </a:schemeClr>
                </a:solidFill>
              </a:defRPr>
            </a:lvl1pPr>
          </a:lstStyle>
          <a:p>
            <a:endParaRPr lang="en-US" dirty="0"/>
          </a:p>
        </p:txBody>
      </p:sp>
      <p:sp>
        <p:nvSpPr>
          <p:cNvPr id="6" name="Slide Number Placeholder 5"/>
          <p:cNvSpPr>
            <a:spLocks noGrp="1"/>
          </p:cNvSpPr>
          <p:nvPr>
            <p:ph type="sldNum" sz="quarter" idx="4"/>
          </p:nvPr>
        </p:nvSpPr>
        <p:spPr>
          <a:xfrm>
            <a:off x="8610601" y="6375679"/>
            <a:ext cx="2819399" cy="345796"/>
          </a:xfrm>
          <a:prstGeom prst="rect">
            <a:avLst/>
          </a:prstGeom>
        </p:spPr>
        <p:txBody>
          <a:bodyPr vert="horz" lIns="91440" tIns="45720" rIns="91440" bIns="45720" rtlCol="0" anchor="ctr"/>
          <a:lstStyle>
            <a:lvl1pPr algn="r">
              <a:defRPr sz="1200">
                <a:solidFill>
                  <a:schemeClr val="tx1">
                    <a:lumMod val="65000"/>
                    <a:lumOff val="35000"/>
                  </a:schemeClr>
                </a:solidFill>
              </a:defRPr>
            </a:lvl1pPr>
          </a:lstStyle>
          <a:p>
            <a:fld id="{71766878-3199-4EAB-94E7-2D6D11070E14}" type="slidenum">
              <a:rPr lang="en-US" smtClean="0"/>
              <a:pPr/>
              <a:t>‹#›</a:t>
            </a:fld>
            <a:endParaRPr lang="en-US" dirty="0"/>
          </a:p>
        </p:txBody>
      </p:sp>
      <p:sp>
        <p:nvSpPr>
          <p:cNvPr id="11" name="Freeform 6" title="Left scallop edge"/>
          <p:cNvSpPr/>
          <p:nvPr/>
        </p:nvSpPr>
        <p:spPr bwMode="auto">
          <a:xfrm>
            <a:off x="0" y="0"/>
            <a:ext cx="885825" cy="6858000"/>
          </a:xfrm>
          <a:custGeom>
            <a:avLst/>
            <a:gdLst/>
            <a:ahLst/>
            <a:cxnLst/>
            <a:rect l="0" t="0" r="r" b="b"/>
            <a:pathLst>
              <a:path w="558" h="4320">
                <a:moveTo>
                  <a:pt x="0" y="0"/>
                </a:moveTo>
                <a:lnTo>
                  <a:pt x="447" y="0"/>
                </a:lnTo>
                <a:lnTo>
                  <a:pt x="448" y="43"/>
                </a:lnTo>
                <a:lnTo>
                  <a:pt x="453" y="81"/>
                </a:lnTo>
                <a:lnTo>
                  <a:pt x="460" y="114"/>
                </a:lnTo>
                <a:lnTo>
                  <a:pt x="469" y="143"/>
                </a:lnTo>
                <a:lnTo>
                  <a:pt x="479" y="169"/>
                </a:lnTo>
                <a:lnTo>
                  <a:pt x="491" y="192"/>
                </a:lnTo>
                <a:lnTo>
                  <a:pt x="503" y="216"/>
                </a:lnTo>
                <a:lnTo>
                  <a:pt x="515" y="240"/>
                </a:lnTo>
                <a:lnTo>
                  <a:pt x="525" y="263"/>
                </a:lnTo>
                <a:lnTo>
                  <a:pt x="535" y="289"/>
                </a:lnTo>
                <a:lnTo>
                  <a:pt x="545" y="318"/>
                </a:lnTo>
                <a:lnTo>
                  <a:pt x="552" y="351"/>
                </a:lnTo>
                <a:lnTo>
                  <a:pt x="556" y="389"/>
                </a:lnTo>
                <a:lnTo>
                  <a:pt x="558" y="432"/>
                </a:lnTo>
                <a:lnTo>
                  <a:pt x="556" y="475"/>
                </a:lnTo>
                <a:lnTo>
                  <a:pt x="552" y="513"/>
                </a:lnTo>
                <a:lnTo>
                  <a:pt x="545" y="546"/>
                </a:lnTo>
                <a:lnTo>
                  <a:pt x="535" y="575"/>
                </a:lnTo>
                <a:lnTo>
                  <a:pt x="525" y="601"/>
                </a:lnTo>
                <a:lnTo>
                  <a:pt x="515" y="624"/>
                </a:lnTo>
                <a:lnTo>
                  <a:pt x="503" y="648"/>
                </a:lnTo>
                <a:lnTo>
                  <a:pt x="491" y="672"/>
                </a:lnTo>
                <a:lnTo>
                  <a:pt x="479" y="695"/>
                </a:lnTo>
                <a:lnTo>
                  <a:pt x="469" y="721"/>
                </a:lnTo>
                <a:lnTo>
                  <a:pt x="460" y="750"/>
                </a:lnTo>
                <a:lnTo>
                  <a:pt x="453" y="783"/>
                </a:lnTo>
                <a:lnTo>
                  <a:pt x="448" y="821"/>
                </a:lnTo>
                <a:lnTo>
                  <a:pt x="447" y="864"/>
                </a:lnTo>
                <a:lnTo>
                  <a:pt x="448" y="907"/>
                </a:lnTo>
                <a:lnTo>
                  <a:pt x="453" y="945"/>
                </a:lnTo>
                <a:lnTo>
                  <a:pt x="460" y="978"/>
                </a:lnTo>
                <a:lnTo>
                  <a:pt x="469" y="1007"/>
                </a:lnTo>
                <a:lnTo>
                  <a:pt x="479" y="1033"/>
                </a:lnTo>
                <a:lnTo>
                  <a:pt x="491" y="1056"/>
                </a:lnTo>
                <a:lnTo>
                  <a:pt x="503" y="1080"/>
                </a:lnTo>
                <a:lnTo>
                  <a:pt x="515" y="1104"/>
                </a:lnTo>
                <a:lnTo>
                  <a:pt x="525" y="1127"/>
                </a:lnTo>
                <a:lnTo>
                  <a:pt x="535" y="1153"/>
                </a:lnTo>
                <a:lnTo>
                  <a:pt x="545" y="1182"/>
                </a:lnTo>
                <a:lnTo>
                  <a:pt x="552" y="1215"/>
                </a:lnTo>
                <a:lnTo>
                  <a:pt x="556" y="1253"/>
                </a:lnTo>
                <a:lnTo>
                  <a:pt x="558" y="1296"/>
                </a:lnTo>
                <a:lnTo>
                  <a:pt x="556" y="1339"/>
                </a:lnTo>
                <a:lnTo>
                  <a:pt x="552" y="1377"/>
                </a:lnTo>
                <a:lnTo>
                  <a:pt x="545" y="1410"/>
                </a:lnTo>
                <a:lnTo>
                  <a:pt x="535" y="1439"/>
                </a:lnTo>
                <a:lnTo>
                  <a:pt x="525" y="1465"/>
                </a:lnTo>
                <a:lnTo>
                  <a:pt x="515" y="1488"/>
                </a:lnTo>
                <a:lnTo>
                  <a:pt x="503" y="1512"/>
                </a:lnTo>
                <a:lnTo>
                  <a:pt x="491" y="1536"/>
                </a:lnTo>
                <a:lnTo>
                  <a:pt x="479" y="1559"/>
                </a:lnTo>
                <a:lnTo>
                  <a:pt x="469" y="1585"/>
                </a:lnTo>
                <a:lnTo>
                  <a:pt x="460" y="1614"/>
                </a:lnTo>
                <a:lnTo>
                  <a:pt x="453" y="1647"/>
                </a:lnTo>
                <a:lnTo>
                  <a:pt x="448" y="1685"/>
                </a:lnTo>
                <a:lnTo>
                  <a:pt x="447" y="1728"/>
                </a:lnTo>
                <a:lnTo>
                  <a:pt x="448" y="1771"/>
                </a:lnTo>
                <a:lnTo>
                  <a:pt x="453" y="1809"/>
                </a:lnTo>
                <a:lnTo>
                  <a:pt x="460" y="1842"/>
                </a:lnTo>
                <a:lnTo>
                  <a:pt x="469" y="1871"/>
                </a:lnTo>
                <a:lnTo>
                  <a:pt x="479" y="1897"/>
                </a:lnTo>
                <a:lnTo>
                  <a:pt x="491" y="1920"/>
                </a:lnTo>
                <a:lnTo>
                  <a:pt x="503" y="1944"/>
                </a:lnTo>
                <a:lnTo>
                  <a:pt x="515" y="1968"/>
                </a:lnTo>
                <a:lnTo>
                  <a:pt x="525" y="1991"/>
                </a:lnTo>
                <a:lnTo>
                  <a:pt x="535" y="2017"/>
                </a:lnTo>
                <a:lnTo>
                  <a:pt x="545" y="2046"/>
                </a:lnTo>
                <a:lnTo>
                  <a:pt x="552" y="2079"/>
                </a:lnTo>
                <a:lnTo>
                  <a:pt x="556" y="2117"/>
                </a:lnTo>
                <a:lnTo>
                  <a:pt x="558" y="2159"/>
                </a:lnTo>
                <a:lnTo>
                  <a:pt x="556" y="2203"/>
                </a:lnTo>
                <a:lnTo>
                  <a:pt x="552" y="2241"/>
                </a:lnTo>
                <a:lnTo>
                  <a:pt x="545" y="2274"/>
                </a:lnTo>
                <a:lnTo>
                  <a:pt x="535" y="2303"/>
                </a:lnTo>
                <a:lnTo>
                  <a:pt x="525" y="2329"/>
                </a:lnTo>
                <a:lnTo>
                  <a:pt x="515" y="2352"/>
                </a:lnTo>
                <a:lnTo>
                  <a:pt x="503" y="2376"/>
                </a:lnTo>
                <a:lnTo>
                  <a:pt x="491" y="2400"/>
                </a:lnTo>
                <a:lnTo>
                  <a:pt x="479" y="2423"/>
                </a:lnTo>
                <a:lnTo>
                  <a:pt x="469" y="2449"/>
                </a:lnTo>
                <a:lnTo>
                  <a:pt x="460" y="2478"/>
                </a:lnTo>
                <a:lnTo>
                  <a:pt x="453" y="2511"/>
                </a:lnTo>
                <a:lnTo>
                  <a:pt x="448" y="2549"/>
                </a:lnTo>
                <a:lnTo>
                  <a:pt x="447" y="2592"/>
                </a:lnTo>
                <a:lnTo>
                  <a:pt x="448" y="2635"/>
                </a:lnTo>
                <a:lnTo>
                  <a:pt x="453" y="2673"/>
                </a:lnTo>
                <a:lnTo>
                  <a:pt x="460" y="2706"/>
                </a:lnTo>
                <a:lnTo>
                  <a:pt x="469" y="2735"/>
                </a:lnTo>
                <a:lnTo>
                  <a:pt x="479" y="2761"/>
                </a:lnTo>
                <a:lnTo>
                  <a:pt x="491" y="2784"/>
                </a:lnTo>
                <a:lnTo>
                  <a:pt x="515" y="2832"/>
                </a:lnTo>
                <a:lnTo>
                  <a:pt x="525" y="2855"/>
                </a:lnTo>
                <a:lnTo>
                  <a:pt x="535" y="2881"/>
                </a:lnTo>
                <a:lnTo>
                  <a:pt x="545" y="2910"/>
                </a:lnTo>
                <a:lnTo>
                  <a:pt x="552" y="2943"/>
                </a:lnTo>
                <a:lnTo>
                  <a:pt x="556" y="2981"/>
                </a:lnTo>
                <a:lnTo>
                  <a:pt x="558" y="3024"/>
                </a:lnTo>
                <a:lnTo>
                  <a:pt x="556" y="3067"/>
                </a:lnTo>
                <a:lnTo>
                  <a:pt x="552" y="3105"/>
                </a:lnTo>
                <a:lnTo>
                  <a:pt x="545" y="3138"/>
                </a:lnTo>
                <a:lnTo>
                  <a:pt x="535" y="3167"/>
                </a:lnTo>
                <a:lnTo>
                  <a:pt x="525" y="3193"/>
                </a:lnTo>
                <a:lnTo>
                  <a:pt x="515" y="3216"/>
                </a:lnTo>
                <a:lnTo>
                  <a:pt x="503" y="3240"/>
                </a:lnTo>
                <a:lnTo>
                  <a:pt x="491" y="3264"/>
                </a:lnTo>
                <a:lnTo>
                  <a:pt x="479" y="3287"/>
                </a:lnTo>
                <a:lnTo>
                  <a:pt x="469" y="3313"/>
                </a:lnTo>
                <a:lnTo>
                  <a:pt x="460" y="3342"/>
                </a:lnTo>
                <a:lnTo>
                  <a:pt x="453" y="3375"/>
                </a:lnTo>
                <a:lnTo>
                  <a:pt x="448" y="3413"/>
                </a:lnTo>
                <a:lnTo>
                  <a:pt x="447" y="3456"/>
                </a:lnTo>
                <a:lnTo>
                  <a:pt x="448" y="3499"/>
                </a:lnTo>
                <a:lnTo>
                  <a:pt x="453" y="3537"/>
                </a:lnTo>
                <a:lnTo>
                  <a:pt x="460" y="3570"/>
                </a:lnTo>
                <a:lnTo>
                  <a:pt x="469" y="3599"/>
                </a:lnTo>
                <a:lnTo>
                  <a:pt x="479" y="3625"/>
                </a:lnTo>
                <a:lnTo>
                  <a:pt x="491" y="3648"/>
                </a:lnTo>
                <a:lnTo>
                  <a:pt x="503" y="3672"/>
                </a:lnTo>
                <a:lnTo>
                  <a:pt x="515" y="3696"/>
                </a:lnTo>
                <a:lnTo>
                  <a:pt x="525" y="3719"/>
                </a:lnTo>
                <a:lnTo>
                  <a:pt x="535" y="3745"/>
                </a:lnTo>
                <a:lnTo>
                  <a:pt x="545" y="3774"/>
                </a:lnTo>
                <a:lnTo>
                  <a:pt x="552" y="3807"/>
                </a:lnTo>
                <a:lnTo>
                  <a:pt x="556" y="3845"/>
                </a:lnTo>
                <a:lnTo>
                  <a:pt x="558" y="3888"/>
                </a:lnTo>
                <a:lnTo>
                  <a:pt x="556" y="3931"/>
                </a:lnTo>
                <a:lnTo>
                  <a:pt x="552" y="3969"/>
                </a:lnTo>
                <a:lnTo>
                  <a:pt x="545" y="4002"/>
                </a:lnTo>
                <a:lnTo>
                  <a:pt x="535" y="4031"/>
                </a:lnTo>
                <a:lnTo>
                  <a:pt x="525" y="4057"/>
                </a:lnTo>
                <a:lnTo>
                  <a:pt x="515" y="4080"/>
                </a:lnTo>
                <a:lnTo>
                  <a:pt x="503" y="4104"/>
                </a:lnTo>
                <a:lnTo>
                  <a:pt x="491" y="4128"/>
                </a:lnTo>
                <a:lnTo>
                  <a:pt x="479" y="4151"/>
                </a:lnTo>
                <a:lnTo>
                  <a:pt x="469" y="4177"/>
                </a:lnTo>
                <a:lnTo>
                  <a:pt x="460" y="4206"/>
                </a:lnTo>
                <a:lnTo>
                  <a:pt x="453" y="4239"/>
                </a:lnTo>
                <a:lnTo>
                  <a:pt x="448" y="4277"/>
                </a:lnTo>
                <a:lnTo>
                  <a:pt x="447" y="4320"/>
                </a:lnTo>
                <a:lnTo>
                  <a:pt x="0" y="4320"/>
                </a:lnTo>
                <a:lnTo>
                  <a:pt x="0" y="0"/>
                </a:lnTo>
                <a:close/>
              </a:path>
            </a:pathLst>
          </a:custGeom>
          <a:solidFill>
            <a:schemeClr val="tx2"/>
          </a:solidFill>
          <a:ln w="0">
            <a:noFill/>
            <a:prstDash val="solid"/>
            <a:round/>
            <a:headEnd/>
            <a:tailEnd/>
          </a:ln>
        </p:spPr>
      </p:sp>
      <p:sp>
        <p:nvSpPr>
          <p:cNvPr id="12" name="Rectangle 11" title="right edge border"/>
          <p:cNvSpPr/>
          <p:nvPr/>
        </p:nvSpPr>
        <p:spPr>
          <a:xfrm>
            <a:off x="11908536"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63453192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5100" kern="1200" cap="all" spc="200" baseline="0">
          <a:solidFill>
            <a:schemeClr val="tx2"/>
          </a:solidFill>
          <a:latin typeface="+mj-lt"/>
          <a:ea typeface="+mj-ea"/>
          <a:cs typeface="+mj-cs"/>
        </a:defRPr>
      </a:lvl1pPr>
    </p:titleStyle>
    <p:bodyStyle>
      <a:lvl1pPr marL="228600" indent="-228600" algn="l" defTabSz="914400" rtl="0" eaLnBrk="1" latinLnBrk="0" hangingPunct="1">
        <a:lnSpc>
          <a:spcPct val="110000"/>
        </a:lnSpc>
        <a:spcBef>
          <a:spcPts val="700"/>
        </a:spcBef>
        <a:buClr>
          <a:schemeClr val="tx2"/>
        </a:buClr>
        <a:buFont typeface="Arial" panose="020B0604020202020204" pitchFamily="34" charset="0"/>
        <a:buChar char="•"/>
        <a:defRPr sz="2000" kern="1200">
          <a:solidFill>
            <a:schemeClr val="tx1">
              <a:lumMod val="65000"/>
              <a:lumOff val="35000"/>
            </a:schemeClr>
          </a:solidFill>
          <a:latin typeface="+mn-lt"/>
          <a:ea typeface="+mn-ea"/>
          <a:cs typeface="+mn-cs"/>
        </a:defRPr>
      </a:lvl1pPr>
      <a:lvl2pPr marL="685800" indent="-228600" algn="l" defTabSz="914400" rtl="0" eaLnBrk="1" latinLnBrk="0" hangingPunct="1">
        <a:lnSpc>
          <a:spcPct val="110000"/>
        </a:lnSpc>
        <a:spcBef>
          <a:spcPts val="700"/>
        </a:spcBef>
        <a:buClr>
          <a:schemeClr val="tx2"/>
        </a:buClr>
        <a:buFont typeface="Gill Sans MT" panose="020B0502020104020203" pitchFamily="34" charset="0"/>
        <a:buChar char="–"/>
        <a:defRPr sz="1800" kern="1200">
          <a:solidFill>
            <a:schemeClr val="tx1">
              <a:lumMod val="65000"/>
              <a:lumOff val="35000"/>
            </a:schemeClr>
          </a:solidFill>
          <a:latin typeface="+mn-lt"/>
          <a:ea typeface="+mn-ea"/>
          <a:cs typeface="+mn-cs"/>
        </a:defRPr>
      </a:lvl2pPr>
      <a:lvl3pPr marL="1143000" indent="-228600" algn="l" defTabSz="914400" rtl="0" eaLnBrk="1" latinLnBrk="0" hangingPunct="1">
        <a:lnSpc>
          <a:spcPct val="110000"/>
        </a:lnSpc>
        <a:spcBef>
          <a:spcPts val="700"/>
        </a:spcBef>
        <a:buClr>
          <a:schemeClr val="tx2"/>
        </a:buClr>
        <a:buFont typeface="Arial" panose="020B0604020202020204" pitchFamily="34" charset="0"/>
        <a:buChar char="•"/>
        <a:defRPr sz="1600" kern="1200">
          <a:solidFill>
            <a:schemeClr val="tx1">
              <a:lumMod val="65000"/>
              <a:lumOff val="35000"/>
            </a:schemeClr>
          </a:solidFill>
          <a:latin typeface="+mn-lt"/>
          <a:ea typeface="+mn-ea"/>
          <a:cs typeface="+mn-cs"/>
        </a:defRPr>
      </a:lvl3pPr>
      <a:lvl4pPr marL="16002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4pPr>
      <a:lvl5pPr marL="20574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a:solidFill>
            <a:schemeClr val="tx1">
              <a:lumMod val="65000"/>
              <a:lumOff val="35000"/>
            </a:schemeClr>
          </a:solidFill>
          <a:latin typeface="+mn-lt"/>
          <a:ea typeface="+mn-ea"/>
          <a:cs typeface="+mn-cs"/>
        </a:defRPr>
      </a:lvl6pPr>
      <a:lvl7pPr marL="29718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a:solidFill>
            <a:schemeClr val="tx1">
              <a:lumMod val="65000"/>
              <a:lumOff val="35000"/>
            </a:schemeClr>
          </a:solidFill>
          <a:latin typeface="+mn-lt"/>
          <a:ea typeface="+mn-ea"/>
          <a:cs typeface="+mn-cs"/>
        </a:defRPr>
      </a:lvl7pPr>
      <a:lvl8pPr marL="3429000" indent="-228600" algn="l" defTabSz="914400" rtl="0" eaLnBrk="1" latinLnBrk="0" hangingPunct="1">
        <a:lnSpc>
          <a:spcPct val="110000"/>
        </a:lnSpc>
        <a:spcBef>
          <a:spcPts val="700"/>
        </a:spcBef>
        <a:buClr>
          <a:schemeClr val="tx2"/>
        </a:buClr>
        <a:buFont typeface="Gill Sans MT" panose="020B0502020104020203" pitchFamily="34" charset="0"/>
        <a:buChar char="–"/>
        <a:defRPr sz="1400" kern="1200" baseline="0">
          <a:solidFill>
            <a:schemeClr val="tx1">
              <a:lumMod val="65000"/>
              <a:lumOff val="35000"/>
            </a:schemeClr>
          </a:solidFill>
          <a:latin typeface="+mn-lt"/>
          <a:ea typeface="+mn-ea"/>
          <a:cs typeface="+mn-cs"/>
        </a:defRPr>
      </a:lvl8pPr>
      <a:lvl9pPr marL="3886200" indent="-228600" algn="l" defTabSz="914400" rtl="0" eaLnBrk="1" latinLnBrk="0" hangingPunct="1">
        <a:lnSpc>
          <a:spcPct val="110000"/>
        </a:lnSpc>
        <a:spcBef>
          <a:spcPts val="700"/>
        </a:spcBef>
        <a:buClr>
          <a:schemeClr val="tx2"/>
        </a:buClr>
        <a:buFont typeface="Arial" panose="020B0604020202020204" pitchFamily="34" charset="0"/>
        <a:buChar char="•"/>
        <a:defRPr sz="1400" kern="1200" baseline="0">
          <a:solidFill>
            <a:schemeClr val="tx1">
              <a:lumMod val="65000"/>
              <a:lumOff val="3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792">
          <p15:clr>
            <a:srgbClr val="F26B43"/>
          </p15:clr>
        </p15:guide>
        <p15:guide id="2" pos="7200">
          <p15:clr>
            <a:srgbClr val="F26B43"/>
          </p15:clr>
        </p15:guide>
        <p15:guide id="3" orient="horz" pos="4008">
          <p15:clr>
            <a:srgbClr val="F26B43"/>
          </p15:clr>
        </p15:guide>
        <p15:guide id="4" orient="horz" pos="1440">
          <p15:clr>
            <a:srgbClr val="F26B43"/>
          </p15:clr>
        </p15:guide>
        <p15:guide id="5" orient="horz" pos="3720">
          <p15:clr>
            <a:srgbClr val="F26B43"/>
          </p15:clr>
        </p15:guide>
        <p15:guide id="6" orient="horz" pos="2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33561D-F301-1D15-EDFA-A26ECE4904C0}"/>
              </a:ext>
            </a:extLst>
          </p:cNvPr>
          <p:cNvSpPr>
            <a:spLocks noGrp="1"/>
          </p:cNvSpPr>
          <p:nvPr>
            <p:ph type="ctrTitle"/>
          </p:nvPr>
        </p:nvSpPr>
        <p:spPr>
          <a:xfrm>
            <a:off x="1078523" y="1807534"/>
            <a:ext cx="10318418" cy="3685841"/>
          </a:xfrm>
        </p:spPr>
        <p:txBody>
          <a:bodyPr/>
          <a:lstStyle/>
          <a:p>
            <a:r>
              <a:rPr lang="en-US" sz="6600" dirty="0">
                <a:latin typeface="Optima" panose="02000503060000020004" pitchFamily="2" charset="0"/>
              </a:rPr>
              <a:t>The Knowledge Argument</a:t>
            </a:r>
            <a:br>
              <a:rPr lang="en-US" sz="6600" dirty="0">
                <a:latin typeface="Optima" panose="02000503060000020004" pitchFamily="2" charset="0"/>
              </a:rPr>
            </a:br>
            <a:endParaRPr lang="en-US" sz="6600" dirty="0">
              <a:latin typeface="Optima" panose="02000503060000020004" pitchFamily="2" charset="0"/>
            </a:endParaRPr>
          </a:p>
        </p:txBody>
      </p:sp>
      <p:sp>
        <p:nvSpPr>
          <p:cNvPr id="3" name="Subtitle 2">
            <a:extLst>
              <a:ext uri="{FF2B5EF4-FFF2-40B4-BE49-F238E27FC236}">
                <a16:creationId xmlns:a16="http://schemas.microsoft.com/office/drawing/2014/main" id="{F1012178-AAA0-ECD2-D3CC-1CB046994003}"/>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2940419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5AA11C-65F7-5B9B-E635-8982021AA295}"/>
              </a:ext>
            </a:extLst>
          </p:cNvPr>
          <p:cNvSpPr>
            <a:spLocks noGrp="1"/>
          </p:cNvSpPr>
          <p:nvPr>
            <p:ph type="title"/>
          </p:nvPr>
        </p:nvSpPr>
        <p:spPr>
          <a:xfrm>
            <a:off x="1251678" y="606055"/>
            <a:ext cx="10178322" cy="1268461"/>
          </a:xfrm>
        </p:spPr>
        <p:txBody>
          <a:bodyPr/>
          <a:lstStyle/>
          <a:p>
            <a:r>
              <a:rPr lang="en-US" dirty="0">
                <a:latin typeface="Avenir Book" panose="02000503020000020003" pitchFamily="2" charset="0"/>
              </a:rPr>
              <a:t>Technical terms </a:t>
            </a:r>
          </a:p>
        </p:txBody>
      </p:sp>
      <p:sp>
        <p:nvSpPr>
          <p:cNvPr id="3" name="Content Placeholder 2">
            <a:extLst>
              <a:ext uri="{FF2B5EF4-FFF2-40B4-BE49-F238E27FC236}">
                <a16:creationId xmlns:a16="http://schemas.microsoft.com/office/drawing/2014/main" id="{73682F55-957A-E128-A394-8473BE4D5307}"/>
              </a:ext>
            </a:extLst>
          </p:cNvPr>
          <p:cNvSpPr>
            <a:spLocks noGrp="1"/>
          </p:cNvSpPr>
          <p:nvPr>
            <p:ph idx="1"/>
          </p:nvPr>
        </p:nvSpPr>
        <p:spPr>
          <a:xfrm>
            <a:off x="1251678" y="1754373"/>
            <a:ext cx="10178322" cy="4593264"/>
          </a:xfrm>
        </p:spPr>
        <p:txBody>
          <a:bodyPr>
            <a:normAutofit lnSpcReduction="10000"/>
          </a:bodyPr>
          <a:lstStyle/>
          <a:p>
            <a:pPr>
              <a:lnSpc>
                <a:spcPct val="150000"/>
              </a:lnSpc>
            </a:pPr>
            <a:r>
              <a:rPr lang="en-US" sz="2400" dirty="0">
                <a:solidFill>
                  <a:srgbClr val="002060"/>
                </a:solidFill>
                <a:latin typeface="Avenir Book" panose="02000503020000020003" pitchFamily="2" charset="0"/>
              </a:rPr>
              <a:t>Epiphenomenalism – In the philosophy of mind, this is the claim that mental experience is a by-product of the brain, with no causal influence on the physical world. </a:t>
            </a:r>
          </a:p>
          <a:p>
            <a:pPr>
              <a:lnSpc>
                <a:spcPct val="150000"/>
              </a:lnSpc>
            </a:pPr>
            <a:endParaRPr lang="en-US" sz="2400" dirty="0">
              <a:latin typeface="Avenir Book" panose="02000503020000020003" pitchFamily="2" charset="0"/>
            </a:endParaRPr>
          </a:p>
          <a:p>
            <a:pPr>
              <a:lnSpc>
                <a:spcPct val="150000"/>
              </a:lnSpc>
            </a:pPr>
            <a:r>
              <a:rPr lang="en-US" sz="2400" dirty="0">
                <a:solidFill>
                  <a:srgbClr val="002060"/>
                </a:solidFill>
                <a:latin typeface="Avenir Book" panose="02000503020000020003" pitchFamily="2" charset="0"/>
              </a:rPr>
              <a:t>Qualia – The intrinsic phenomenological experience of seeing a </a:t>
            </a:r>
            <a:r>
              <a:rPr lang="en-US" sz="2400" dirty="0" err="1">
                <a:solidFill>
                  <a:srgbClr val="002060"/>
                </a:solidFill>
                <a:latin typeface="Avenir Book" panose="02000503020000020003" pitchFamily="2" charset="0"/>
              </a:rPr>
              <a:t>colour</a:t>
            </a:r>
            <a:r>
              <a:rPr lang="en-US" sz="2400" dirty="0">
                <a:solidFill>
                  <a:srgbClr val="002060"/>
                </a:solidFill>
                <a:latin typeface="Avenir Book" panose="02000503020000020003" pitchFamily="2" charset="0"/>
              </a:rPr>
              <a:t> or hearing a sound. The subjective awareness when one senses something. For example, there is a quale of seeing red or smelling coffee. </a:t>
            </a:r>
          </a:p>
          <a:p>
            <a:endParaRPr lang="en-US" sz="2400" dirty="0">
              <a:latin typeface="Optima" panose="02000503060000020004" pitchFamily="2" charset="0"/>
            </a:endParaRPr>
          </a:p>
        </p:txBody>
      </p:sp>
    </p:spTree>
    <p:extLst>
      <p:ext uri="{BB962C8B-B14F-4D97-AF65-F5344CB8AC3E}">
        <p14:creationId xmlns:p14="http://schemas.microsoft.com/office/powerpoint/2010/main" val="180893687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4B04C-90D9-FED5-620A-4FFA8EB042EB}"/>
              </a:ext>
            </a:extLst>
          </p:cNvPr>
          <p:cNvSpPr>
            <a:spLocks noGrp="1"/>
          </p:cNvSpPr>
          <p:nvPr>
            <p:ph type="title"/>
          </p:nvPr>
        </p:nvSpPr>
        <p:spPr>
          <a:xfrm>
            <a:off x="1251678" y="818319"/>
            <a:ext cx="10178322" cy="925420"/>
          </a:xfrm>
        </p:spPr>
        <p:txBody>
          <a:bodyPr/>
          <a:lstStyle/>
          <a:p>
            <a:r>
              <a:rPr lang="en-US" dirty="0">
                <a:latin typeface="Optima" panose="02000503060000020004" pitchFamily="2" charset="0"/>
              </a:rPr>
              <a:t>Thesis</a:t>
            </a:r>
          </a:p>
        </p:txBody>
      </p:sp>
      <p:sp>
        <p:nvSpPr>
          <p:cNvPr id="3" name="Content Placeholder 2">
            <a:extLst>
              <a:ext uri="{FF2B5EF4-FFF2-40B4-BE49-F238E27FC236}">
                <a16:creationId xmlns:a16="http://schemas.microsoft.com/office/drawing/2014/main" id="{E4295F42-9104-328D-5B93-B80E91EEFBC2}"/>
              </a:ext>
            </a:extLst>
          </p:cNvPr>
          <p:cNvSpPr>
            <a:spLocks noGrp="1"/>
          </p:cNvSpPr>
          <p:nvPr>
            <p:ph idx="1"/>
          </p:nvPr>
        </p:nvSpPr>
        <p:spPr>
          <a:xfrm>
            <a:off x="1251678" y="1860698"/>
            <a:ext cx="10178322" cy="4348715"/>
          </a:xfrm>
        </p:spPr>
        <p:txBody>
          <a:bodyPr>
            <a:normAutofit fontScale="92500" lnSpcReduction="10000"/>
          </a:bodyPr>
          <a:lstStyle/>
          <a:p>
            <a:pPr marL="0" indent="0" algn="just">
              <a:lnSpc>
                <a:spcPct val="150000"/>
              </a:lnSpc>
              <a:buNone/>
            </a:pPr>
            <a:r>
              <a:rPr lang="en-US" sz="2800" dirty="0">
                <a:solidFill>
                  <a:srgbClr val="002060"/>
                </a:solidFill>
                <a:latin typeface="Avenir Book" panose="02000503020000020003" pitchFamily="2" charset="0"/>
              </a:rPr>
              <a:t>The knowledge argument developed by Frank Jackson in his paper ‘Epiphenomenal Qualia’ was an argument against physicalism. </a:t>
            </a:r>
          </a:p>
          <a:p>
            <a:pPr marL="0" indent="0" algn="just">
              <a:lnSpc>
                <a:spcPct val="150000"/>
              </a:lnSpc>
              <a:buNone/>
            </a:pPr>
            <a:endParaRPr lang="en-US" sz="2800" dirty="0">
              <a:solidFill>
                <a:srgbClr val="002060"/>
              </a:solidFill>
              <a:latin typeface="Avenir Book" panose="02000503020000020003" pitchFamily="2" charset="0"/>
            </a:endParaRPr>
          </a:p>
          <a:p>
            <a:pPr marL="0" indent="0" algn="just">
              <a:lnSpc>
                <a:spcPct val="150000"/>
              </a:lnSpc>
              <a:buNone/>
            </a:pPr>
            <a:r>
              <a:rPr lang="en-US" sz="2800" dirty="0">
                <a:solidFill>
                  <a:srgbClr val="002060"/>
                </a:solidFill>
                <a:latin typeface="Avenir Book" panose="02000503020000020003" pitchFamily="2" charset="0"/>
              </a:rPr>
              <a:t>At its core, the argument claims that knowing all the physical facts about someone is not knowing everything there is to know about them. This means that </a:t>
            </a:r>
            <a:r>
              <a:rPr lang="en-US" sz="2800" i="1" dirty="0">
                <a:solidFill>
                  <a:srgbClr val="002060"/>
                </a:solidFill>
                <a:latin typeface="Avenir Book" panose="02000503020000020003" pitchFamily="2" charset="0"/>
              </a:rPr>
              <a:t>what there is to be known </a:t>
            </a:r>
            <a:r>
              <a:rPr lang="en-US" sz="2800" dirty="0">
                <a:solidFill>
                  <a:srgbClr val="002060"/>
                </a:solidFill>
                <a:latin typeface="Avenir Book" panose="02000503020000020003" pitchFamily="2" charset="0"/>
              </a:rPr>
              <a:t>cannot be reduced to the realm of the physical. </a:t>
            </a:r>
          </a:p>
        </p:txBody>
      </p:sp>
    </p:spTree>
    <p:extLst>
      <p:ext uri="{BB962C8B-B14F-4D97-AF65-F5344CB8AC3E}">
        <p14:creationId xmlns:p14="http://schemas.microsoft.com/office/powerpoint/2010/main" val="28556367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0" name="Freeform 10">
            <a:extLst>
              <a:ext uri="{FF2B5EF4-FFF2-40B4-BE49-F238E27FC236}">
                <a16:creationId xmlns:a16="http://schemas.microsoft.com/office/drawing/2014/main" id="{AF8F021D-E17C-4692-BC36-88810FC4C8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7569200" cy="6858000"/>
          </a:xfrm>
          <a:custGeom>
            <a:avLst/>
            <a:gdLst>
              <a:gd name="connsiteX0" fmla="*/ 0 w 7569200"/>
              <a:gd name="connsiteY0" fmla="*/ 0 h 6858000"/>
              <a:gd name="connsiteX1" fmla="*/ 7389812 w 7569200"/>
              <a:gd name="connsiteY1" fmla="*/ 0 h 6858000"/>
              <a:gd name="connsiteX2" fmla="*/ 7394575 w 7569200"/>
              <a:gd name="connsiteY2" fmla="*/ 66675 h 6858000"/>
              <a:gd name="connsiteX3" fmla="*/ 7402512 w 7569200"/>
              <a:gd name="connsiteY3" fmla="*/ 122237 h 6858000"/>
              <a:gd name="connsiteX4" fmla="*/ 7412037 w 7569200"/>
              <a:gd name="connsiteY4" fmla="*/ 174625 h 6858000"/>
              <a:gd name="connsiteX5" fmla="*/ 7427912 w 7569200"/>
              <a:gd name="connsiteY5" fmla="*/ 217487 h 6858000"/>
              <a:gd name="connsiteX6" fmla="*/ 7443787 w 7569200"/>
              <a:gd name="connsiteY6" fmla="*/ 260350 h 6858000"/>
              <a:gd name="connsiteX7" fmla="*/ 7462837 w 7569200"/>
              <a:gd name="connsiteY7" fmla="*/ 296862 h 6858000"/>
              <a:gd name="connsiteX8" fmla="*/ 7481887 w 7569200"/>
              <a:gd name="connsiteY8" fmla="*/ 334962 h 6858000"/>
              <a:gd name="connsiteX9" fmla="*/ 7499350 w 7569200"/>
              <a:gd name="connsiteY9" fmla="*/ 369887 h 6858000"/>
              <a:gd name="connsiteX10" fmla="*/ 7516812 w 7569200"/>
              <a:gd name="connsiteY10" fmla="*/ 409575 h 6858000"/>
              <a:gd name="connsiteX11" fmla="*/ 7532687 w 7569200"/>
              <a:gd name="connsiteY11" fmla="*/ 450850 h 6858000"/>
              <a:gd name="connsiteX12" fmla="*/ 7546975 w 7569200"/>
              <a:gd name="connsiteY12" fmla="*/ 496887 h 6858000"/>
              <a:gd name="connsiteX13" fmla="*/ 7558087 w 7569200"/>
              <a:gd name="connsiteY13" fmla="*/ 546100 h 6858000"/>
              <a:gd name="connsiteX14" fmla="*/ 7566025 w 7569200"/>
              <a:gd name="connsiteY14" fmla="*/ 606425 h 6858000"/>
              <a:gd name="connsiteX15" fmla="*/ 7569200 w 7569200"/>
              <a:gd name="connsiteY15" fmla="*/ 673100 h 6858000"/>
              <a:gd name="connsiteX16" fmla="*/ 7566025 w 7569200"/>
              <a:gd name="connsiteY16" fmla="*/ 744537 h 6858000"/>
              <a:gd name="connsiteX17" fmla="*/ 7558087 w 7569200"/>
              <a:gd name="connsiteY17" fmla="*/ 801687 h 6858000"/>
              <a:gd name="connsiteX18" fmla="*/ 7546975 w 7569200"/>
              <a:gd name="connsiteY18" fmla="*/ 854075 h 6858000"/>
              <a:gd name="connsiteX19" fmla="*/ 7532687 w 7569200"/>
              <a:gd name="connsiteY19" fmla="*/ 901700 h 6858000"/>
              <a:gd name="connsiteX20" fmla="*/ 7516812 w 7569200"/>
              <a:gd name="connsiteY20" fmla="*/ 942975 h 6858000"/>
              <a:gd name="connsiteX21" fmla="*/ 7497762 w 7569200"/>
              <a:gd name="connsiteY21" fmla="*/ 981075 h 6858000"/>
              <a:gd name="connsiteX22" fmla="*/ 7478712 w 7569200"/>
              <a:gd name="connsiteY22" fmla="*/ 1017587 h 6858000"/>
              <a:gd name="connsiteX23" fmla="*/ 7459662 w 7569200"/>
              <a:gd name="connsiteY23" fmla="*/ 1055687 h 6858000"/>
              <a:gd name="connsiteX24" fmla="*/ 7442200 w 7569200"/>
              <a:gd name="connsiteY24" fmla="*/ 1095375 h 6858000"/>
              <a:gd name="connsiteX25" fmla="*/ 7424737 w 7569200"/>
              <a:gd name="connsiteY25" fmla="*/ 1136650 h 6858000"/>
              <a:gd name="connsiteX26" fmla="*/ 7410450 w 7569200"/>
              <a:gd name="connsiteY26" fmla="*/ 1182687 h 6858000"/>
              <a:gd name="connsiteX27" fmla="*/ 7400925 w 7569200"/>
              <a:gd name="connsiteY27" fmla="*/ 1235075 h 6858000"/>
              <a:gd name="connsiteX28" fmla="*/ 7391400 w 7569200"/>
              <a:gd name="connsiteY28" fmla="*/ 1295400 h 6858000"/>
              <a:gd name="connsiteX29" fmla="*/ 7389812 w 7569200"/>
              <a:gd name="connsiteY29" fmla="*/ 1363662 h 6858000"/>
              <a:gd name="connsiteX30" fmla="*/ 7391400 w 7569200"/>
              <a:gd name="connsiteY30" fmla="*/ 1431925 h 6858000"/>
              <a:gd name="connsiteX31" fmla="*/ 7400925 w 7569200"/>
              <a:gd name="connsiteY31" fmla="*/ 1492250 h 6858000"/>
              <a:gd name="connsiteX32" fmla="*/ 7410450 w 7569200"/>
              <a:gd name="connsiteY32" fmla="*/ 1544637 h 6858000"/>
              <a:gd name="connsiteX33" fmla="*/ 7424737 w 7569200"/>
              <a:gd name="connsiteY33" fmla="*/ 1589087 h 6858000"/>
              <a:gd name="connsiteX34" fmla="*/ 7442200 w 7569200"/>
              <a:gd name="connsiteY34" fmla="*/ 1631950 h 6858000"/>
              <a:gd name="connsiteX35" fmla="*/ 7459662 w 7569200"/>
              <a:gd name="connsiteY35" fmla="*/ 1671637 h 6858000"/>
              <a:gd name="connsiteX36" fmla="*/ 7478712 w 7569200"/>
              <a:gd name="connsiteY36" fmla="*/ 1708150 h 6858000"/>
              <a:gd name="connsiteX37" fmla="*/ 7497762 w 7569200"/>
              <a:gd name="connsiteY37" fmla="*/ 1743075 h 6858000"/>
              <a:gd name="connsiteX38" fmla="*/ 7516812 w 7569200"/>
              <a:gd name="connsiteY38" fmla="*/ 1782762 h 6858000"/>
              <a:gd name="connsiteX39" fmla="*/ 7532687 w 7569200"/>
              <a:gd name="connsiteY39" fmla="*/ 1824037 h 6858000"/>
              <a:gd name="connsiteX40" fmla="*/ 7546975 w 7569200"/>
              <a:gd name="connsiteY40" fmla="*/ 1870075 h 6858000"/>
              <a:gd name="connsiteX41" fmla="*/ 7558087 w 7569200"/>
              <a:gd name="connsiteY41" fmla="*/ 1922462 h 6858000"/>
              <a:gd name="connsiteX42" fmla="*/ 7566025 w 7569200"/>
              <a:gd name="connsiteY42" fmla="*/ 1982787 h 6858000"/>
              <a:gd name="connsiteX43" fmla="*/ 7569200 w 7569200"/>
              <a:gd name="connsiteY43" fmla="*/ 2051050 h 6858000"/>
              <a:gd name="connsiteX44" fmla="*/ 7566025 w 7569200"/>
              <a:gd name="connsiteY44" fmla="*/ 2119312 h 6858000"/>
              <a:gd name="connsiteX45" fmla="*/ 7558087 w 7569200"/>
              <a:gd name="connsiteY45" fmla="*/ 2179637 h 6858000"/>
              <a:gd name="connsiteX46" fmla="*/ 7546975 w 7569200"/>
              <a:gd name="connsiteY46" fmla="*/ 2232025 h 6858000"/>
              <a:gd name="connsiteX47" fmla="*/ 7532687 w 7569200"/>
              <a:gd name="connsiteY47" fmla="*/ 2278062 h 6858000"/>
              <a:gd name="connsiteX48" fmla="*/ 7516812 w 7569200"/>
              <a:gd name="connsiteY48" fmla="*/ 2319337 h 6858000"/>
              <a:gd name="connsiteX49" fmla="*/ 7497762 w 7569200"/>
              <a:gd name="connsiteY49" fmla="*/ 2359025 h 6858000"/>
              <a:gd name="connsiteX50" fmla="*/ 7478712 w 7569200"/>
              <a:gd name="connsiteY50" fmla="*/ 2395537 h 6858000"/>
              <a:gd name="connsiteX51" fmla="*/ 7459662 w 7569200"/>
              <a:gd name="connsiteY51" fmla="*/ 2433637 h 6858000"/>
              <a:gd name="connsiteX52" fmla="*/ 7442200 w 7569200"/>
              <a:gd name="connsiteY52" fmla="*/ 2471737 h 6858000"/>
              <a:gd name="connsiteX53" fmla="*/ 7424737 w 7569200"/>
              <a:gd name="connsiteY53" fmla="*/ 2513012 h 6858000"/>
              <a:gd name="connsiteX54" fmla="*/ 7410450 w 7569200"/>
              <a:gd name="connsiteY54" fmla="*/ 2560637 h 6858000"/>
              <a:gd name="connsiteX55" fmla="*/ 7400925 w 7569200"/>
              <a:gd name="connsiteY55" fmla="*/ 2613025 h 6858000"/>
              <a:gd name="connsiteX56" fmla="*/ 7391400 w 7569200"/>
              <a:gd name="connsiteY56" fmla="*/ 2671762 h 6858000"/>
              <a:gd name="connsiteX57" fmla="*/ 7389812 w 7569200"/>
              <a:gd name="connsiteY57" fmla="*/ 2741612 h 6858000"/>
              <a:gd name="connsiteX58" fmla="*/ 7391400 w 7569200"/>
              <a:gd name="connsiteY58" fmla="*/ 2809875 h 6858000"/>
              <a:gd name="connsiteX59" fmla="*/ 7400925 w 7569200"/>
              <a:gd name="connsiteY59" fmla="*/ 2868612 h 6858000"/>
              <a:gd name="connsiteX60" fmla="*/ 7410450 w 7569200"/>
              <a:gd name="connsiteY60" fmla="*/ 2922587 h 6858000"/>
              <a:gd name="connsiteX61" fmla="*/ 7424737 w 7569200"/>
              <a:gd name="connsiteY61" fmla="*/ 2967037 h 6858000"/>
              <a:gd name="connsiteX62" fmla="*/ 7442200 w 7569200"/>
              <a:gd name="connsiteY62" fmla="*/ 3009900 h 6858000"/>
              <a:gd name="connsiteX63" fmla="*/ 7459662 w 7569200"/>
              <a:gd name="connsiteY63" fmla="*/ 3046412 h 6858000"/>
              <a:gd name="connsiteX64" fmla="*/ 7478712 w 7569200"/>
              <a:gd name="connsiteY64" fmla="*/ 3084512 h 6858000"/>
              <a:gd name="connsiteX65" fmla="*/ 7497762 w 7569200"/>
              <a:gd name="connsiteY65" fmla="*/ 3121025 h 6858000"/>
              <a:gd name="connsiteX66" fmla="*/ 7516812 w 7569200"/>
              <a:gd name="connsiteY66" fmla="*/ 3160712 h 6858000"/>
              <a:gd name="connsiteX67" fmla="*/ 7532687 w 7569200"/>
              <a:gd name="connsiteY67" fmla="*/ 3201987 h 6858000"/>
              <a:gd name="connsiteX68" fmla="*/ 7546975 w 7569200"/>
              <a:gd name="connsiteY68" fmla="*/ 3248025 h 6858000"/>
              <a:gd name="connsiteX69" fmla="*/ 7558087 w 7569200"/>
              <a:gd name="connsiteY69" fmla="*/ 3300412 h 6858000"/>
              <a:gd name="connsiteX70" fmla="*/ 7566025 w 7569200"/>
              <a:gd name="connsiteY70" fmla="*/ 3360737 h 6858000"/>
              <a:gd name="connsiteX71" fmla="*/ 7569200 w 7569200"/>
              <a:gd name="connsiteY71" fmla="*/ 3427412 h 6858000"/>
              <a:gd name="connsiteX72" fmla="*/ 7566025 w 7569200"/>
              <a:gd name="connsiteY72" fmla="*/ 3497262 h 6858000"/>
              <a:gd name="connsiteX73" fmla="*/ 7558087 w 7569200"/>
              <a:gd name="connsiteY73" fmla="*/ 3557587 h 6858000"/>
              <a:gd name="connsiteX74" fmla="*/ 7546975 w 7569200"/>
              <a:gd name="connsiteY74" fmla="*/ 3609975 h 6858000"/>
              <a:gd name="connsiteX75" fmla="*/ 7532687 w 7569200"/>
              <a:gd name="connsiteY75" fmla="*/ 3656012 h 6858000"/>
              <a:gd name="connsiteX76" fmla="*/ 7516812 w 7569200"/>
              <a:gd name="connsiteY76" fmla="*/ 3697287 h 6858000"/>
              <a:gd name="connsiteX77" fmla="*/ 7497762 w 7569200"/>
              <a:gd name="connsiteY77" fmla="*/ 3736975 h 6858000"/>
              <a:gd name="connsiteX78" fmla="*/ 7459662 w 7569200"/>
              <a:gd name="connsiteY78" fmla="*/ 3811587 h 6858000"/>
              <a:gd name="connsiteX79" fmla="*/ 7442200 w 7569200"/>
              <a:gd name="connsiteY79" fmla="*/ 3848100 h 6858000"/>
              <a:gd name="connsiteX80" fmla="*/ 7424737 w 7569200"/>
              <a:gd name="connsiteY80" fmla="*/ 3890962 h 6858000"/>
              <a:gd name="connsiteX81" fmla="*/ 7410450 w 7569200"/>
              <a:gd name="connsiteY81" fmla="*/ 3935412 h 6858000"/>
              <a:gd name="connsiteX82" fmla="*/ 7400925 w 7569200"/>
              <a:gd name="connsiteY82" fmla="*/ 3987800 h 6858000"/>
              <a:gd name="connsiteX83" fmla="*/ 7391400 w 7569200"/>
              <a:gd name="connsiteY83" fmla="*/ 4048125 h 6858000"/>
              <a:gd name="connsiteX84" fmla="*/ 7389812 w 7569200"/>
              <a:gd name="connsiteY84" fmla="*/ 4116387 h 6858000"/>
              <a:gd name="connsiteX85" fmla="*/ 7391400 w 7569200"/>
              <a:gd name="connsiteY85" fmla="*/ 4186237 h 6858000"/>
              <a:gd name="connsiteX86" fmla="*/ 7400925 w 7569200"/>
              <a:gd name="connsiteY86" fmla="*/ 4244975 h 6858000"/>
              <a:gd name="connsiteX87" fmla="*/ 7410450 w 7569200"/>
              <a:gd name="connsiteY87" fmla="*/ 4297362 h 6858000"/>
              <a:gd name="connsiteX88" fmla="*/ 7424737 w 7569200"/>
              <a:gd name="connsiteY88" fmla="*/ 4343400 h 6858000"/>
              <a:gd name="connsiteX89" fmla="*/ 7442200 w 7569200"/>
              <a:gd name="connsiteY89" fmla="*/ 4386262 h 6858000"/>
              <a:gd name="connsiteX90" fmla="*/ 7459662 w 7569200"/>
              <a:gd name="connsiteY90" fmla="*/ 4424362 h 6858000"/>
              <a:gd name="connsiteX91" fmla="*/ 7497762 w 7569200"/>
              <a:gd name="connsiteY91" fmla="*/ 4498975 h 6858000"/>
              <a:gd name="connsiteX92" fmla="*/ 7516812 w 7569200"/>
              <a:gd name="connsiteY92" fmla="*/ 4537075 h 6858000"/>
              <a:gd name="connsiteX93" fmla="*/ 7532687 w 7569200"/>
              <a:gd name="connsiteY93" fmla="*/ 4579937 h 6858000"/>
              <a:gd name="connsiteX94" fmla="*/ 7546975 w 7569200"/>
              <a:gd name="connsiteY94" fmla="*/ 4625975 h 6858000"/>
              <a:gd name="connsiteX95" fmla="*/ 7558087 w 7569200"/>
              <a:gd name="connsiteY95" fmla="*/ 4678362 h 6858000"/>
              <a:gd name="connsiteX96" fmla="*/ 7566025 w 7569200"/>
              <a:gd name="connsiteY96" fmla="*/ 4738687 h 6858000"/>
              <a:gd name="connsiteX97" fmla="*/ 7569200 w 7569200"/>
              <a:gd name="connsiteY97" fmla="*/ 4806950 h 6858000"/>
              <a:gd name="connsiteX98" fmla="*/ 7566025 w 7569200"/>
              <a:gd name="connsiteY98" fmla="*/ 4875212 h 6858000"/>
              <a:gd name="connsiteX99" fmla="*/ 7558087 w 7569200"/>
              <a:gd name="connsiteY99" fmla="*/ 4935537 h 6858000"/>
              <a:gd name="connsiteX100" fmla="*/ 7546975 w 7569200"/>
              <a:gd name="connsiteY100" fmla="*/ 4987925 h 6858000"/>
              <a:gd name="connsiteX101" fmla="*/ 7532687 w 7569200"/>
              <a:gd name="connsiteY101" fmla="*/ 5033962 h 6858000"/>
              <a:gd name="connsiteX102" fmla="*/ 7516812 w 7569200"/>
              <a:gd name="connsiteY102" fmla="*/ 5075237 h 6858000"/>
              <a:gd name="connsiteX103" fmla="*/ 7497762 w 7569200"/>
              <a:gd name="connsiteY103" fmla="*/ 5114925 h 6858000"/>
              <a:gd name="connsiteX104" fmla="*/ 7478712 w 7569200"/>
              <a:gd name="connsiteY104" fmla="*/ 5149850 h 6858000"/>
              <a:gd name="connsiteX105" fmla="*/ 7459662 w 7569200"/>
              <a:gd name="connsiteY105" fmla="*/ 5186362 h 6858000"/>
              <a:gd name="connsiteX106" fmla="*/ 7442200 w 7569200"/>
              <a:gd name="connsiteY106" fmla="*/ 5226050 h 6858000"/>
              <a:gd name="connsiteX107" fmla="*/ 7424737 w 7569200"/>
              <a:gd name="connsiteY107" fmla="*/ 5268912 h 6858000"/>
              <a:gd name="connsiteX108" fmla="*/ 7410450 w 7569200"/>
              <a:gd name="connsiteY108" fmla="*/ 5313362 h 6858000"/>
              <a:gd name="connsiteX109" fmla="*/ 7400925 w 7569200"/>
              <a:gd name="connsiteY109" fmla="*/ 5365750 h 6858000"/>
              <a:gd name="connsiteX110" fmla="*/ 7391400 w 7569200"/>
              <a:gd name="connsiteY110" fmla="*/ 5426075 h 6858000"/>
              <a:gd name="connsiteX111" fmla="*/ 7389812 w 7569200"/>
              <a:gd name="connsiteY111" fmla="*/ 5494337 h 6858000"/>
              <a:gd name="connsiteX112" fmla="*/ 7391400 w 7569200"/>
              <a:gd name="connsiteY112" fmla="*/ 5562600 h 6858000"/>
              <a:gd name="connsiteX113" fmla="*/ 7400925 w 7569200"/>
              <a:gd name="connsiteY113" fmla="*/ 5622925 h 6858000"/>
              <a:gd name="connsiteX114" fmla="*/ 7410450 w 7569200"/>
              <a:gd name="connsiteY114" fmla="*/ 5675312 h 6858000"/>
              <a:gd name="connsiteX115" fmla="*/ 7424737 w 7569200"/>
              <a:gd name="connsiteY115" fmla="*/ 5721350 h 6858000"/>
              <a:gd name="connsiteX116" fmla="*/ 7442200 w 7569200"/>
              <a:gd name="connsiteY116" fmla="*/ 5762625 h 6858000"/>
              <a:gd name="connsiteX117" fmla="*/ 7459662 w 7569200"/>
              <a:gd name="connsiteY117" fmla="*/ 5802312 h 6858000"/>
              <a:gd name="connsiteX118" fmla="*/ 7478712 w 7569200"/>
              <a:gd name="connsiteY118" fmla="*/ 5840412 h 6858000"/>
              <a:gd name="connsiteX119" fmla="*/ 7497762 w 7569200"/>
              <a:gd name="connsiteY119" fmla="*/ 5876925 h 6858000"/>
              <a:gd name="connsiteX120" fmla="*/ 7516812 w 7569200"/>
              <a:gd name="connsiteY120" fmla="*/ 5915025 h 6858000"/>
              <a:gd name="connsiteX121" fmla="*/ 7532687 w 7569200"/>
              <a:gd name="connsiteY121" fmla="*/ 5956300 h 6858000"/>
              <a:gd name="connsiteX122" fmla="*/ 7546975 w 7569200"/>
              <a:gd name="connsiteY122" fmla="*/ 6003925 h 6858000"/>
              <a:gd name="connsiteX123" fmla="*/ 7558087 w 7569200"/>
              <a:gd name="connsiteY123" fmla="*/ 6056312 h 6858000"/>
              <a:gd name="connsiteX124" fmla="*/ 7566025 w 7569200"/>
              <a:gd name="connsiteY124" fmla="*/ 6113462 h 6858000"/>
              <a:gd name="connsiteX125" fmla="*/ 7569200 w 7569200"/>
              <a:gd name="connsiteY125" fmla="*/ 6183312 h 6858000"/>
              <a:gd name="connsiteX126" fmla="*/ 7566025 w 7569200"/>
              <a:gd name="connsiteY126" fmla="*/ 6251575 h 6858000"/>
              <a:gd name="connsiteX127" fmla="*/ 7558087 w 7569200"/>
              <a:gd name="connsiteY127" fmla="*/ 6311900 h 6858000"/>
              <a:gd name="connsiteX128" fmla="*/ 7546975 w 7569200"/>
              <a:gd name="connsiteY128" fmla="*/ 6361112 h 6858000"/>
              <a:gd name="connsiteX129" fmla="*/ 7532687 w 7569200"/>
              <a:gd name="connsiteY129" fmla="*/ 6407150 h 6858000"/>
              <a:gd name="connsiteX130" fmla="*/ 7516812 w 7569200"/>
              <a:gd name="connsiteY130" fmla="*/ 6448425 h 6858000"/>
              <a:gd name="connsiteX131" fmla="*/ 7499350 w 7569200"/>
              <a:gd name="connsiteY131" fmla="*/ 6488112 h 6858000"/>
              <a:gd name="connsiteX132" fmla="*/ 7481887 w 7569200"/>
              <a:gd name="connsiteY132" fmla="*/ 6523037 h 6858000"/>
              <a:gd name="connsiteX133" fmla="*/ 7462837 w 7569200"/>
              <a:gd name="connsiteY133" fmla="*/ 6561137 h 6858000"/>
              <a:gd name="connsiteX134" fmla="*/ 7443787 w 7569200"/>
              <a:gd name="connsiteY134" fmla="*/ 6597650 h 6858000"/>
              <a:gd name="connsiteX135" fmla="*/ 7427912 w 7569200"/>
              <a:gd name="connsiteY135" fmla="*/ 6640512 h 6858000"/>
              <a:gd name="connsiteX136" fmla="*/ 7412037 w 7569200"/>
              <a:gd name="connsiteY136" fmla="*/ 6683375 h 6858000"/>
              <a:gd name="connsiteX137" fmla="*/ 7402512 w 7569200"/>
              <a:gd name="connsiteY137" fmla="*/ 6735762 h 6858000"/>
              <a:gd name="connsiteX138" fmla="*/ 7394575 w 7569200"/>
              <a:gd name="connsiteY138" fmla="*/ 6791325 h 6858000"/>
              <a:gd name="connsiteX139" fmla="*/ 7389812 w 7569200"/>
              <a:gd name="connsiteY139" fmla="*/ 6858000 h 6858000"/>
              <a:gd name="connsiteX140" fmla="*/ 0 w 7569200"/>
              <a:gd name="connsiteY140" fmla="*/ 6858000 h 6858000"/>
              <a:gd name="connsiteX141" fmla="*/ 0 w 7569200"/>
              <a:gd name="connsiteY14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7569200" h="6858000">
                <a:moveTo>
                  <a:pt x="0" y="0"/>
                </a:moveTo>
                <a:lnTo>
                  <a:pt x="7389812" y="0"/>
                </a:lnTo>
                <a:lnTo>
                  <a:pt x="7394575" y="66675"/>
                </a:lnTo>
                <a:lnTo>
                  <a:pt x="7402512" y="122237"/>
                </a:lnTo>
                <a:lnTo>
                  <a:pt x="7412037" y="174625"/>
                </a:lnTo>
                <a:lnTo>
                  <a:pt x="7427912" y="217487"/>
                </a:lnTo>
                <a:lnTo>
                  <a:pt x="7443787" y="260350"/>
                </a:lnTo>
                <a:lnTo>
                  <a:pt x="7462837" y="296862"/>
                </a:lnTo>
                <a:lnTo>
                  <a:pt x="7481887" y="334962"/>
                </a:lnTo>
                <a:lnTo>
                  <a:pt x="7499350" y="369887"/>
                </a:lnTo>
                <a:lnTo>
                  <a:pt x="7516812" y="409575"/>
                </a:lnTo>
                <a:lnTo>
                  <a:pt x="7532687" y="450850"/>
                </a:lnTo>
                <a:lnTo>
                  <a:pt x="7546975" y="496887"/>
                </a:lnTo>
                <a:lnTo>
                  <a:pt x="7558087" y="546100"/>
                </a:lnTo>
                <a:lnTo>
                  <a:pt x="7566025" y="606425"/>
                </a:lnTo>
                <a:lnTo>
                  <a:pt x="7569200" y="673100"/>
                </a:lnTo>
                <a:lnTo>
                  <a:pt x="7566025" y="744537"/>
                </a:lnTo>
                <a:lnTo>
                  <a:pt x="7558087" y="801687"/>
                </a:lnTo>
                <a:lnTo>
                  <a:pt x="7546975" y="854075"/>
                </a:lnTo>
                <a:lnTo>
                  <a:pt x="7532687" y="901700"/>
                </a:lnTo>
                <a:lnTo>
                  <a:pt x="7516812" y="942975"/>
                </a:lnTo>
                <a:lnTo>
                  <a:pt x="7497762" y="981075"/>
                </a:lnTo>
                <a:lnTo>
                  <a:pt x="7478712" y="1017587"/>
                </a:lnTo>
                <a:lnTo>
                  <a:pt x="7459662" y="1055687"/>
                </a:lnTo>
                <a:lnTo>
                  <a:pt x="7442200" y="1095375"/>
                </a:lnTo>
                <a:lnTo>
                  <a:pt x="7424737" y="1136650"/>
                </a:lnTo>
                <a:lnTo>
                  <a:pt x="7410450" y="1182687"/>
                </a:lnTo>
                <a:lnTo>
                  <a:pt x="7400925" y="1235075"/>
                </a:lnTo>
                <a:lnTo>
                  <a:pt x="7391400" y="1295400"/>
                </a:lnTo>
                <a:lnTo>
                  <a:pt x="7389812" y="1363662"/>
                </a:lnTo>
                <a:lnTo>
                  <a:pt x="7391400" y="1431925"/>
                </a:lnTo>
                <a:lnTo>
                  <a:pt x="7400925" y="1492250"/>
                </a:lnTo>
                <a:lnTo>
                  <a:pt x="7410450" y="1544637"/>
                </a:lnTo>
                <a:lnTo>
                  <a:pt x="7424737" y="1589087"/>
                </a:lnTo>
                <a:lnTo>
                  <a:pt x="7442200" y="1631950"/>
                </a:lnTo>
                <a:lnTo>
                  <a:pt x="7459662" y="1671637"/>
                </a:lnTo>
                <a:lnTo>
                  <a:pt x="7478712" y="1708150"/>
                </a:lnTo>
                <a:lnTo>
                  <a:pt x="7497762" y="1743075"/>
                </a:lnTo>
                <a:lnTo>
                  <a:pt x="7516812" y="1782762"/>
                </a:lnTo>
                <a:lnTo>
                  <a:pt x="7532687" y="1824037"/>
                </a:lnTo>
                <a:lnTo>
                  <a:pt x="7546975" y="1870075"/>
                </a:lnTo>
                <a:lnTo>
                  <a:pt x="7558087" y="1922462"/>
                </a:lnTo>
                <a:lnTo>
                  <a:pt x="7566025" y="1982787"/>
                </a:lnTo>
                <a:lnTo>
                  <a:pt x="7569200" y="2051050"/>
                </a:lnTo>
                <a:lnTo>
                  <a:pt x="7566025" y="2119312"/>
                </a:lnTo>
                <a:lnTo>
                  <a:pt x="7558087" y="2179637"/>
                </a:lnTo>
                <a:lnTo>
                  <a:pt x="7546975" y="2232025"/>
                </a:lnTo>
                <a:lnTo>
                  <a:pt x="7532687" y="2278062"/>
                </a:lnTo>
                <a:lnTo>
                  <a:pt x="7516812" y="2319337"/>
                </a:lnTo>
                <a:lnTo>
                  <a:pt x="7497762" y="2359025"/>
                </a:lnTo>
                <a:lnTo>
                  <a:pt x="7478712" y="2395537"/>
                </a:lnTo>
                <a:lnTo>
                  <a:pt x="7459662" y="2433637"/>
                </a:lnTo>
                <a:lnTo>
                  <a:pt x="7442200" y="2471737"/>
                </a:lnTo>
                <a:lnTo>
                  <a:pt x="7424737" y="2513012"/>
                </a:lnTo>
                <a:lnTo>
                  <a:pt x="7410450" y="2560637"/>
                </a:lnTo>
                <a:lnTo>
                  <a:pt x="7400925" y="2613025"/>
                </a:lnTo>
                <a:lnTo>
                  <a:pt x="7391400" y="2671762"/>
                </a:lnTo>
                <a:lnTo>
                  <a:pt x="7389812" y="2741612"/>
                </a:lnTo>
                <a:lnTo>
                  <a:pt x="7391400" y="2809875"/>
                </a:lnTo>
                <a:lnTo>
                  <a:pt x="7400925" y="2868612"/>
                </a:lnTo>
                <a:lnTo>
                  <a:pt x="7410450" y="2922587"/>
                </a:lnTo>
                <a:lnTo>
                  <a:pt x="7424737" y="2967037"/>
                </a:lnTo>
                <a:lnTo>
                  <a:pt x="7442200" y="3009900"/>
                </a:lnTo>
                <a:lnTo>
                  <a:pt x="7459662" y="3046412"/>
                </a:lnTo>
                <a:lnTo>
                  <a:pt x="7478712" y="3084512"/>
                </a:lnTo>
                <a:lnTo>
                  <a:pt x="7497762" y="3121025"/>
                </a:lnTo>
                <a:lnTo>
                  <a:pt x="7516812" y="3160712"/>
                </a:lnTo>
                <a:lnTo>
                  <a:pt x="7532687" y="3201987"/>
                </a:lnTo>
                <a:lnTo>
                  <a:pt x="7546975" y="3248025"/>
                </a:lnTo>
                <a:lnTo>
                  <a:pt x="7558087" y="3300412"/>
                </a:lnTo>
                <a:lnTo>
                  <a:pt x="7566025" y="3360737"/>
                </a:lnTo>
                <a:lnTo>
                  <a:pt x="7569200" y="3427412"/>
                </a:lnTo>
                <a:lnTo>
                  <a:pt x="7566025" y="3497262"/>
                </a:lnTo>
                <a:lnTo>
                  <a:pt x="7558087" y="3557587"/>
                </a:lnTo>
                <a:lnTo>
                  <a:pt x="7546975" y="3609975"/>
                </a:lnTo>
                <a:lnTo>
                  <a:pt x="7532687" y="3656012"/>
                </a:lnTo>
                <a:lnTo>
                  <a:pt x="7516812" y="3697287"/>
                </a:lnTo>
                <a:lnTo>
                  <a:pt x="7497762" y="3736975"/>
                </a:lnTo>
                <a:lnTo>
                  <a:pt x="7459662" y="3811587"/>
                </a:lnTo>
                <a:lnTo>
                  <a:pt x="7442200" y="3848100"/>
                </a:lnTo>
                <a:lnTo>
                  <a:pt x="7424737" y="3890962"/>
                </a:lnTo>
                <a:lnTo>
                  <a:pt x="7410450" y="3935412"/>
                </a:lnTo>
                <a:lnTo>
                  <a:pt x="7400925" y="3987800"/>
                </a:lnTo>
                <a:lnTo>
                  <a:pt x="7391400" y="4048125"/>
                </a:lnTo>
                <a:lnTo>
                  <a:pt x="7389812" y="4116387"/>
                </a:lnTo>
                <a:lnTo>
                  <a:pt x="7391400" y="4186237"/>
                </a:lnTo>
                <a:lnTo>
                  <a:pt x="7400925" y="4244975"/>
                </a:lnTo>
                <a:lnTo>
                  <a:pt x="7410450" y="4297362"/>
                </a:lnTo>
                <a:lnTo>
                  <a:pt x="7424737" y="4343400"/>
                </a:lnTo>
                <a:lnTo>
                  <a:pt x="7442200" y="4386262"/>
                </a:lnTo>
                <a:lnTo>
                  <a:pt x="7459662" y="4424362"/>
                </a:lnTo>
                <a:lnTo>
                  <a:pt x="7497762" y="4498975"/>
                </a:lnTo>
                <a:lnTo>
                  <a:pt x="7516812" y="4537075"/>
                </a:lnTo>
                <a:lnTo>
                  <a:pt x="7532687" y="4579937"/>
                </a:lnTo>
                <a:lnTo>
                  <a:pt x="7546975" y="4625975"/>
                </a:lnTo>
                <a:lnTo>
                  <a:pt x="7558087" y="4678362"/>
                </a:lnTo>
                <a:lnTo>
                  <a:pt x="7566025" y="4738687"/>
                </a:lnTo>
                <a:lnTo>
                  <a:pt x="7569200" y="4806950"/>
                </a:lnTo>
                <a:lnTo>
                  <a:pt x="7566025" y="4875212"/>
                </a:lnTo>
                <a:lnTo>
                  <a:pt x="7558087" y="4935537"/>
                </a:lnTo>
                <a:lnTo>
                  <a:pt x="7546975" y="4987925"/>
                </a:lnTo>
                <a:lnTo>
                  <a:pt x="7532687" y="5033962"/>
                </a:lnTo>
                <a:lnTo>
                  <a:pt x="7516812" y="5075237"/>
                </a:lnTo>
                <a:lnTo>
                  <a:pt x="7497762" y="5114925"/>
                </a:lnTo>
                <a:lnTo>
                  <a:pt x="7478712" y="5149850"/>
                </a:lnTo>
                <a:lnTo>
                  <a:pt x="7459662" y="5186362"/>
                </a:lnTo>
                <a:lnTo>
                  <a:pt x="7442200" y="5226050"/>
                </a:lnTo>
                <a:lnTo>
                  <a:pt x="7424737" y="5268912"/>
                </a:lnTo>
                <a:lnTo>
                  <a:pt x="7410450" y="5313362"/>
                </a:lnTo>
                <a:lnTo>
                  <a:pt x="7400925" y="5365750"/>
                </a:lnTo>
                <a:lnTo>
                  <a:pt x="7391400" y="5426075"/>
                </a:lnTo>
                <a:lnTo>
                  <a:pt x="7389812" y="5494337"/>
                </a:lnTo>
                <a:lnTo>
                  <a:pt x="7391400" y="5562600"/>
                </a:lnTo>
                <a:lnTo>
                  <a:pt x="7400925" y="5622925"/>
                </a:lnTo>
                <a:lnTo>
                  <a:pt x="7410450" y="5675312"/>
                </a:lnTo>
                <a:lnTo>
                  <a:pt x="7424737" y="5721350"/>
                </a:lnTo>
                <a:lnTo>
                  <a:pt x="7442200" y="5762625"/>
                </a:lnTo>
                <a:lnTo>
                  <a:pt x="7459662" y="5802312"/>
                </a:lnTo>
                <a:lnTo>
                  <a:pt x="7478712" y="5840412"/>
                </a:lnTo>
                <a:lnTo>
                  <a:pt x="7497762" y="5876925"/>
                </a:lnTo>
                <a:lnTo>
                  <a:pt x="7516812" y="5915025"/>
                </a:lnTo>
                <a:lnTo>
                  <a:pt x="7532687" y="5956300"/>
                </a:lnTo>
                <a:lnTo>
                  <a:pt x="7546975" y="6003925"/>
                </a:lnTo>
                <a:lnTo>
                  <a:pt x="7558087" y="6056312"/>
                </a:lnTo>
                <a:lnTo>
                  <a:pt x="7566025" y="6113462"/>
                </a:lnTo>
                <a:lnTo>
                  <a:pt x="7569200" y="6183312"/>
                </a:lnTo>
                <a:lnTo>
                  <a:pt x="7566025" y="6251575"/>
                </a:lnTo>
                <a:lnTo>
                  <a:pt x="7558087" y="6311900"/>
                </a:lnTo>
                <a:lnTo>
                  <a:pt x="7546975" y="6361112"/>
                </a:lnTo>
                <a:lnTo>
                  <a:pt x="7532687" y="6407150"/>
                </a:lnTo>
                <a:lnTo>
                  <a:pt x="7516812" y="6448425"/>
                </a:lnTo>
                <a:lnTo>
                  <a:pt x="7499350" y="6488112"/>
                </a:lnTo>
                <a:lnTo>
                  <a:pt x="7481887" y="6523037"/>
                </a:lnTo>
                <a:lnTo>
                  <a:pt x="7462837" y="6561137"/>
                </a:lnTo>
                <a:lnTo>
                  <a:pt x="7443787" y="6597650"/>
                </a:lnTo>
                <a:lnTo>
                  <a:pt x="7427912" y="6640512"/>
                </a:lnTo>
                <a:lnTo>
                  <a:pt x="7412037" y="6683375"/>
                </a:lnTo>
                <a:lnTo>
                  <a:pt x="7402512" y="6735762"/>
                </a:lnTo>
                <a:lnTo>
                  <a:pt x="7394575" y="6791325"/>
                </a:lnTo>
                <a:lnTo>
                  <a:pt x="7389812" y="6858000"/>
                </a:lnTo>
                <a:lnTo>
                  <a:pt x="0" y="6858000"/>
                </a:lnTo>
                <a:lnTo>
                  <a:pt x="0" y="0"/>
                </a:lnTo>
                <a:close/>
              </a:path>
            </a:pathLst>
          </a:custGeom>
          <a:solidFill>
            <a:schemeClr val="bg2">
              <a:lumMod val="90000"/>
            </a:schemeClr>
          </a:solidFill>
          <a:ln w="0">
            <a:noFill/>
            <a:prstDash val="solid"/>
            <a:round/>
            <a:headEnd/>
            <a:tailEnd/>
          </a:ln>
        </p:spPr>
        <p:txBody>
          <a:bodyPr/>
          <a:lstStyle/>
          <a:p>
            <a:endParaRPr lang="en-US"/>
          </a:p>
        </p:txBody>
      </p:sp>
      <p:sp>
        <p:nvSpPr>
          <p:cNvPr id="2" name="Title 1">
            <a:extLst>
              <a:ext uri="{FF2B5EF4-FFF2-40B4-BE49-F238E27FC236}">
                <a16:creationId xmlns:a16="http://schemas.microsoft.com/office/drawing/2014/main" id="{55A8EF0A-1B99-1B22-1F49-AB8D9646EE97}"/>
              </a:ext>
            </a:extLst>
          </p:cNvPr>
          <p:cNvSpPr>
            <a:spLocks noGrp="1"/>
          </p:cNvSpPr>
          <p:nvPr>
            <p:ph type="title"/>
          </p:nvPr>
        </p:nvSpPr>
        <p:spPr>
          <a:xfrm>
            <a:off x="754144" y="484632"/>
            <a:ext cx="8155940" cy="1280374"/>
          </a:xfrm>
        </p:spPr>
        <p:txBody>
          <a:bodyPr>
            <a:normAutofit fontScale="90000"/>
          </a:bodyPr>
          <a:lstStyle/>
          <a:p>
            <a:r>
              <a:rPr lang="en-US" dirty="0">
                <a:latin typeface="Avenir Book" panose="02000503020000020003" pitchFamily="2" charset="0"/>
              </a:rPr>
              <a:t>Mary the brilliant scientist</a:t>
            </a:r>
          </a:p>
        </p:txBody>
      </p:sp>
      <p:sp>
        <p:nvSpPr>
          <p:cNvPr id="12" name="Rectangle 11">
            <a:extLst>
              <a:ext uri="{FF2B5EF4-FFF2-40B4-BE49-F238E27FC236}">
                <a16:creationId xmlns:a16="http://schemas.microsoft.com/office/drawing/2014/main" id="{F3734912-26F1-4F15-9124-B74686760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AE47F659-8383-EFFE-6C7C-F42207F9E646}"/>
              </a:ext>
            </a:extLst>
          </p:cNvPr>
          <p:cNvSpPr>
            <a:spLocks noGrp="1"/>
          </p:cNvSpPr>
          <p:nvPr>
            <p:ph idx="1"/>
          </p:nvPr>
        </p:nvSpPr>
        <p:spPr>
          <a:xfrm>
            <a:off x="754144" y="1889183"/>
            <a:ext cx="6518526" cy="4163401"/>
          </a:xfrm>
        </p:spPr>
        <p:txBody>
          <a:bodyPr>
            <a:noAutofit/>
          </a:bodyPr>
          <a:lstStyle/>
          <a:p>
            <a:pPr marL="0" indent="0">
              <a:lnSpc>
                <a:spcPct val="100000"/>
              </a:lnSpc>
              <a:buNone/>
            </a:pPr>
            <a:r>
              <a:rPr lang="en-US" sz="1600" dirty="0">
                <a:solidFill>
                  <a:schemeClr val="tx1"/>
                </a:solidFill>
                <a:latin typeface="Avenir Book" panose="02000503020000020003" pitchFamily="2" charset="0"/>
              </a:rPr>
              <a:t>‘Mary is a brilliant scientist who is, for whatever reason, forced to investigate the world from a black and white room via a black and white television monitor. She specializes in the neuro-physiology of vision and acquires, let us suppose all the physical information there is to obtain about what goes on when we see ripe tomatoes or the sky, and use terms like ‘red’, ‘blue’ and so on. She discovers, for example, just which wavelength combinations from the sky stimulate the retina, and exactly how this produces via the central nervous system the contraction of the vocal chords, and expulsion of air from the lungs that results in uttering of the sentence ‘The sky is blue’…’</a:t>
            </a:r>
          </a:p>
          <a:p>
            <a:pPr marL="0" indent="0">
              <a:lnSpc>
                <a:spcPct val="100000"/>
              </a:lnSpc>
              <a:buNone/>
            </a:pPr>
            <a:r>
              <a:rPr lang="en-US" sz="1600" dirty="0">
                <a:solidFill>
                  <a:schemeClr val="tx1"/>
                </a:solidFill>
                <a:latin typeface="Avenir Book" panose="02000503020000020003" pitchFamily="2" charset="0"/>
              </a:rPr>
              <a:t>‘What will happen when Mary leaves the black and white room or is given a </a:t>
            </a:r>
            <a:r>
              <a:rPr lang="en-US" sz="1600" dirty="0" err="1">
                <a:solidFill>
                  <a:schemeClr val="tx1"/>
                </a:solidFill>
                <a:latin typeface="Avenir Book" panose="02000503020000020003" pitchFamily="2" charset="0"/>
              </a:rPr>
              <a:t>colour</a:t>
            </a:r>
            <a:r>
              <a:rPr lang="en-US" sz="1600" dirty="0">
                <a:solidFill>
                  <a:schemeClr val="tx1"/>
                </a:solidFill>
                <a:latin typeface="Avenir Book" panose="02000503020000020003" pitchFamily="2" charset="0"/>
              </a:rPr>
              <a:t> television monitor. Will she learn anything or not? It seems obvious that she will </a:t>
            </a:r>
            <a:r>
              <a:rPr lang="en-US" sz="1600" i="1" dirty="0">
                <a:solidFill>
                  <a:schemeClr val="tx1"/>
                </a:solidFill>
                <a:latin typeface="Avenir Book" panose="02000503020000020003" pitchFamily="2" charset="0"/>
              </a:rPr>
              <a:t>learn </a:t>
            </a:r>
            <a:r>
              <a:rPr lang="en-US" sz="1600" dirty="0">
                <a:solidFill>
                  <a:schemeClr val="tx1"/>
                </a:solidFill>
                <a:latin typeface="Avenir Book" panose="02000503020000020003" pitchFamily="2" charset="0"/>
              </a:rPr>
              <a:t>something about the world, and visual experience of it. But it is inescapable that her previous knowledge was incomplete. But she had all the physical information. Ergo there is more to have than that, and physicalism is false.’ </a:t>
            </a:r>
          </a:p>
          <a:p>
            <a:pPr marL="0" indent="0">
              <a:lnSpc>
                <a:spcPct val="100000"/>
              </a:lnSpc>
              <a:buNone/>
            </a:pPr>
            <a:r>
              <a:rPr lang="en-US" sz="1600" dirty="0">
                <a:solidFill>
                  <a:schemeClr val="tx1"/>
                </a:solidFill>
                <a:latin typeface="Avenir Book" panose="02000503020000020003" pitchFamily="2" charset="0"/>
              </a:rPr>
              <a:t>Frank Jackson</a:t>
            </a:r>
          </a:p>
        </p:txBody>
      </p:sp>
      <p:pic>
        <p:nvPicPr>
          <p:cNvPr id="5" name="Picture 4" descr="A person standing in a room&#10;&#10;Description automatically generated">
            <a:extLst>
              <a:ext uri="{FF2B5EF4-FFF2-40B4-BE49-F238E27FC236}">
                <a16:creationId xmlns:a16="http://schemas.microsoft.com/office/drawing/2014/main" id="{AD63009F-CCD4-CD9A-0514-9446A6907B39}"/>
              </a:ext>
            </a:extLst>
          </p:cNvPr>
          <p:cNvPicPr>
            <a:picLocks noChangeAspect="1"/>
          </p:cNvPicPr>
          <p:nvPr/>
        </p:nvPicPr>
        <p:blipFill>
          <a:blip r:embed="rId2"/>
          <a:stretch>
            <a:fillRect/>
          </a:stretch>
        </p:blipFill>
        <p:spPr>
          <a:xfrm>
            <a:off x="8050787" y="1600709"/>
            <a:ext cx="3656581" cy="3656581"/>
          </a:xfrm>
          <a:prstGeom prst="rect">
            <a:avLst/>
          </a:prstGeom>
        </p:spPr>
      </p:pic>
    </p:spTree>
    <p:extLst>
      <p:ext uri="{BB962C8B-B14F-4D97-AF65-F5344CB8AC3E}">
        <p14:creationId xmlns:p14="http://schemas.microsoft.com/office/powerpoint/2010/main" val="1464366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9" name="Freeform 10">
            <a:extLst>
              <a:ext uri="{FF2B5EF4-FFF2-40B4-BE49-F238E27FC236}">
                <a16:creationId xmlns:a16="http://schemas.microsoft.com/office/drawing/2014/main" id="{AF8F021D-E17C-4692-BC36-88810FC4C8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7569200" cy="6858000"/>
          </a:xfrm>
          <a:custGeom>
            <a:avLst/>
            <a:gdLst>
              <a:gd name="connsiteX0" fmla="*/ 0 w 7569200"/>
              <a:gd name="connsiteY0" fmla="*/ 0 h 6858000"/>
              <a:gd name="connsiteX1" fmla="*/ 7389812 w 7569200"/>
              <a:gd name="connsiteY1" fmla="*/ 0 h 6858000"/>
              <a:gd name="connsiteX2" fmla="*/ 7394575 w 7569200"/>
              <a:gd name="connsiteY2" fmla="*/ 66675 h 6858000"/>
              <a:gd name="connsiteX3" fmla="*/ 7402512 w 7569200"/>
              <a:gd name="connsiteY3" fmla="*/ 122237 h 6858000"/>
              <a:gd name="connsiteX4" fmla="*/ 7412037 w 7569200"/>
              <a:gd name="connsiteY4" fmla="*/ 174625 h 6858000"/>
              <a:gd name="connsiteX5" fmla="*/ 7427912 w 7569200"/>
              <a:gd name="connsiteY5" fmla="*/ 217487 h 6858000"/>
              <a:gd name="connsiteX6" fmla="*/ 7443787 w 7569200"/>
              <a:gd name="connsiteY6" fmla="*/ 260350 h 6858000"/>
              <a:gd name="connsiteX7" fmla="*/ 7462837 w 7569200"/>
              <a:gd name="connsiteY7" fmla="*/ 296862 h 6858000"/>
              <a:gd name="connsiteX8" fmla="*/ 7481887 w 7569200"/>
              <a:gd name="connsiteY8" fmla="*/ 334962 h 6858000"/>
              <a:gd name="connsiteX9" fmla="*/ 7499350 w 7569200"/>
              <a:gd name="connsiteY9" fmla="*/ 369887 h 6858000"/>
              <a:gd name="connsiteX10" fmla="*/ 7516812 w 7569200"/>
              <a:gd name="connsiteY10" fmla="*/ 409575 h 6858000"/>
              <a:gd name="connsiteX11" fmla="*/ 7532687 w 7569200"/>
              <a:gd name="connsiteY11" fmla="*/ 450850 h 6858000"/>
              <a:gd name="connsiteX12" fmla="*/ 7546975 w 7569200"/>
              <a:gd name="connsiteY12" fmla="*/ 496887 h 6858000"/>
              <a:gd name="connsiteX13" fmla="*/ 7558087 w 7569200"/>
              <a:gd name="connsiteY13" fmla="*/ 546100 h 6858000"/>
              <a:gd name="connsiteX14" fmla="*/ 7566025 w 7569200"/>
              <a:gd name="connsiteY14" fmla="*/ 606425 h 6858000"/>
              <a:gd name="connsiteX15" fmla="*/ 7569200 w 7569200"/>
              <a:gd name="connsiteY15" fmla="*/ 673100 h 6858000"/>
              <a:gd name="connsiteX16" fmla="*/ 7566025 w 7569200"/>
              <a:gd name="connsiteY16" fmla="*/ 744537 h 6858000"/>
              <a:gd name="connsiteX17" fmla="*/ 7558087 w 7569200"/>
              <a:gd name="connsiteY17" fmla="*/ 801687 h 6858000"/>
              <a:gd name="connsiteX18" fmla="*/ 7546975 w 7569200"/>
              <a:gd name="connsiteY18" fmla="*/ 854075 h 6858000"/>
              <a:gd name="connsiteX19" fmla="*/ 7532687 w 7569200"/>
              <a:gd name="connsiteY19" fmla="*/ 901700 h 6858000"/>
              <a:gd name="connsiteX20" fmla="*/ 7516812 w 7569200"/>
              <a:gd name="connsiteY20" fmla="*/ 942975 h 6858000"/>
              <a:gd name="connsiteX21" fmla="*/ 7497762 w 7569200"/>
              <a:gd name="connsiteY21" fmla="*/ 981075 h 6858000"/>
              <a:gd name="connsiteX22" fmla="*/ 7478712 w 7569200"/>
              <a:gd name="connsiteY22" fmla="*/ 1017587 h 6858000"/>
              <a:gd name="connsiteX23" fmla="*/ 7459662 w 7569200"/>
              <a:gd name="connsiteY23" fmla="*/ 1055687 h 6858000"/>
              <a:gd name="connsiteX24" fmla="*/ 7442200 w 7569200"/>
              <a:gd name="connsiteY24" fmla="*/ 1095375 h 6858000"/>
              <a:gd name="connsiteX25" fmla="*/ 7424737 w 7569200"/>
              <a:gd name="connsiteY25" fmla="*/ 1136650 h 6858000"/>
              <a:gd name="connsiteX26" fmla="*/ 7410450 w 7569200"/>
              <a:gd name="connsiteY26" fmla="*/ 1182687 h 6858000"/>
              <a:gd name="connsiteX27" fmla="*/ 7400925 w 7569200"/>
              <a:gd name="connsiteY27" fmla="*/ 1235075 h 6858000"/>
              <a:gd name="connsiteX28" fmla="*/ 7391400 w 7569200"/>
              <a:gd name="connsiteY28" fmla="*/ 1295400 h 6858000"/>
              <a:gd name="connsiteX29" fmla="*/ 7389812 w 7569200"/>
              <a:gd name="connsiteY29" fmla="*/ 1363662 h 6858000"/>
              <a:gd name="connsiteX30" fmla="*/ 7391400 w 7569200"/>
              <a:gd name="connsiteY30" fmla="*/ 1431925 h 6858000"/>
              <a:gd name="connsiteX31" fmla="*/ 7400925 w 7569200"/>
              <a:gd name="connsiteY31" fmla="*/ 1492250 h 6858000"/>
              <a:gd name="connsiteX32" fmla="*/ 7410450 w 7569200"/>
              <a:gd name="connsiteY32" fmla="*/ 1544637 h 6858000"/>
              <a:gd name="connsiteX33" fmla="*/ 7424737 w 7569200"/>
              <a:gd name="connsiteY33" fmla="*/ 1589087 h 6858000"/>
              <a:gd name="connsiteX34" fmla="*/ 7442200 w 7569200"/>
              <a:gd name="connsiteY34" fmla="*/ 1631950 h 6858000"/>
              <a:gd name="connsiteX35" fmla="*/ 7459662 w 7569200"/>
              <a:gd name="connsiteY35" fmla="*/ 1671637 h 6858000"/>
              <a:gd name="connsiteX36" fmla="*/ 7478712 w 7569200"/>
              <a:gd name="connsiteY36" fmla="*/ 1708150 h 6858000"/>
              <a:gd name="connsiteX37" fmla="*/ 7497762 w 7569200"/>
              <a:gd name="connsiteY37" fmla="*/ 1743075 h 6858000"/>
              <a:gd name="connsiteX38" fmla="*/ 7516812 w 7569200"/>
              <a:gd name="connsiteY38" fmla="*/ 1782762 h 6858000"/>
              <a:gd name="connsiteX39" fmla="*/ 7532687 w 7569200"/>
              <a:gd name="connsiteY39" fmla="*/ 1824037 h 6858000"/>
              <a:gd name="connsiteX40" fmla="*/ 7546975 w 7569200"/>
              <a:gd name="connsiteY40" fmla="*/ 1870075 h 6858000"/>
              <a:gd name="connsiteX41" fmla="*/ 7558087 w 7569200"/>
              <a:gd name="connsiteY41" fmla="*/ 1922462 h 6858000"/>
              <a:gd name="connsiteX42" fmla="*/ 7566025 w 7569200"/>
              <a:gd name="connsiteY42" fmla="*/ 1982787 h 6858000"/>
              <a:gd name="connsiteX43" fmla="*/ 7569200 w 7569200"/>
              <a:gd name="connsiteY43" fmla="*/ 2051050 h 6858000"/>
              <a:gd name="connsiteX44" fmla="*/ 7566025 w 7569200"/>
              <a:gd name="connsiteY44" fmla="*/ 2119312 h 6858000"/>
              <a:gd name="connsiteX45" fmla="*/ 7558087 w 7569200"/>
              <a:gd name="connsiteY45" fmla="*/ 2179637 h 6858000"/>
              <a:gd name="connsiteX46" fmla="*/ 7546975 w 7569200"/>
              <a:gd name="connsiteY46" fmla="*/ 2232025 h 6858000"/>
              <a:gd name="connsiteX47" fmla="*/ 7532687 w 7569200"/>
              <a:gd name="connsiteY47" fmla="*/ 2278062 h 6858000"/>
              <a:gd name="connsiteX48" fmla="*/ 7516812 w 7569200"/>
              <a:gd name="connsiteY48" fmla="*/ 2319337 h 6858000"/>
              <a:gd name="connsiteX49" fmla="*/ 7497762 w 7569200"/>
              <a:gd name="connsiteY49" fmla="*/ 2359025 h 6858000"/>
              <a:gd name="connsiteX50" fmla="*/ 7478712 w 7569200"/>
              <a:gd name="connsiteY50" fmla="*/ 2395537 h 6858000"/>
              <a:gd name="connsiteX51" fmla="*/ 7459662 w 7569200"/>
              <a:gd name="connsiteY51" fmla="*/ 2433637 h 6858000"/>
              <a:gd name="connsiteX52" fmla="*/ 7442200 w 7569200"/>
              <a:gd name="connsiteY52" fmla="*/ 2471737 h 6858000"/>
              <a:gd name="connsiteX53" fmla="*/ 7424737 w 7569200"/>
              <a:gd name="connsiteY53" fmla="*/ 2513012 h 6858000"/>
              <a:gd name="connsiteX54" fmla="*/ 7410450 w 7569200"/>
              <a:gd name="connsiteY54" fmla="*/ 2560637 h 6858000"/>
              <a:gd name="connsiteX55" fmla="*/ 7400925 w 7569200"/>
              <a:gd name="connsiteY55" fmla="*/ 2613025 h 6858000"/>
              <a:gd name="connsiteX56" fmla="*/ 7391400 w 7569200"/>
              <a:gd name="connsiteY56" fmla="*/ 2671762 h 6858000"/>
              <a:gd name="connsiteX57" fmla="*/ 7389812 w 7569200"/>
              <a:gd name="connsiteY57" fmla="*/ 2741612 h 6858000"/>
              <a:gd name="connsiteX58" fmla="*/ 7391400 w 7569200"/>
              <a:gd name="connsiteY58" fmla="*/ 2809875 h 6858000"/>
              <a:gd name="connsiteX59" fmla="*/ 7400925 w 7569200"/>
              <a:gd name="connsiteY59" fmla="*/ 2868612 h 6858000"/>
              <a:gd name="connsiteX60" fmla="*/ 7410450 w 7569200"/>
              <a:gd name="connsiteY60" fmla="*/ 2922587 h 6858000"/>
              <a:gd name="connsiteX61" fmla="*/ 7424737 w 7569200"/>
              <a:gd name="connsiteY61" fmla="*/ 2967037 h 6858000"/>
              <a:gd name="connsiteX62" fmla="*/ 7442200 w 7569200"/>
              <a:gd name="connsiteY62" fmla="*/ 3009900 h 6858000"/>
              <a:gd name="connsiteX63" fmla="*/ 7459662 w 7569200"/>
              <a:gd name="connsiteY63" fmla="*/ 3046412 h 6858000"/>
              <a:gd name="connsiteX64" fmla="*/ 7478712 w 7569200"/>
              <a:gd name="connsiteY64" fmla="*/ 3084512 h 6858000"/>
              <a:gd name="connsiteX65" fmla="*/ 7497762 w 7569200"/>
              <a:gd name="connsiteY65" fmla="*/ 3121025 h 6858000"/>
              <a:gd name="connsiteX66" fmla="*/ 7516812 w 7569200"/>
              <a:gd name="connsiteY66" fmla="*/ 3160712 h 6858000"/>
              <a:gd name="connsiteX67" fmla="*/ 7532687 w 7569200"/>
              <a:gd name="connsiteY67" fmla="*/ 3201987 h 6858000"/>
              <a:gd name="connsiteX68" fmla="*/ 7546975 w 7569200"/>
              <a:gd name="connsiteY68" fmla="*/ 3248025 h 6858000"/>
              <a:gd name="connsiteX69" fmla="*/ 7558087 w 7569200"/>
              <a:gd name="connsiteY69" fmla="*/ 3300412 h 6858000"/>
              <a:gd name="connsiteX70" fmla="*/ 7566025 w 7569200"/>
              <a:gd name="connsiteY70" fmla="*/ 3360737 h 6858000"/>
              <a:gd name="connsiteX71" fmla="*/ 7569200 w 7569200"/>
              <a:gd name="connsiteY71" fmla="*/ 3427412 h 6858000"/>
              <a:gd name="connsiteX72" fmla="*/ 7566025 w 7569200"/>
              <a:gd name="connsiteY72" fmla="*/ 3497262 h 6858000"/>
              <a:gd name="connsiteX73" fmla="*/ 7558087 w 7569200"/>
              <a:gd name="connsiteY73" fmla="*/ 3557587 h 6858000"/>
              <a:gd name="connsiteX74" fmla="*/ 7546975 w 7569200"/>
              <a:gd name="connsiteY74" fmla="*/ 3609975 h 6858000"/>
              <a:gd name="connsiteX75" fmla="*/ 7532687 w 7569200"/>
              <a:gd name="connsiteY75" fmla="*/ 3656012 h 6858000"/>
              <a:gd name="connsiteX76" fmla="*/ 7516812 w 7569200"/>
              <a:gd name="connsiteY76" fmla="*/ 3697287 h 6858000"/>
              <a:gd name="connsiteX77" fmla="*/ 7497762 w 7569200"/>
              <a:gd name="connsiteY77" fmla="*/ 3736975 h 6858000"/>
              <a:gd name="connsiteX78" fmla="*/ 7459662 w 7569200"/>
              <a:gd name="connsiteY78" fmla="*/ 3811587 h 6858000"/>
              <a:gd name="connsiteX79" fmla="*/ 7442200 w 7569200"/>
              <a:gd name="connsiteY79" fmla="*/ 3848100 h 6858000"/>
              <a:gd name="connsiteX80" fmla="*/ 7424737 w 7569200"/>
              <a:gd name="connsiteY80" fmla="*/ 3890962 h 6858000"/>
              <a:gd name="connsiteX81" fmla="*/ 7410450 w 7569200"/>
              <a:gd name="connsiteY81" fmla="*/ 3935412 h 6858000"/>
              <a:gd name="connsiteX82" fmla="*/ 7400925 w 7569200"/>
              <a:gd name="connsiteY82" fmla="*/ 3987800 h 6858000"/>
              <a:gd name="connsiteX83" fmla="*/ 7391400 w 7569200"/>
              <a:gd name="connsiteY83" fmla="*/ 4048125 h 6858000"/>
              <a:gd name="connsiteX84" fmla="*/ 7389812 w 7569200"/>
              <a:gd name="connsiteY84" fmla="*/ 4116387 h 6858000"/>
              <a:gd name="connsiteX85" fmla="*/ 7391400 w 7569200"/>
              <a:gd name="connsiteY85" fmla="*/ 4186237 h 6858000"/>
              <a:gd name="connsiteX86" fmla="*/ 7400925 w 7569200"/>
              <a:gd name="connsiteY86" fmla="*/ 4244975 h 6858000"/>
              <a:gd name="connsiteX87" fmla="*/ 7410450 w 7569200"/>
              <a:gd name="connsiteY87" fmla="*/ 4297362 h 6858000"/>
              <a:gd name="connsiteX88" fmla="*/ 7424737 w 7569200"/>
              <a:gd name="connsiteY88" fmla="*/ 4343400 h 6858000"/>
              <a:gd name="connsiteX89" fmla="*/ 7442200 w 7569200"/>
              <a:gd name="connsiteY89" fmla="*/ 4386262 h 6858000"/>
              <a:gd name="connsiteX90" fmla="*/ 7459662 w 7569200"/>
              <a:gd name="connsiteY90" fmla="*/ 4424362 h 6858000"/>
              <a:gd name="connsiteX91" fmla="*/ 7497762 w 7569200"/>
              <a:gd name="connsiteY91" fmla="*/ 4498975 h 6858000"/>
              <a:gd name="connsiteX92" fmla="*/ 7516812 w 7569200"/>
              <a:gd name="connsiteY92" fmla="*/ 4537075 h 6858000"/>
              <a:gd name="connsiteX93" fmla="*/ 7532687 w 7569200"/>
              <a:gd name="connsiteY93" fmla="*/ 4579937 h 6858000"/>
              <a:gd name="connsiteX94" fmla="*/ 7546975 w 7569200"/>
              <a:gd name="connsiteY94" fmla="*/ 4625975 h 6858000"/>
              <a:gd name="connsiteX95" fmla="*/ 7558087 w 7569200"/>
              <a:gd name="connsiteY95" fmla="*/ 4678362 h 6858000"/>
              <a:gd name="connsiteX96" fmla="*/ 7566025 w 7569200"/>
              <a:gd name="connsiteY96" fmla="*/ 4738687 h 6858000"/>
              <a:gd name="connsiteX97" fmla="*/ 7569200 w 7569200"/>
              <a:gd name="connsiteY97" fmla="*/ 4806950 h 6858000"/>
              <a:gd name="connsiteX98" fmla="*/ 7566025 w 7569200"/>
              <a:gd name="connsiteY98" fmla="*/ 4875212 h 6858000"/>
              <a:gd name="connsiteX99" fmla="*/ 7558087 w 7569200"/>
              <a:gd name="connsiteY99" fmla="*/ 4935537 h 6858000"/>
              <a:gd name="connsiteX100" fmla="*/ 7546975 w 7569200"/>
              <a:gd name="connsiteY100" fmla="*/ 4987925 h 6858000"/>
              <a:gd name="connsiteX101" fmla="*/ 7532687 w 7569200"/>
              <a:gd name="connsiteY101" fmla="*/ 5033962 h 6858000"/>
              <a:gd name="connsiteX102" fmla="*/ 7516812 w 7569200"/>
              <a:gd name="connsiteY102" fmla="*/ 5075237 h 6858000"/>
              <a:gd name="connsiteX103" fmla="*/ 7497762 w 7569200"/>
              <a:gd name="connsiteY103" fmla="*/ 5114925 h 6858000"/>
              <a:gd name="connsiteX104" fmla="*/ 7478712 w 7569200"/>
              <a:gd name="connsiteY104" fmla="*/ 5149850 h 6858000"/>
              <a:gd name="connsiteX105" fmla="*/ 7459662 w 7569200"/>
              <a:gd name="connsiteY105" fmla="*/ 5186362 h 6858000"/>
              <a:gd name="connsiteX106" fmla="*/ 7442200 w 7569200"/>
              <a:gd name="connsiteY106" fmla="*/ 5226050 h 6858000"/>
              <a:gd name="connsiteX107" fmla="*/ 7424737 w 7569200"/>
              <a:gd name="connsiteY107" fmla="*/ 5268912 h 6858000"/>
              <a:gd name="connsiteX108" fmla="*/ 7410450 w 7569200"/>
              <a:gd name="connsiteY108" fmla="*/ 5313362 h 6858000"/>
              <a:gd name="connsiteX109" fmla="*/ 7400925 w 7569200"/>
              <a:gd name="connsiteY109" fmla="*/ 5365750 h 6858000"/>
              <a:gd name="connsiteX110" fmla="*/ 7391400 w 7569200"/>
              <a:gd name="connsiteY110" fmla="*/ 5426075 h 6858000"/>
              <a:gd name="connsiteX111" fmla="*/ 7389812 w 7569200"/>
              <a:gd name="connsiteY111" fmla="*/ 5494337 h 6858000"/>
              <a:gd name="connsiteX112" fmla="*/ 7391400 w 7569200"/>
              <a:gd name="connsiteY112" fmla="*/ 5562600 h 6858000"/>
              <a:gd name="connsiteX113" fmla="*/ 7400925 w 7569200"/>
              <a:gd name="connsiteY113" fmla="*/ 5622925 h 6858000"/>
              <a:gd name="connsiteX114" fmla="*/ 7410450 w 7569200"/>
              <a:gd name="connsiteY114" fmla="*/ 5675312 h 6858000"/>
              <a:gd name="connsiteX115" fmla="*/ 7424737 w 7569200"/>
              <a:gd name="connsiteY115" fmla="*/ 5721350 h 6858000"/>
              <a:gd name="connsiteX116" fmla="*/ 7442200 w 7569200"/>
              <a:gd name="connsiteY116" fmla="*/ 5762625 h 6858000"/>
              <a:gd name="connsiteX117" fmla="*/ 7459662 w 7569200"/>
              <a:gd name="connsiteY117" fmla="*/ 5802312 h 6858000"/>
              <a:gd name="connsiteX118" fmla="*/ 7478712 w 7569200"/>
              <a:gd name="connsiteY118" fmla="*/ 5840412 h 6858000"/>
              <a:gd name="connsiteX119" fmla="*/ 7497762 w 7569200"/>
              <a:gd name="connsiteY119" fmla="*/ 5876925 h 6858000"/>
              <a:gd name="connsiteX120" fmla="*/ 7516812 w 7569200"/>
              <a:gd name="connsiteY120" fmla="*/ 5915025 h 6858000"/>
              <a:gd name="connsiteX121" fmla="*/ 7532687 w 7569200"/>
              <a:gd name="connsiteY121" fmla="*/ 5956300 h 6858000"/>
              <a:gd name="connsiteX122" fmla="*/ 7546975 w 7569200"/>
              <a:gd name="connsiteY122" fmla="*/ 6003925 h 6858000"/>
              <a:gd name="connsiteX123" fmla="*/ 7558087 w 7569200"/>
              <a:gd name="connsiteY123" fmla="*/ 6056312 h 6858000"/>
              <a:gd name="connsiteX124" fmla="*/ 7566025 w 7569200"/>
              <a:gd name="connsiteY124" fmla="*/ 6113462 h 6858000"/>
              <a:gd name="connsiteX125" fmla="*/ 7569200 w 7569200"/>
              <a:gd name="connsiteY125" fmla="*/ 6183312 h 6858000"/>
              <a:gd name="connsiteX126" fmla="*/ 7566025 w 7569200"/>
              <a:gd name="connsiteY126" fmla="*/ 6251575 h 6858000"/>
              <a:gd name="connsiteX127" fmla="*/ 7558087 w 7569200"/>
              <a:gd name="connsiteY127" fmla="*/ 6311900 h 6858000"/>
              <a:gd name="connsiteX128" fmla="*/ 7546975 w 7569200"/>
              <a:gd name="connsiteY128" fmla="*/ 6361112 h 6858000"/>
              <a:gd name="connsiteX129" fmla="*/ 7532687 w 7569200"/>
              <a:gd name="connsiteY129" fmla="*/ 6407150 h 6858000"/>
              <a:gd name="connsiteX130" fmla="*/ 7516812 w 7569200"/>
              <a:gd name="connsiteY130" fmla="*/ 6448425 h 6858000"/>
              <a:gd name="connsiteX131" fmla="*/ 7499350 w 7569200"/>
              <a:gd name="connsiteY131" fmla="*/ 6488112 h 6858000"/>
              <a:gd name="connsiteX132" fmla="*/ 7481887 w 7569200"/>
              <a:gd name="connsiteY132" fmla="*/ 6523037 h 6858000"/>
              <a:gd name="connsiteX133" fmla="*/ 7462837 w 7569200"/>
              <a:gd name="connsiteY133" fmla="*/ 6561137 h 6858000"/>
              <a:gd name="connsiteX134" fmla="*/ 7443787 w 7569200"/>
              <a:gd name="connsiteY134" fmla="*/ 6597650 h 6858000"/>
              <a:gd name="connsiteX135" fmla="*/ 7427912 w 7569200"/>
              <a:gd name="connsiteY135" fmla="*/ 6640512 h 6858000"/>
              <a:gd name="connsiteX136" fmla="*/ 7412037 w 7569200"/>
              <a:gd name="connsiteY136" fmla="*/ 6683375 h 6858000"/>
              <a:gd name="connsiteX137" fmla="*/ 7402512 w 7569200"/>
              <a:gd name="connsiteY137" fmla="*/ 6735762 h 6858000"/>
              <a:gd name="connsiteX138" fmla="*/ 7394575 w 7569200"/>
              <a:gd name="connsiteY138" fmla="*/ 6791325 h 6858000"/>
              <a:gd name="connsiteX139" fmla="*/ 7389812 w 7569200"/>
              <a:gd name="connsiteY139" fmla="*/ 6858000 h 6858000"/>
              <a:gd name="connsiteX140" fmla="*/ 0 w 7569200"/>
              <a:gd name="connsiteY140" fmla="*/ 6858000 h 6858000"/>
              <a:gd name="connsiteX141" fmla="*/ 0 w 7569200"/>
              <a:gd name="connsiteY14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7569200" h="6858000">
                <a:moveTo>
                  <a:pt x="0" y="0"/>
                </a:moveTo>
                <a:lnTo>
                  <a:pt x="7389812" y="0"/>
                </a:lnTo>
                <a:lnTo>
                  <a:pt x="7394575" y="66675"/>
                </a:lnTo>
                <a:lnTo>
                  <a:pt x="7402512" y="122237"/>
                </a:lnTo>
                <a:lnTo>
                  <a:pt x="7412037" y="174625"/>
                </a:lnTo>
                <a:lnTo>
                  <a:pt x="7427912" y="217487"/>
                </a:lnTo>
                <a:lnTo>
                  <a:pt x="7443787" y="260350"/>
                </a:lnTo>
                <a:lnTo>
                  <a:pt x="7462837" y="296862"/>
                </a:lnTo>
                <a:lnTo>
                  <a:pt x="7481887" y="334962"/>
                </a:lnTo>
                <a:lnTo>
                  <a:pt x="7499350" y="369887"/>
                </a:lnTo>
                <a:lnTo>
                  <a:pt x="7516812" y="409575"/>
                </a:lnTo>
                <a:lnTo>
                  <a:pt x="7532687" y="450850"/>
                </a:lnTo>
                <a:lnTo>
                  <a:pt x="7546975" y="496887"/>
                </a:lnTo>
                <a:lnTo>
                  <a:pt x="7558087" y="546100"/>
                </a:lnTo>
                <a:lnTo>
                  <a:pt x="7566025" y="606425"/>
                </a:lnTo>
                <a:lnTo>
                  <a:pt x="7569200" y="673100"/>
                </a:lnTo>
                <a:lnTo>
                  <a:pt x="7566025" y="744537"/>
                </a:lnTo>
                <a:lnTo>
                  <a:pt x="7558087" y="801687"/>
                </a:lnTo>
                <a:lnTo>
                  <a:pt x="7546975" y="854075"/>
                </a:lnTo>
                <a:lnTo>
                  <a:pt x="7532687" y="901700"/>
                </a:lnTo>
                <a:lnTo>
                  <a:pt x="7516812" y="942975"/>
                </a:lnTo>
                <a:lnTo>
                  <a:pt x="7497762" y="981075"/>
                </a:lnTo>
                <a:lnTo>
                  <a:pt x="7478712" y="1017587"/>
                </a:lnTo>
                <a:lnTo>
                  <a:pt x="7459662" y="1055687"/>
                </a:lnTo>
                <a:lnTo>
                  <a:pt x="7442200" y="1095375"/>
                </a:lnTo>
                <a:lnTo>
                  <a:pt x="7424737" y="1136650"/>
                </a:lnTo>
                <a:lnTo>
                  <a:pt x="7410450" y="1182687"/>
                </a:lnTo>
                <a:lnTo>
                  <a:pt x="7400925" y="1235075"/>
                </a:lnTo>
                <a:lnTo>
                  <a:pt x="7391400" y="1295400"/>
                </a:lnTo>
                <a:lnTo>
                  <a:pt x="7389812" y="1363662"/>
                </a:lnTo>
                <a:lnTo>
                  <a:pt x="7391400" y="1431925"/>
                </a:lnTo>
                <a:lnTo>
                  <a:pt x="7400925" y="1492250"/>
                </a:lnTo>
                <a:lnTo>
                  <a:pt x="7410450" y="1544637"/>
                </a:lnTo>
                <a:lnTo>
                  <a:pt x="7424737" y="1589087"/>
                </a:lnTo>
                <a:lnTo>
                  <a:pt x="7442200" y="1631950"/>
                </a:lnTo>
                <a:lnTo>
                  <a:pt x="7459662" y="1671637"/>
                </a:lnTo>
                <a:lnTo>
                  <a:pt x="7478712" y="1708150"/>
                </a:lnTo>
                <a:lnTo>
                  <a:pt x="7497762" y="1743075"/>
                </a:lnTo>
                <a:lnTo>
                  <a:pt x="7516812" y="1782762"/>
                </a:lnTo>
                <a:lnTo>
                  <a:pt x="7532687" y="1824037"/>
                </a:lnTo>
                <a:lnTo>
                  <a:pt x="7546975" y="1870075"/>
                </a:lnTo>
                <a:lnTo>
                  <a:pt x="7558087" y="1922462"/>
                </a:lnTo>
                <a:lnTo>
                  <a:pt x="7566025" y="1982787"/>
                </a:lnTo>
                <a:lnTo>
                  <a:pt x="7569200" y="2051050"/>
                </a:lnTo>
                <a:lnTo>
                  <a:pt x="7566025" y="2119312"/>
                </a:lnTo>
                <a:lnTo>
                  <a:pt x="7558087" y="2179637"/>
                </a:lnTo>
                <a:lnTo>
                  <a:pt x="7546975" y="2232025"/>
                </a:lnTo>
                <a:lnTo>
                  <a:pt x="7532687" y="2278062"/>
                </a:lnTo>
                <a:lnTo>
                  <a:pt x="7516812" y="2319337"/>
                </a:lnTo>
                <a:lnTo>
                  <a:pt x="7497762" y="2359025"/>
                </a:lnTo>
                <a:lnTo>
                  <a:pt x="7478712" y="2395537"/>
                </a:lnTo>
                <a:lnTo>
                  <a:pt x="7459662" y="2433637"/>
                </a:lnTo>
                <a:lnTo>
                  <a:pt x="7442200" y="2471737"/>
                </a:lnTo>
                <a:lnTo>
                  <a:pt x="7424737" y="2513012"/>
                </a:lnTo>
                <a:lnTo>
                  <a:pt x="7410450" y="2560637"/>
                </a:lnTo>
                <a:lnTo>
                  <a:pt x="7400925" y="2613025"/>
                </a:lnTo>
                <a:lnTo>
                  <a:pt x="7391400" y="2671762"/>
                </a:lnTo>
                <a:lnTo>
                  <a:pt x="7389812" y="2741612"/>
                </a:lnTo>
                <a:lnTo>
                  <a:pt x="7391400" y="2809875"/>
                </a:lnTo>
                <a:lnTo>
                  <a:pt x="7400925" y="2868612"/>
                </a:lnTo>
                <a:lnTo>
                  <a:pt x="7410450" y="2922587"/>
                </a:lnTo>
                <a:lnTo>
                  <a:pt x="7424737" y="2967037"/>
                </a:lnTo>
                <a:lnTo>
                  <a:pt x="7442200" y="3009900"/>
                </a:lnTo>
                <a:lnTo>
                  <a:pt x="7459662" y="3046412"/>
                </a:lnTo>
                <a:lnTo>
                  <a:pt x="7478712" y="3084512"/>
                </a:lnTo>
                <a:lnTo>
                  <a:pt x="7497762" y="3121025"/>
                </a:lnTo>
                <a:lnTo>
                  <a:pt x="7516812" y="3160712"/>
                </a:lnTo>
                <a:lnTo>
                  <a:pt x="7532687" y="3201987"/>
                </a:lnTo>
                <a:lnTo>
                  <a:pt x="7546975" y="3248025"/>
                </a:lnTo>
                <a:lnTo>
                  <a:pt x="7558087" y="3300412"/>
                </a:lnTo>
                <a:lnTo>
                  <a:pt x="7566025" y="3360737"/>
                </a:lnTo>
                <a:lnTo>
                  <a:pt x="7569200" y="3427412"/>
                </a:lnTo>
                <a:lnTo>
                  <a:pt x="7566025" y="3497262"/>
                </a:lnTo>
                <a:lnTo>
                  <a:pt x="7558087" y="3557587"/>
                </a:lnTo>
                <a:lnTo>
                  <a:pt x="7546975" y="3609975"/>
                </a:lnTo>
                <a:lnTo>
                  <a:pt x="7532687" y="3656012"/>
                </a:lnTo>
                <a:lnTo>
                  <a:pt x="7516812" y="3697287"/>
                </a:lnTo>
                <a:lnTo>
                  <a:pt x="7497762" y="3736975"/>
                </a:lnTo>
                <a:lnTo>
                  <a:pt x="7459662" y="3811587"/>
                </a:lnTo>
                <a:lnTo>
                  <a:pt x="7442200" y="3848100"/>
                </a:lnTo>
                <a:lnTo>
                  <a:pt x="7424737" y="3890962"/>
                </a:lnTo>
                <a:lnTo>
                  <a:pt x="7410450" y="3935412"/>
                </a:lnTo>
                <a:lnTo>
                  <a:pt x="7400925" y="3987800"/>
                </a:lnTo>
                <a:lnTo>
                  <a:pt x="7391400" y="4048125"/>
                </a:lnTo>
                <a:lnTo>
                  <a:pt x="7389812" y="4116387"/>
                </a:lnTo>
                <a:lnTo>
                  <a:pt x="7391400" y="4186237"/>
                </a:lnTo>
                <a:lnTo>
                  <a:pt x="7400925" y="4244975"/>
                </a:lnTo>
                <a:lnTo>
                  <a:pt x="7410450" y="4297362"/>
                </a:lnTo>
                <a:lnTo>
                  <a:pt x="7424737" y="4343400"/>
                </a:lnTo>
                <a:lnTo>
                  <a:pt x="7442200" y="4386262"/>
                </a:lnTo>
                <a:lnTo>
                  <a:pt x="7459662" y="4424362"/>
                </a:lnTo>
                <a:lnTo>
                  <a:pt x="7497762" y="4498975"/>
                </a:lnTo>
                <a:lnTo>
                  <a:pt x="7516812" y="4537075"/>
                </a:lnTo>
                <a:lnTo>
                  <a:pt x="7532687" y="4579937"/>
                </a:lnTo>
                <a:lnTo>
                  <a:pt x="7546975" y="4625975"/>
                </a:lnTo>
                <a:lnTo>
                  <a:pt x="7558087" y="4678362"/>
                </a:lnTo>
                <a:lnTo>
                  <a:pt x="7566025" y="4738687"/>
                </a:lnTo>
                <a:lnTo>
                  <a:pt x="7569200" y="4806950"/>
                </a:lnTo>
                <a:lnTo>
                  <a:pt x="7566025" y="4875212"/>
                </a:lnTo>
                <a:lnTo>
                  <a:pt x="7558087" y="4935537"/>
                </a:lnTo>
                <a:lnTo>
                  <a:pt x="7546975" y="4987925"/>
                </a:lnTo>
                <a:lnTo>
                  <a:pt x="7532687" y="5033962"/>
                </a:lnTo>
                <a:lnTo>
                  <a:pt x="7516812" y="5075237"/>
                </a:lnTo>
                <a:lnTo>
                  <a:pt x="7497762" y="5114925"/>
                </a:lnTo>
                <a:lnTo>
                  <a:pt x="7478712" y="5149850"/>
                </a:lnTo>
                <a:lnTo>
                  <a:pt x="7459662" y="5186362"/>
                </a:lnTo>
                <a:lnTo>
                  <a:pt x="7442200" y="5226050"/>
                </a:lnTo>
                <a:lnTo>
                  <a:pt x="7424737" y="5268912"/>
                </a:lnTo>
                <a:lnTo>
                  <a:pt x="7410450" y="5313362"/>
                </a:lnTo>
                <a:lnTo>
                  <a:pt x="7400925" y="5365750"/>
                </a:lnTo>
                <a:lnTo>
                  <a:pt x="7391400" y="5426075"/>
                </a:lnTo>
                <a:lnTo>
                  <a:pt x="7389812" y="5494337"/>
                </a:lnTo>
                <a:lnTo>
                  <a:pt x="7391400" y="5562600"/>
                </a:lnTo>
                <a:lnTo>
                  <a:pt x="7400925" y="5622925"/>
                </a:lnTo>
                <a:lnTo>
                  <a:pt x="7410450" y="5675312"/>
                </a:lnTo>
                <a:lnTo>
                  <a:pt x="7424737" y="5721350"/>
                </a:lnTo>
                <a:lnTo>
                  <a:pt x="7442200" y="5762625"/>
                </a:lnTo>
                <a:lnTo>
                  <a:pt x="7459662" y="5802312"/>
                </a:lnTo>
                <a:lnTo>
                  <a:pt x="7478712" y="5840412"/>
                </a:lnTo>
                <a:lnTo>
                  <a:pt x="7497762" y="5876925"/>
                </a:lnTo>
                <a:lnTo>
                  <a:pt x="7516812" y="5915025"/>
                </a:lnTo>
                <a:lnTo>
                  <a:pt x="7532687" y="5956300"/>
                </a:lnTo>
                <a:lnTo>
                  <a:pt x="7546975" y="6003925"/>
                </a:lnTo>
                <a:lnTo>
                  <a:pt x="7558087" y="6056312"/>
                </a:lnTo>
                <a:lnTo>
                  <a:pt x="7566025" y="6113462"/>
                </a:lnTo>
                <a:lnTo>
                  <a:pt x="7569200" y="6183312"/>
                </a:lnTo>
                <a:lnTo>
                  <a:pt x="7566025" y="6251575"/>
                </a:lnTo>
                <a:lnTo>
                  <a:pt x="7558087" y="6311900"/>
                </a:lnTo>
                <a:lnTo>
                  <a:pt x="7546975" y="6361112"/>
                </a:lnTo>
                <a:lnTo>
                  <a:pt x="7532687" y="6407150"/>
                </a:lnTo>
                <a:lnTo>
                  <a:pt x="7516812" y="6448425"/>
                </a:lnTo>
                <a:lnTo>
                  <a:pt x="7499350" y="6488112"/>
                </a:lnTo>
                <a:lnTo>
                  <a:pt x="7481887" y="6523037"/>
                </a:lnTo>
                <a:lnTo>
                  <a:pt x="7462837" y="6561137"/>
                </a:lnTo>
                <a:lnTo>
                  <a:pt x="7443787" y="6597650"/>
                </a:lnTo>
                <a:lnTo>
                  <a:pt x="7427912" y="6640512"/>
                </a:lnTo>
                <a:lnTo>
                  <a:pt x="7412037" y="6683375"/>
                </a:lnTo>
                <a:lnTo>
                  <a:pt x="7402512" y="6735762"/>
                </a:lnTo>
                <a:lnTo>
                  <a:pt x="7394575" y="6791325"/>
                </a:lnTo>
                <a:lnTo>
                  <a:pt x="7389812" y="6858000"/>
                </a:lnTo>
                <a:lnTo>
                  <a:pt x="0" y="6858000"/>
                </a:lnTo>
                <a:lnTo>
                  <a:pt x="0" y="0"/>
                </a:lnTo>
                <a:close/>
              </a:path>
            </a:pathLst>
          </a:custGeom>
          <a:solidFill>
            <a:schemeClr val="bg2">
              <a:lumMod val="90000"/>
            </a:schemeClr>
          </a:solidFill>
          <a:ln w="0">
            <a:noFill/>
            <a:prstDash val="solid"/>
            <a:round/>
            <a:headEnd/>
            <a:tailEnd/>
          </a:ln>
        </p:spPr>
        <p:txBody>
          <a:bodyPr/>
          <a:lstStyle/>
          <a:p>
            <a:endParaRPr lang="en-US"/>
          </a:p>
        </p:txBody>
      </p:sp>
      <p:sp>
        <p:nvSpPr>
          <p:cNvPr id="2" name="Title 1">
            <a:extLst>
              <a:ext uri="{FF2B5EF4-FFF2-40B4-BE49-F238E27FC236}">
                <a16:creationId xmlns:a16="http://schemas.microsoft.com/office/drawing/2014/main" id="{F7D73EEF-CB62-4098-4E68-D13756922D1B}"/>
              </a:ext>
            </a:extLst>
          </p:cNvPr>
          <p:cNvSpPr>
            <a:spLocks noGrp="1"/>
          </p:cNvSpPr>
          <p:nvPr>
            <p:ph type="title"/>
          </p:nvPr>
        </p:nvSpPr>
        <p:spPr>
          <a:xfrm>
            <a:off x="754144" y="484631"/>
            <a:ext cx="6340519" cy="1638469"/>
          </a:xfrm>
        </p:spPr>
        <p:txBody>
          <a:bodyPr>
            <a:normAutofit/>
          </a:bodyPr>
          <a:lstStyle/>
          <a:p>
            <a:r>
              <a:rPr lang="en-US" dirty="0">
                <a:latin typeface="Optima" panose="02000503060000020004" pitchFamily="2" charset="0"/>
              </a:rPr>
              <a:t>The argument</a:t>
            </a:r>
          </a:p>
        </p:txBody>
      </p:sp>
      <p:sp>
        <p:nvSpPr>
          <p:cNvPr id="11" name="Rectangle 10">
            <a:extLst>
              <a:ext uri="{FF2B5EF4-FFF2-40B4-BE49-F238E27FC236}">
                <a16:creationId xmlns:a16="http://schemas.microsoft.com/office/drawing/2014/main" id="{F3734912-26F1-4F15-9124-B74686760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8E7AC6FF-73A3-63ED-F6AE-28CFE7A7D049}"/>
              </a:ext>
            </a:extLst>
          </p:cNvPr>
          <p:cNvSpPr>
            <a:spLocks noGrp="1"/>
          </p:cNvSpPr>
          <p:nvPr>
            <p:ph idx="1"/>
          </p:nvPr>
        </p:nvSpPr>
        <p:spPr>
          <a:xfrm>
            <a:off x="765051" y="1600710"/>
            <a:ext cx="6518251" cy="4772658"/>
          </a:xfrm>
        </p:spPr>
        <p:txBody>
          <a:bodyPr>
            <a:noAutofit/>
          </a:bodyPr>
          <a:lstStyle/>
          <a:p>
            <a:pPr marL="0" indent="0">
              <a:buNone/>
            </a:pPr>
            <a:r>
              <a:rPr lang="en-US" sz="2400" dirty="0">
                <a:solidFill>
                  <a:schemeClr val="tx1"/>
                </a:solidFill>
                <a:latin typeface="Avenir Book" panose="02000503020000020003" pitchFamily="2" charset="0"/>
              </a:rPr>
              <a:t>1. Mary (before her release) knows everything physical there is to know about people. </a:t>
            </a:r>
          </a:p>
          <a:p>
            <a:pPr marL="0" indent="0">
              <a:buNone/>
            </a:pPr>
            <a:r>
              <a:rPr lang="en-US" sz="2400" dirty="0">
                <a:solidFill>
                  <a:schemeClr val="tx1"/>
                </a:solidFill>
                <a:latin typeface="Avenir Book" panose="02000503020000020003" pitchFamily="2" charset="0"/>
              </a:rPr>
              <a:t>2. Mary (before her release) does not know everything there is to know about other people (because she </a:t>
            </a:r>
            <a:r>
              <a:rPr lang="en-US" sz="2400" i="1" dirty="0">
                <a:solidFill>
                  <a:schemeClr val="tx1"/>
                </a:solidFill>
                <a:latin typeface="Avenir Book" panose="02000503020000020003" pitchFamily="2" charset="0"/>
              </a:rPr>
              <a:t>learns</a:t>
            </a:r>
            <a:r>
              <a:rPr lang="en-US" sz="2400" dirty="0">
                <a:solidFill>
                  <a:schemeClr val="tx1"/>
                </a:solidFill>
                <a:latin typeface="Avenir Book" panose="02000503020000020003" pitchFamily="2" charset="0"/>
              </a:rPr>
              <a:t> something about them on her release). </a:t>
            </a:r>
          </a:p>
          <a:p>
            <a:pPr marL="0" indent="0">
              <a:buNone/>
            </a:pPr>
            <a:r>
              <a:rPr lang="en-US" sz="2400" dirty="0">
                <a:solidFill>
                  <a:schemeClr val="tx1"/>
                </a:solidFill>
                <a:latin typeface="Avenir Book" panose="02000503020000020003" pitchFamily="2" charset="0"/>
              </a:rPr>
              <a:t>Therefore, </a:t>
            </a:r>
          </a:p>
          <a:p>
            <a:pPr marL="0" indent="0">
              <a:buNone/>
            </a:pPr>
            <a:r>
              <a:rPr lang="en-US" sz="2400" dirty="0">
                <a:solidFill>
                  <a:schemeClr val="tx1"/>
                </a:solidFill>
                <a:latin typeface="Avenir Book" panose="02000503020000020003" pitchFamily="2" charset="0"/>
              </a:rPr>
              <a:t>3. There are truths about other people (and herself) which escape the physicalist story. </a:t>
            </a:r>
          </a:p>
        </p:txBody>
      </p:sp>
      <p:pic>
        <p:nvPicPr>
          <p:cNvPr id="4" name="Picture 3" descr="A person standing in a room&#10;&#10;Description automatically generated">
            <a:extLst>
              <a:ext uri="{FF2B5EF4-FFF2-40B4-BE49-F238E27FC236}">
                <a16:creationId xmlns:a16="http://schemas.microsoft.com/office/drawing/2014/main" id="{B45730F1-7721-645C-8114-E9511D8B7FE6}"/>
              </a:ext>
            </a:extLst>
          </p:cNvPr>
          <p:cNvPicPr>
            <a:picLocks noChangeAspect="1"/>
          </p:cNvPicPr>
          <p:nvPr/>
        </p:nvPicPr>
        <p:blipFill>
          <a:blip r:embed="rId2"/>
          <a:stretch>
            <a:fillRect/>
          </a:stretch>
        </p:blipFill>
        <p:spPr>
          <a:xfrm>
            <a:off x="8050787" y="1600709"/>
            <a:ext cx="3656581" cy="3656581"/>
          </a:xfrm>
          <a:prstGeom prst="rect">
            <a:avLst/>
          </a:prstGeom>
        </p:spPr>
      </p:pic>
    </p:spTree>
    <p:extLst>
      <p:ext uri="{BB962C8B-B14F-4D97-AF65-F5344CB8AC3E}">
        <p14:creationId xmlns:p14="http://schemas.microsoft.com/office/powerpoint/2010/main" val="37928641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287D9197-4A85-4276-8FC4-67873E2075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9" name="Freeform 10">
            <a:extLst>
              <a:ext uri="{FF2B5EF4-FFF2-40B4-BE49-F238E27FC236}">
                <a16:creationId xmlns:a16="http://schemas.microsoft.com/office/drawing/2014/main" id="{01B5B487-A1DE-47E1-B06D-F13BBCCA78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7569200" cy="6858000"/>
          </a:xfrm>
          <a:custGeom>
            <a:avLst/>
            <a:gdLst>
              <a:gd name="connsiteX0" fmla="*/ 0 w 7569200"/>
              <a:gd name="connsiteY0" fmla="*/ 0 h 6858000"/>
              <a:gd name="connsiteX1" fmla="*/ 7389812 w 7569200"/>
              <a:gd name="connsiteY1" fmla="*/ 0 h 6858000"/>
              <a:gd name="connsiteX2" fmla="*/ 7394575 w 7569200"/>
              <a:gd name="connsiteY2" fmla="*/ 66675 h 6858000"/>
              <a:gd name="connsiteX3" fmla="*/ 7402512 w 7569200"/>
              <a:gd name="connsiteY3" fmla="*/ 122237 h 6858000"/>
              <a:gd name="connsiteX4" fmla="*/ 7412037 w 7569200"/>
              <a:gd name="connsiteY4" fmla="*/ 174625 h 6858000"/>
              <a:gd name="connsiteX5" fmla="*/ 7427912 w 7569200"/>
              <a:gd name="connsiteY5" fmla="*/ 217487 h 6858000"/>
              <a:gd name="connsiteX6" fmla="*/ 7443787 w 7569200"/>
              <a:gd name="connsiteY6" fmla="*/ 260350 h 6858000"/>
              <a:gd name="connsiteX7" fmla="*/ 7462837 w 7569200"/>
              <a:gd name="connsiteY7" fmla="*/ 296862 h 6858000"/>
              <a:gd name="connsiteX8" fmla="*/ 7481887 w 7569200"/>
              <a:gd name="connsiteY8" fmla="*/ 334962 h 6858000"/>
              <a:gd name="connsiteX9" fmla="*/ 7499350 w 7569200"/>
              <a:gd name="connsiteY9" fmla="*/ 369887 h 6858000"/>
              <a:gd name="connsiteX10" fmla="*/ 7516812 w 7569200"/>
              <a:gd name="connsiteY10" fmla="*/ 409575 h 6858000"/>
              <a:gd name="connsiteX11" fmla="*/ 7532687 w 7569200"/>
              <a:gd name="connsiteY11" fmla="*/ 450850 h 6858000"/>
              <a:gd name="connsiteX12" fmla="*/ 7546975 w 7569200"/>
              <a:gd name="connsiteY12" fmla="*/ 496887 h 6858000"/>
              <a:gd name="connsiteX13" fmla="*/ 7558087 w 7569200"/>
              <a:gd name="connsiteY13" fmla="*/ 546100 h 6858000"/>
              <a:gd name="connsiteX14" fmla="*/ 7566025 w 7569200"/>
              <a:gd name="connsiteY14" fmla="*/ 606425 h 6858000"/>
              <a:gd name="connsiteX15" fmla="*/ 7569200 w 7569200"/>
              <a:gd name="connsiteY15" fmla="*/ 673100 h 6858000"/>
              <a:gd name="connsiteX16" fmla="*/ 7566025 w 7569200"/>
              <a:gd name="connsiteY16" fmla="*/ 744537 h 6858000"/>
              <a:gd name="connsiteX17" fmla="*/ 7558087 w 7569200"/>
              <a:gd name="connsiteY17" fmla="*/ 801687 h 6858000"/>
              <a:gd name="connsiteX18" fmla="*/ 7546975 w 7569200"/>
              <a:gd name="connsiteY18" fmla="*/ 854075 h 6858000"/>
              <a:gd name="connsiteX19" fmla="*/ 7532687 w 7569200"/>
              <a:gd name="connsiteY19" fmla="*/ 901700 h 6858000"/>
              <a:gd name="connsiteX20" fmla="*/ 7516812 w 7569200"/>
              <a:gd name="connsiteY20" fmla="*/ 942975 h 6858000"/>
              <a:gd name="connsiteX21" fmla="*/ 7497762 w 7569200"/>
              <a:gd name="connsiteY21" fmla="*/ 981075 h 6858000"/>
              <a:gd name="connsiteX22" fmla="*/ 7478712 w 7569200"/>
              <a:gd name="connsiteY22" fmla="*/ 1017587 h 6858000"/>
              <a:gd name="connsiteX23" fmla="*/ 7459662 w 7569200"/>
              <a:gd name="connsiteY23" fmla="*/ 1055687 h 6858000"/>
              <a:gd name="connsiteX24" fmla="*/ 7442200 w 7569200"/>
              <a:gd name="connsiteY24" fmla="*/ 1095375 h 6858000"/>
              <a:gd name="connsiteX25" fmla="*/ 7424737 w 7569200"/>
              <a:gd name="connsiteY25" fmla="*/ 1136650 h 6858000"/>
              <a:gd name="connsiteX26" fmla="*/ 7410450 w 7569200"/>
              <a:gd name="connsiteY26" fmla="*/ 1182687 h 6858000"/>
              <a:gd name="connsiteX27" fmla="*/ 7400925 w 7569200"/>
              <a:gd name="connsiteY27" fmla="*/ 1235075 h 6858000"/>
              <a:gd name="connsiteX28" fmla="*/ 7391400 w 7569200"/>
              <a:gd name="connsiteY28" fmla="*/ 1295400 h 6858000"/>
              <a:gd name="connsiteX29" fmla="*/ 7389812 w 7569200"/>
              <a:gd name="connsiteY29" fmla="*/ 1363662 h 6858000"/>
              <a:gd name="connsiteX30" fmla="*/ 7391400 w 7569200"/>
              <a:gd name="connsiteY30" fmla="*/ 1431925 h 6858000"/>
              <a:gd name="connsiteX31" fmla="*/ 7400925 w 7569200"/>
              <a:gd name="connsiteY31" fmla="*/ 1492250 h 6858000"/>
              <a:gd name="connsiteX32" fmla="*/ 7410450 w 7569200"/>
              <a:gd name="connsiteY32" fmla="*/ 1544637 h 6858000"/>
              <a:gd name="connsiteX33" fmla="*/ 7424737 w 7569200"/>
              <a:gd name="connsiteY33" fmla="*/ 1589087 h 6858000"/>
              <a:gd name="connsiteX34" fmla="*/ 7442200 w 7569200"/>
              <a:gd name="connsiteY34" fmla="*/ 1631950 h 6858000"/>
              <a:gd name="connsiteX35" fmla="*/ 7459662 w 7569200"/>
              <a:gd name="connsiteY35" fmla="*/ 1671637 h 6858000"/>
              <a:gd name="connsiteX36" fmla="*/ 7478712 w 7569200"/>
              <a:gd name="connsiteY36" fmla="*/ 1708150 h 6858000"/>
              <a:gd name="connsiteX37" fmla="*/ 7497762 w 7569200"/>
              <a:gd name="connsiteY37" fmla="*/ 1743075 h 6858000"/>
              <a:gd name="connsiteX38" fmla="*/ 7516812 w 7569200"/>
              <a:gd name="connsiteY38" fmla="*/ 1782762 h 6858000"/>
              <a:gd name="connsiteX39" fmla="*/ 7532687 w 7569200"/>
              <a:gd name="connsiteY39" fmla="*/ 1824037 h 6858000"/>
              <a:gd name="connsiteX40" fmla="*/ 7546975 w 7569200"/>
              <a:gd name="connsiteY40" fmla="*/ 1870075 h 6858000"/>
              <a:gd name="connsiteX41" fmla="*/ 7558087 w 7569200"/>
              <a:gd name="connsiteY41" fmla="*/ 1922462 h 6858000"/>
              <a:gd name="connsiteX42" fmla="*/ 7566025 w 7569200"/>
              <a:gd name="connsiteY42" fmla="*/ 1982787 h 6858000"/>
              <a:gd name="connsiteX43" fmla="*/ 7569200 w 7569200"/>
              <a:gd name="connsiteY43" fmla="*/ 2051050 h 6858000"/>
              <a:gd name="connsiteX44" fmla="*/ 7566025 w 7569200"/>
              <a:gd name="connsiteY44" fmla="*/ 2119312 h 6858000"/>
              <a:gd name="connsiteX45" fmla="*/ 7558087 w 7569200"/>
              <a:gd name="connsiteY45" fmla="*/ 2179637 h 6858000"/>
              <a:gd name="connsiteX46" fmla="*/ 7546975 w 7569200"/>
              <a:gd name="connsiteY46" fmla="*/ 2232025 h 6858000"/>
              <a:gd name="connsiteX47" fmla="*/ 7532687 w 7569200"/>
              <a:gd name="connsiteY47" fmla="*/ 2278062 h 6858000"/>
              <a:gd name="connsiteX48" fmla="*/ 7516812 w 7569200"/>
              <a:gd name="connsiteY48" fmla="*/ 2319337 h 6858000"/>
              <a:gd name="connsiteX49" fmla="*/ 7497762 w 7569200"/>
              <a:gd name="connsiteY49" fmla="*/ 2359025 h 6858000"/>
              <a:gd name="connsiteX50" fmla="*/ 7478712 w 7569200"/>
              <a:gd name="connsiteY50" fmla="*/ 2395537 h 6858000"/>
              <a:gd name="connsiteX51" fmla="*/ 7459662 w 7569200"/>
              <a:gd name="connsiteY51" fmla="*/ 2433637 h 6858000"/>
              <a:gd name="connsiteX52" fmla="*/ 7442200 w 7569200"/>
              <a:gd name="connsiteY52" fmla="*/ 2471737 h 6858000"/>
              <a:gd name="connsiteX53" fmla="*/ 7424737 w 7569200"/>
              <a:gd name="connsiteY53" fmla="*/ 2513012 h 6858000"/>
              <a:gd name="connsiteX54" fmla="*/ 7410450 w 7569200"/>
              <a:gd name="connsiteY54" fmla="*/ 2560637 h 6858000"/>
              <a:gd name="connsiteX55" fmla="*/ 7400925 w 7569200"/>
              <a:gd name="connsiteY55" fmla="*/ 2613025 h 6858000"/>
              <a:gd name="connsiteX56" fmla="*/ 7391400 w 7569200"/>
              <a:gd name="connsiteY56" fmla="*/ 2671762 h 6858000"/>
              <a:gd name="connsiteX57" fmla="*/ 7389812 w 7569200"/>
              <a:gd name="connsiteY57" fmla="*/ 2741612 h 6858000"/>
              <a:gd name="connsiteX58" fmla="*/ 7391400 w 7569200"/>
              <a:gd name="connsiteY58" fmla="*/ 2809875 h 6858000"/>
              <a:gd name="connsiteX59" fmla="*/ 7400925 w 7569200"/>
              <a:gd name="connsiteY59" fmla="*/ 2868612 h 6858000"/>
              <a:gd name="connsiteX60" fmla="*/ 7410450 w 7569200"/>
              <a:gd name="connsiteY60" fmla="*/ 2922587 h 6858000"/>
              <a:gd name="connsiteX61" fmla="*/ 7424737 w 7569200"/>
              <a:gd name="connsiteY61" fmla="*/ 2967037 h 6858000"/>
              <a:gd name="connsiteX62" fmla="*/ 7442200 w 7569200"/>
              <a:gd name="connsiteY62" fmla="*/ 3009900 h 6858000"/>
              <a:gd name="connsiteX63" fmla="*/ 7459662 w 7569200"/>
              <a:gd name="connsiteY63" fmla="*/ 3046412 h 6858000"/>
              <a:gd name="connsiteX64" fmla="*/ 7478712 w 7569200"/>
              <a:gd name="connsiteY64" fmla="*/ 3084512 h 6858000"/>
              <a:gd name="connsiteX65" fmla="*/ 7497762 w 7569200"/>
              <a:gd name="connsiteY65" fmla="*/ 3121025 h 6858000"/>
              <a:gd name="connsiteX66" fmla="*/ 7516812 w 7569200"/>
              <a:gd name="connsiteY66" fmla="*/ 3160712 h 6858000"/>
              <a:gd name="connsiteX67" fmla="*/ 7532687 w 7569200"/>
              <a:gd name="connsiteY67" fmla="*/ 3201987 h 6858000"/>
              <a:gd name="connsiteX68" fmla="*/ 7546975 w 7569200"/>
              <a:gd name="connsiteY68" fmla="*/ 3248025 h 6858000"/>
              <a:gd name="connsiteX69" fmla="*/ 7558087 w 7569200"/>
              <a:gd name="connsiteY69" fmla="*/ 3300412 h 6858000"/>
              <a:gd name="connsiteX70" fmla="*/ 7566025 w 7569200"/>
              <a:gd name="connsiteY70" fmla="*/ 3360737 h 6858000"/>
              <a:gd name="connsiteX71" fmla="*/ 7569200 w 7569200"/>
              <a:gd name="connsiteY71" fmla="*/ 3427412 h 6858000"/>
              <a:gd name="connsiteX72" fmla="*/ 7566025 w 7569200"/>
              <a:gd name="connsiteY72" fmla="*/ 3497262 h 6858000"/>
              <a:gd name="connsiteX73" fmla="*/ 7558087 w 7569200"/>
              <a:gd name="connsiteY73" fmla="*/ 3557587 h 6858000"/>
              <a:gd name="connsiteX74" fmla="*/ 7546975 w 7569200"/>
              <a:gd name="connsiteY74" fmla="*/ 3609975 h 6858000"/>
              <a:gd name="connsiteX75" fmla="*/ 7532687 w 7569200"/>
              <a:gd name="connsiteY75" fmla="*/ 3656012 h 6858000"/>
              <a:gd name="connsiteX76" fmla="*/ 7516812 w 7569200"/>
              <a:gd name="connsiteY76" fmla="*/ 3697287 h 6858000"/>
              <a:gd name="connsiteX77" fmla="*/ 7497762 w 7569200"/>
              <a:gd name="connsiteY77" fmla="*/ 3736975 h 6858000"/>
              <a:gd name="connsiteX78" fmla="*/ 7459662 w 7569200"/>
              <a:gd name="connsiteY78" fmla="*/ 3811587 h 6858000"/>
              <a:gd name="connsiteX79" fmla="*/ 7442200 w 7569200"/>
              <a:gd name="connsiteY79" fmla="*/ 3848100 h 6858000"/>
              <a:gd name="connsiteX80" fmla="*/ 7424737 w 7569200"/>
              <a:gd name="connsiteY80" fmla="*/ 3890962 h 6858000"/>
              <a:gd name="connsiteX81" fmla="*/ 7410450 w 7569200"/>
              <a:gd name="connsiteY81" fmla="*/ 3935412 h 6858000"/>
              <a:gd name="connsiteX82" fmla="*/ 7400925 w 7569200"/>
              <a:gd name="connsiteY82" fmla="*/ 3987800 h 6858000"/>
              <a:gd name="connsiteX83" fmla="*/ 7391400 w 7569200"/>
              <a:gd name="connsiteY83" fmla="*/ 4048125 h 6858000"/>
              <a:gd name="connsiteX84" fmla="*/ 7389812 w 7569200"/>
              <a:gd name="connsiteY84" fmla="*/ 4116387 h 6858000"/>
              <a:gd name="connsiteX85" fmla="*/ 7391400 w 7569200"/>
              <a:gd name="connsiteY85" fmla="*/ 4186237 h 6858000"/>
              <a:gd name="connsiteX86" fmla="*/ 7400925 w 7569200"/>
              <a:gd name="connsiteY86" fmla="*/ 4244975 h 6858000"/>
              <a:gd name="connsiteX87" fmla="*/ 7410450 w 7569200"/>
              <a:gd name="connsiteY87" fmla="*/ 4297362 h 6858000"/>
              <a:gd name="connsiteX88" fmla="*/ 7424737 w 7569200"/>
              <a:gd name="connsiteY88" fmla="*/ 4343400 h 6858000"/>
              <a:gd name="connsiteX89" fmla="*/ 7442200 w 7569200"/>
              <a:gd name="connsiteY89" fmla="*/ 4386262 h 6858000"/>
              <a:gd name="connsiteX90" fmla="*/ 7459662 w 7569200"/>
              <a:gd name="connsiteY90" fmla="*/ 4424362 h 6858000"/>
              <a:gd name="connsiteX91" fmla="*/ 7497762 w 7569200"/>
              <a:gd name="connsiteY91" fmla="*/ 4498975 h 6858000"/>
              <a:gd name="connsiteX92" fmla="*/ 7516812 w 7569200"/>
              <a:gd name="connsiteY92" fmla="*/ 4537075 h 6858000"/>
              <a:gd name="connsiteX93" fmla="*/ 7532687 w 7569200"/>
              <a:gd name="connsiteY93" fmla="*/ 4579937 h 6858000"/>
              <a:gd name="connsiteX94" fmla="*/ 7546975 w 7569200"/>
              <a:gd name="connsiteY94" fmla="*/ 4625975 h 6858000"/>
              <a:gd name="connsiteX95" fmla="*/ 7558087 w 7569200"/>
              <a:gd name="connsiteY95" fmla="*/ 4678362 h 6858000"/>
              <a:gd name="connsiteX96" fmla="*/ 7566025 w 7569200"/>
              <a:gd name="connsiteY96" fmla="*/ 4738687 h 6858000"/>
              <a:gd name="connsiteX97" fmla="*/ 7569200 w 7569200"/>
              <a:gd name="connsiteY97" fmla="*/ 4806950 h 6858000"/>
              <a:gd name="connsiteX98" fmla="*/ 7566025 w 7569200"/>
              <a:gd name="connsiteY98" fmla="*/ 4875212 h 6858000"/>
              <a:gd name="connsiteX99" fmla="*/ 7558087 w 7569200"/>
              <a:gd name="connsiteY99" fmla="*/ 4935537 h 6858000"/>
              <a:gd name="connsiteX100" fmla="*/ 7546975 w 7569200"/>
              <a:gd name="connsiteY100" fmla="*/ 4987925 h 6858000"/>
              <a:gd name="connsiteX101" fmla="*/ 7532687 w 7569200"/>
              <a:gd name="connsiteY101" fmla="*/ 5033962 h 6858000"/>
              <a:gd name="connsiteX102" fmla="*/ 7516812 w 7569200"/>
              <a:gd name="connsiteY102" fmla="*/ 5075237 h 6858000"/>
              <a:gd name="connsiteX103" fmla="*/ 7497762 w 7569200"/>
              <a:gd name="connsiteY103" fmla="*/ 5114925 h 6858000"/>
              <a:gd name="connsiteX104" fmla="*/ 7478712 w 7569200"/>
              <a:gd name="connsiteY104" fmla="*/ 5149850 h 6858000"/>
              <a:gd name="connsiteX105" fmla="*/ 7459662 w 7569200"/>
              <a:gd name="connsiteY105" fmla="*/ 5186362 h 6858000"/>
              <a:gd name="connsiteX106" fmla="*/ 7442200 w 7569200"/>
              <a:gd name="connsiteY106" fmla="*/ 5226050 h 6858000"/>
              <a:gd name="connsiteX107" fmla="*/ 7424737 w 7569200"/>
              <a:gd name="connsiteY107" fmla="*/ 5268912 h 6858000"/>
              <a:gd name="connsiteX108" fmla="*/ 7410450 w 7569200"/>
              <a:gd name="connsiteY108" fmla="*/ 5313362 h 6858000"/>
              <a:gd name="connsiteX109" fmla="*/ 7400925 w 7569200"/>
              <a:gd name="connsiteY109" fmla="*/ 5365750 h 6858000"/>
              <a:gd name="connsiteX110" fmla="*/ 7391400 w 7569200"/>
              <a:gd name="connsiteY110" fmla="*/ 5426075 h 6858000"/>
              <a:gd name="connsiteX111" fmla="*/ 7389812 w 7569200"/>
              <a:gd name="connsiteY111" fmla="*/ 5494337 h 6858000"/>
              <a:gd name="connsiteX112" fmla="*/ 7391400 w 7569200"/>
              <a:gd name="connsiteY112" fmla="*/ 5562600 h 6858000"/>
              <a:gd name="connsiteX113" fmla="*/ 7400925 w 7569200"/>
              <a:gd name="connsiteY113" fmla="*/ 5622925 h 6858000"/>
              <a:gd name="connsiteX114" fmla="*/ 7410450 w 7569200"/>
              <a:gd name="connsiteY114" fmla="*/ 5675312 h 6858000"/>
              <a:gd name="connsiteX115" fmla="*/ 7424737 w 7569200"/>
              <a:gd name="connsiteY115" fmla="*/ 5721350 h 6858000"/>
              <a:gd name="connsiteX116" fmla="*/ 7442200 w 7569200"/>
              <a:gd name="connsiteY116" fmla="*/ 5762625 h 6858000"/>
              <a:gd name="connsiteX117" fmla="*/ 7459662 w 7569200"/>
              <a:gd name="connsiteY117" fmla="*/ 5802312 h 6858000"/>
              <a:gd name="connsiteX118" fmla="*/ 7478712 w 7569200"/>
              <a:gd name="connsiteY118" fmla="*/ 5840412 h 6858000"/>
              <a:gd name="connsiteX119" fmla="*/ 7497762 w 7569200"/>
              <a:gd name="connsiteY119" fmla="*/ 5876925 h 6858000"/>
              <a:gd name="connsiteX120" fmla="*/ 7516812 w 7569200"/>
              <a:gd name="connsiteY120" fmla="*/ 5915025 h 6858000"/>
              <a:gd name="connsiteX121" fmla="*/ 7532687 w 7569200"/>
              <a:gd name="connsiteY121" fmla="*/ 5956300 h 6858000"/>
              <a:gd name="connsiteX122" fmla="*/ 7546975 w 7569200"/>
              <a:gd name="connsiteY122" fmla="*/ 6003925 h 6858000"/>
              <a:gd name="connsiteX123" fmla="*/ 7558087 w 7569200"/>
              <a:gd name="connsiteY123" fmla="*/ 6056312 h 6858000"/>
              <a:gd name="connsiteX124" fmla="*/ 7566025 w 7569200"/>
              <a:gd name="connsiteY124" fmla="*/ 6113462 h 6858000"/>
              <a:gd name="connsiteX125" fmla="*/ 7569200 w 7569200"/>
              <a:gd name="connsiteY125" fmla="*/ 6183312 h 6858000"/>
              <a:gd name="connsiteX126" fmla="*/ 7566025 w 7569200"/>
              <a:gd name="connsiteY126" fmla="*/ 6251575 h 6858000"/>
              <a:gd name="connsiteX127" fmla="*/ 7558087 w 7569200"/>
              <a:gd name="connsiteY127" fmla="*/ 6311900 h 6858000"/>
              <a:gd name="connsiteX128" fmla="*/ 7546975 w 7569200"/>
              <a:gd name="connsiteY128" fmla="*/ 6361112 h 6858000"/>
              <a:gd name="connsiteX129" fmla="*/ 7532687 w 7569200"/>
              <a:gd name="connsiteY129" fmla="*/ 6407150 h 6858000"/>
              <a:gd name="connsiteX130" fmla="*/ 7516812 w 7569200"/>
              <a:gd name="connsiteY130" fmla="*/ 6448425 h 6858000"/>
              <a:gd name="connsiteX131" fmla="*/ 7499350 w 7569200"/>
              <a:gd name="connsiteY131" fmla="*/ 6488112 h 6858000"/>
              <a:gd name="connsiteX132" fmla="*/ 7481887 w 7569200"/>
              <a:gd name="connsiteY132" fmla="*/ 6523037 h 6858000"/>
              <a:gd name="connsiteX133" fmla="*/ 7462837 w 7569200"/>
              <a:gd name="connsiteY133" fmla="*/ 6561137 h 6858000"/>
              <a:gd name="connsiteX134" fmla="*/ 7443787 w 7569200"/>
              <a:gd name="connsiteY134" fmla="*/ 6597650 h 6858000"/>
              <a:gd name="connsiteX135" fmla="*/ 7427912 w 7569200"/>
              <a:gd name="connsiteY135" fmla="*/ 6640512 h 6858000"/>
              <a:gd name="connsiteX136" fmla="*/ 7412037 w 7569200"/>
              <a:gd name="connsiteY136" fmla="*/ 6683375 h 6858000"/>
              <a:gd name="connsiteX137" fmla="*/ 7402512 w 7569200"/>
              <a:gd name="connsiteY137" fmla="*/ 6735762 h 6858000"/>
              <a:gd name="connsiteX138" fmla="*/ 7394575 w 7569200"/>
              <a:gd name="connsiteY138" fmla="*/ 6791325 h 6858000"/>
              <a:gd name="connsiteX139" fmla="*/ 7389812 w 7569200"/>
              <a:gd name="connsiteY139" fmla="*/ 6858000 h 6858000"/>
              <a:gd name="connsiteX140" fmla="*/ 0 w 7569200"/>
              <a:gd name="connsiteY140" fmla="*/ 6858000 h 6858000"/>
              <a:gd name="connsiteX141" fmla="*/ 0 w 7569200"/>
              <a:gd name="connsiteY14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7569200" h="6858000">
                <a:moveTo>
                  <a:pt x="0" y="0"/>
                </a:moveTo>
                <a:lnTo>
                  <a:pt x="7389812" y="0"/>
                </a:lnTo>
                <a:lnTo>
                  <a:pt x="7394575" y="66675"/>
                </a:lnTo>
                <a:lnTo>
                  <a:pt x="7402512" y="122237"/>
                </a:lnTo>
                <a:lnTo>
                  <a:pt x="7412037" y="174625"/>
                </a:lnTo>
                <a:lnTo>
                  <a:pt x="7427912" y="217487"/>
                </a:lnTo>
                <a:lnTo>
                  <a:pt x="7443787" y="260350"/>
                </a:lnTo>
                <a:lnTo>
                  <a:pt x="7462837" y="296862"/>
                </a:lnTo>
                <a:lnTo>
                  <a:pt x="7481887" y="334962"/>
                </a:lnTo>
                <a:lnTo>
                  <a:pt x="7499350" y="369887"/>
                </a:lnTo>
                <a:lnTo>
                  <a:pt x="7516812" y="409575"/>
                </a:lnTo>
                <a:lnTo>
                  <a:pt x="7532687" y="450850"/>
                </a:lnTo>
                <a:lnTo>
                  <a:pt x="7546975" y="496887"/>
                </a:lnTo>
                <a:lnTo>
                  <a:pt x="7558087" y="546100"/>
                </a:lnTo>
                <a:lnTo>
                  <a:pt x="7566025" y="606425"/>
                </a:lnTo>
                <a:lnTo>
                  <a:pt x="7569200" y="673100"/>
                </a:lnTo>
                <a:lnTo>
                  <a:pt x="7566025" y="744537"/>
                </a:lnTo>
                <a:lnTo>
                  <a:pt x="7558087" y="801687"/>
                </a:lnTo>
                <a:lnTo>
                  <a:pt x="7546975" y="854075"/>
                </a:lnTo>
                <a:lnTo>
                  <a:pt x="7532687" y="901700"/>
                </a:lnTo>
                <a:lnTo>
                  <a:pt x="7516812" y="942975"/>
                </a:lnTo>
                <a:lnTo>
                  <a:pt x="7497762" y="981075"/>
                </a:lnTo>
                <a:lnTo>
                  <a:pt x="7478712" y="1017587"/>
                </a:lnTo>
                <a:lnTo>
                  <a:pt x="7459662" y="1055687"/>
                </a:lnTo>
                <a:lnTo>
                  <a:pt x="7442200" y="1095375"/>
                </a:lnTo>
                <a:lnTo>
                  <a:pt x="7424737" y="1136650"/>
                </a:lnTo>
                <a:lnTo>
                  <a:pt x="7410450" y="1182687"/>
                </a:lnTo>
                <a:lnTo>
                  <a:pt x="7400925" y="1235075"/>
                </a:lnTo>
                <a:lnTo>
                  <a:pt x="7391400" y="1295400"/>
                </a:lnTo>
                <a:lnTo>
                  <a:pt x="7389812" y="1363662"/>
                </a:lnTo>
                <a:lnTo>
                  <a:pt x="7391400" y="1431925"/>
                </a:lnTo>
                <a:lnTo>
                  <a:pt x="7400925" y="1492250"/>
                </a:lnTo>
                <a:lnTo>
                  <a:pt x="7410450" y="1544637"/>
                </a:lnTo>
                <a:lnTo>
                  <a:pt x="7424737" y="1589087"/>
                </a:lnTo>
                <a:lnTo>
                  <a:pt x="7442200" y="1631950"/>
                </a:lnTo>
                <a:lnTo>
                  <a:pt x="7459662" y="1671637"/>
                </a:lnTo>
                <a:lnTo>
                  <a:pt x="7478712" y="1708150"/>
                </a:lnTo>
                <a:lnTo>
                  <a:pt x="7497762" y="1743075"/>
                </a:lnTo>
                <a:lnTo>
                  <a:pt x="7516812" y="1782762"/>
                </a:lnTo>
                <a:lnTo>
                  <a:pt x="7532687" y="1824037"/>
                </a:lnTo>
                <a:lnTo>
                  <a:pt x="7546975" y="1870075"/>
                </a:lnTo>
                <a:lnTo>
                  <a:pt x="7558087" y="1922462"/>
                </a:lnTo>
                <a:lnTo>
                  <a:pt x="7566025" y="1982787"/>
                </a:lnTo>
                <a:lnTo>
                  <a:pt x="7569200" y="2051050"/>
                </a:lnTo>
                <a:lnTo>
                  <a:pt x="7566025" y="2119312"/>
                </a:lnTo>
                <a:lnTo>
                  <a:pt x="7558087" y="2179637"/>
                </a:lnTo>
                <a:lnTo>
                  <a:pt x="7546975" y="2232025"/>
                </a:lnTo>
                <a:lnTo>
                  <a:pt x="7532687" y="2278062"/>
                </a:lnTo>
                <a:lnTo>
                  <a:pt x="7516812" y="2319337"/>
                </a:lnTo>
                <a:lnTo>
                  <a:pt x="7497762" y="2359025"/>
                </a:lnTo>
                <a:lnTo>
                  <a:pt x="7478712" y="2395537"/>
                </a:lnTo>
                <a:lnTo>
                  <a:pt x="7459662" y="2433637"/>
                </a:lnTo>
                <a:lnTo>
                  <a:pt x="7442200" y="2471737"/>
                </a:lnTo>
                <a:lnTo>
                  <a:pt x="7424737" y="2513012"/>
                </a:lnTo>
                <a:lnTo>
                  <a:pt x="7410450" y="2560637"/>
                </a:lnTo>
                <a:lnTo>
                  <a:pt x="7400925" y="2613025"/>
                </a:lnTo>
                <a:lnTo>
                  <a:pt x="7391400" y="2671762"/>
                </a:lnTo>
                <a:lnTo>
                  <a:pt x="7389812" y="2741612"/>
                </a:lnTo>
                <a:lnTo>
                  <a:pt x="7391400" y="2809875"/>
                </a:lnTo>
                <a:lnTo>
                  <a:pt x="7400925" y="2868612"/>
                </a:lnTo>
                <a:lnTo>
                  <a:pt x="7410450" y="2922587"/>
                </a:lnTo>
                <a:lnTo>
                  <a:pt x="7424737" y="2967037"/>
                </a:lnTo>
                <a:lnTo>
                  <a:pt x="7442200" y="3009900"/>
                </a:lnTo>
                <a:lnTo>
                  <a:pt x="7459662" y="3046412"/>
                </a:lnTo>
                <a:lnTo>
                  <a:pt x="7478712" y="3084512"/>
                </a:lnTo>
                <a:lnTo>
                  <a:pt x="7497762" y="3121025"/>
                </a:lnTo>
                <a:lnTo>
                  <a:pt x="7516812" y="3160712"/>
                </a:lnTo>
                <a:lnTo>
                  <a:pt x="7532687" y="3201987"/>
                </a:lnTo>
                <a:lnTo>
                  <a:pt x="7546975" y="3248025"/>
                </a:lnTo>
                <a:lnTo>
                  <a:pt x="7558087" y="3300412"/>
                </a:lnTo>
                <a:lnTo>
                  <a:pt x="7566025" y="3360737"/>
                </a:lnTo>
                <a:lnTo>
                  <a:pt x="7569200" y="3427412"/>
                </a:lnTo>
                <a:lnTo>
                  <a:pt x="7566025" y="3497262"/>
                </a:lnTo>
                <a:lnTo>
                  <a:pt x="7558087" y="3557587"/>
                </a:lnTo>
                <a:lnTo>
                  <a:pt x="7546975" y="3609975"/>
                </a:lnTo>
                <a:lnTo>
                  <a:pt x="7532687" y="3656012"/>
                </a:lnTo>
                <a:lnTo>
                  <a:pt x="7516812" y="3697287"/>
                </a:lnTo>
                <a:lnTo>
                  <a:pt x="7497762" y="3736975"/>
                </a:lnTo>
                <a:lnTo>
                  <a:pt x="7459662" y="3811587"/>
                </a:lnTo>
                <a:lnTo>
                  <a:pt x="7442200" y="3848100"/>
                </a:lnTo>
                <a:lnTo>
                  <a:pt x="7424737" y="3890962"/>
                </a:lnTo>
                <a:lnTo>
                  <a:pt x="7410450" y="3935412"/>
                </a:lnTo>
                <a:lnTo>
                  <a:pt x="7400925" y="3987800"/>
                </a:lnTo>
                <a:lnTo>
                  <a:pt x="7391400" y="4048125"/>
                </a:lnTo>
                <a:lnTo>
                  <a:pt x="7389812" y="4116387"/>
                </a:lnTo>
                <a:lnTo>
                  <a:pt x="7391400" y="4186237"/>
                </a:lnTo>
                <a:lnTo>
                  <a:pt x="7400925" y="4244975"/>
                </a:lnTo>
                <a:lnTo>
                  <a:pt x="7410450" y="4297362"/>
                </a:lnTo>
                <a:lnTo>
                  <a:pt x="7424737" y="4343400"/>
                </a:lnTo>
                <a:lnTo>
                  <a:pt x="7442200" y="4386262"/>
                </a:lnTo>
                <a:lnTo>
                  <a:pt x="7459662" y="4424362"/>
                </a:lnTo>
                <a:lnTo>
                  <a:pt x="7497762" y="4498975"/>
                </a:lnTo>
                <a:lnTo>
                  <a:pt x="7516812" y="4537075"/>
                </a:lnTo>
                <a:lnTo>
                  <a:pt x="7532687" y="4579937"/>
                </a:lnTo>
                <a:lnTo>
                  <a:pt x="7546975" y="4625975"/>
                </a:lnTo>
                <a:lnTo>
                  <a:pt x="7558087" y="4678362"/>
                </a:lnTo>
                <a:lnTo>
                  <a:pt x="7566025" y="4738687"/>
                </a:lnTo>
                <a:lnTo>
                  <a:pt x="7569200" y="4806950"/>
                </a:lnTo>
                <a:lnTo>
                  <a:pt x="7566025" y="4875212"/>
                </a:lnTo>
                <a:lnTo>
                  <a:pt x="7558087" y="4935537"/>
                </a:lnTo>
                <a:lnTo>
                  <a:pt x="7546975" y="4987925"/>
                </a:lnTo>
                <a:lnTo>
                  <a:pt x="7532687" y="5033962"/>
                </a:lnTo>
                <a:lnTo>
                  <a:pt x="7516812" y="5075237"/>
                </a:lnTo>
                <a:lnTo>
                  <a:pt x="7497762" y="5114925"/>
                </a:lnTo>
                <a:lnTo>
                  <a:pt x="7478712" y="5149850"/>
                </a:lnTo>
                <a:lnTo>
                  <a:pt x="7459662" y="5186362"/>
                </a:lnTo>
                <a:lnTo>
                  <a:pt x="7442200" y="5226050"/>
                </a:lnTo>
                <a:lnTo>
                  <a:pt x="7424737" y="5268912"/>
                </a:lnTo>
                <a:lnTo>
                  <a:pt x="7410450" y="5313362"/>
                </a:lnTo>
                <a:lnTo>
                  <a:pt x="7400925" y="5365750"/>
                </a:lnTo>
                <a:lnTo>
                  <a:pt x="7391400" y="5426075"/>
                </a:lnTo>
                <a:lnTo>
                  <a:pt x="7389812" y="5494337"/>
                </a:lnTo>
                <a:lnTo>
                  <a:pt x="7391400" y="5562600"/>
                </a:lnTo>
                <a:lnTo>
                  <a:pt x="7400925" y="5622925"/>
                </a:lnTo>
                <a:lnTo>
                  <a:pt x="7410450" y="5675312"/>
                </a:lnTo>
                <a:lnTo>
                  <a:pt x="7424737" y="5721350"/>
                </a:lnTo>
                <a:lnTo>
                  <a:pt x="7442200" y="5762625"/>
                </a:lnTo>
                <a:lnTo>
                  <a:pt x="7459662" y="5802312"/>
                </a:lnTo>
                <a:lnTo>
                  <a:pt x="7478712" y="5840412"/>
                </a:lnTo>
                <a:lnTo>
                  <a:pt x="7497762" y="5876925"/>
                </a:lnTo>
                <a:lnTo>
                  <a:pt x="7516812" y="5915025"/>
                </a:lnTo>
                <a:lnTo>
                  <a:pt x="7532687" y="5956300"/>
                </a:lnTo>
                <a:lnTo>
                  <a:pt x="7546975" y="6003925"/>
                </a:lnTo>
                <a:lnTo>
                  <a:pt x="7558087" y="6056312"/>
                </a:lnTo>
                <a:lnTo>
                  <a:pt x="7566025" y="6113462"/>
                </a:lnTo>
                <a:lnTo>
                  <a:pt x="7569200" y="6183312"/>
                </a:lnTo>
                <a:lnTo>
                  <a:pt x="7566025" y="6251575"/>
                </a:lnTo>
                <a:lnTo>
                  <a:pt x="7558087" y="6311900"/>
                </a:lnTo>
                <a:lnTo>
                  <a:pt x="7546975" y="6361112"/>
                </a:lnTo>
                <a:lnTo>
                  <a:pt x="7532687" y="6407150"/>
                </a:lnTo>
                <a:lnTo>
                  <a:pt x="7516812" y="6448425"/>
                </a:lnTo>
                <a:lnTo>
                  <a:pt x="7499350" y="6488112"/>
                </a:lnTo>
                <a:lnTo>
                  <a:pt x="7481887" y="6523037"/>
                </a:lnTo>
                <a:lnTo>
                  <a:pt x="7462837" y="6561137"/>
                </a:lnTo>
                <a:lnTo>
                  <a:pt x="7443787" y="6597650"/>
                </a:lnTo>
                <a:lnTo>
                  <a:pt x="7427912" y="6640512"/>
                </a:lnTo>
                <a:lnTo>
                  <a:pt x="7412037" y="6683375"/>
                </a:lnTo>
                <a:lnTo>
                  <a:pt x="7402512" y="6735762"/>
                </a:lnTo>
                <a:lnTo>
                  <a:pt x="7394575" y="6791325"/>
                </a:lnTo>
                <a:lnTo>
                  <a:pt x="7389812" y="6858000"/>
                </a:lnTo>
                <a:lnTo>
                  <a:pt x="0" y="6858000"/>
                </a:lnTo>
                <a:lnTo>
                  <a:pt x="0" y="0"/>
                </a:lnTo>
                <a:close/>
              </a:path>
            </a:pathLst>
          </a:custGeom>
          <a:solidFill>
            <a:schemeClr val="bg2">
              <a:lumMod val="90000"/>
            </a:schemeClr>
          </a:solidFill>
          <a:ln w="0">
            <a:noFill/>
            <a:prstDash val="solid"/>
            <a:round/>
            <a:headEnd/>
            <a:tailEnd/>
          </a:ln>
        </p:spPr>
        <p:txBody>
          <a:bodyPr/>
          <a:lstStyle/>
          <a:p>
            <a:endParaRPr lang="en-US"/>
          </a:p>
        </p:txBody>
      </p:sp>
      <p:sp>
        <p:nvSpPr>
          <p:cNvPr id="2" name="Title 1">
            <a:extLst>
              <a:ext uri="{FF2B5EF4-FFF2-40B4-BE49-F238E27FC236}">
                <a16:creationId xmlns:a16="http://schemas.microsoft.com/office/drawing/2014/main" id="{CD278BD4-EB7D-BCDC-3DF2-42B629BA2A6F}"/>
              </a:ext>
            </a:extLst>
          </p:cNvPr>
          <p:cNvSpPr>
            <a:spLocks noGrp="1"/>
          </p:cNvSpPr>
          <p:nvPr>
            <p:ph type="title"/>
          </p:nvPr>
        </p:nvSpPr>
        <p:spPr>
          <a:xfrm>
            <a:off x="531628" y="484631"/>
            <a:ext cx="6563035" cy="1638469"/>
          </a:xfrm>
        </p:spPr>
        <p:txBody>
          <a:bodyPr>
            <a:normAutofit fontScale="90000"/>
          </a:bodyPr>
          <a:lstStyle/>
          <a:p>
            <a:r>
              <a:rPr lang="en-US" sz="4000" dirty="0">
                <a:latin typeface="Avenir Book" panose="02000503020000020003" pitchFamily="2" charset="0"/>
              </a:rPr>
              <a:t>The knowledge argument continued…</a:t>
            </a:r>
          </a:p>
        </p:txBody>
      </p:sp>
      <p:sp>
        <p:nvSpPr>
          <p:cNvPr id="20" name="Rectangle 19">
            <a:extLst>
              <a:ext uri="{FF2B5EF4-FFF2-40B4-BE49-F238E27FC236}">
                <a16:creationId xmlns:a16="http://schemas.microsoft.com/office/drawing/2014/main" id="{2E45AF6B-4F42-45F1-A22C-AF0FCA898F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BCDAE095-B0AE-1B11-29CD-C22610CE1C9B}"/>
              </a:ext>
            </a:extLst>
          </p:cNvPr>
          <p:cNvSpPr>
            <a:spLocks noGrp="1"/>
          </p:cNvSpPr>
          <p:nvPr>
            <p:ph idx="1"/>
          </p:nvPr>
        </p:nvSpPr>
        <p:spPr>
          <a:xfrm>
            <a:off x="531628" y="2443140"/>
            <a:ext cx="7037571" cy="3930227"/>
          </a:xfrm>
        </p:spPr>
        <p:txBody>
          <a:bodyPr>
            <a:normAutofit/>
          </a:bodyPr>
          <a:lstStyle/>
          <a:p>
            <a:pPr marL="0" indent="0">
              <a:buNone/>
            </a:pPr>
            <a:r>
              <a:rPr lang="en-US" sz="3200" dirty="0">
                <a:solidFill>
                  <a:schemeClr val="tx1"/>
                </a:solidFill>
                <a:latin typeface="Avenir Book" panose="02000503020000020003" pitchFamily="2" charset="0"/>
              </a:rPr>
              <a:t>The knowledge argument works against any purely physicalist theory of mind, because the argument is taken to prove the existence of qualia, which implies either property dualism or substance dualism is true. </a:t>
            </a:r>
          </a:p>
        </p:txBody>
      </p:sp>
      <p:pic>
        <p:nvPicPr>
          <p:cNvPr id="5" name="Picture 4" descr="A close-up of a brain&#10;&#10;Description automatically generated">
            <a:extLst>
              <a:ext uri="{FF2B5EF4-FFF2-40B4-BE49-F238E27FC236}">
                <a16:creationId xmlns:a16="http://schemas.microsoft.com/office/drawing/2014/main" id="{4CCE73EC-ACD5-6F5F-0495-BA248D5A864F}"/>
              </a:ext>
            </a:extLst>
          </p:cNvPr>
          <p:cNvPicPr>
            <a:picLocks noChangeAspect="1"/>
          </p:cNvPicPr>
          <p:nvPr/>
        </p:nvPicPr>
        <p:blipFill rotWithShape="1">
          <a:blip r:embed="rId2"/>
          <a:srcRect t="121" r="2" b="2"/>
          <a:stretch/>
        </p:blipFill>
        <p:spPr>
          <a:xfrm>
            <a:off x="8478960" y="482321"/>
            <a:ext cx="2789327" cy="2785952"/>
          </a:xfrm>
          <a:prstGeom prst="rect">
            <a:avLst/>
          </a:prstGeom>
        </p:spPr>
      </p:pic>
      <p:pic>
        <p:nvPicPr>
          <p:cNvPr id="7" name="Picture 6">
            <a:extLst>
              <a:ext uri="{FF2B5EF4-FFF2-40B4-BE49-F238E27FC236}">
                <a16:creationId xmlns:a16="http://schemas.microsoft.com/office/drawing/2014/main" id="{D1C40350-F05D-4E28-3654-6648C40BF288}"/>
              </a:ext>
            </a:extLst>
          </p:cNvPr>
          <p:cNvPicPr>
            <a:picLocks noChangeAspect="1"/>
          </p:cNvPicPr>
          <p:nvPr/>
        </p:nvPicPr>
        <p:blipFill>
          <a:blip r:embed="rId3"/>
          <a:stretch>
            <a:fillRect/>
          </a:stretch>
        </p:blipFill>
        <p:spPr>
          <a:xfrm>
            <a:off x="8401440" y="3429000"/>
            <a:ext cx="2944367" cy="2944367"/>
          </a:xfrm>
          <a:prstGeom prst="rect">
            <a:avLst/>
          </a:prstGeom>
        </p:spPr>
      </p:pic>
    </p:spTree>
    <p:extLst>
      <p:ext uri="{BB962C8B-B14F-4D97-AF65-F5344CB8AC3E}">
        <p14:creationId xmlns:p14="http://schemas.microsoft.com/office/powerpoint/2010/main" val="1695221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6C6E8-3EDA-922A-7A58-B2AB2C2214A2}"/>
              </a:ext>
            </a:extLst>
          </p:cNvPr>
          <p:cNvSpPr>
            <a:spLocks noGrp="1"/>
          </p:cNvSpPr>
          <p:nvPr>
            <p:ph type="title"/>
          </p:nvPr>
        </p:nvSpPr>
        <p:spPr>
          <a:xfrm>
            <a:off x="1251678" y="758535"/>
            <a:ext cx="10542004" cy="1115981"/>
          </a:xfrm>
        </p:spPr>
        <p:txBody>
          <a:bodyPr>
            <a:normAutofit/>
          </a:bodyPr>
          <a:lstStyle/>
          <a:p>
            <a:r>
              <a:rPr lang="en-US" sz="3600" dirty="0">
                <a:latin typeface="Optima" panose="02000503060000020004" pitchFamily="2" charset="0"/>
              </a:rPr>
              <a:t>Three consequences of the knowledge argument</a:t>
            </a:r>
          </a:p>
        </p:txBody>
      </p:sp>
      <p:graphicFrame>
        <p:nvGraphicFramePr>
          <p:cNvPr id="7" name="Content Placeholder 2">
            <a:extLst>
              <a:ext uri="{FF2B5EF4-FFF2-40B4-BE49-F238E27FC236}">
                <a16:creationId xmlns:a16="http://schemas.microsoft.com/office/drawing/2014/main" id="{001F7E75-CAC9-F7BA-0726-B336BE6E6DE9}"/>
              </a:ext>
            </a:extLst>
          </p:cNvPr>
          <p:cNvGraphicFramePr>
            <a:graphicFrameLocks noGrp="1"/>
          </p:cNvGraphicFramePr>
          <p:nvPr>
            <p:ph idx="1"/>
            <p:extLst>
              <p:ext uri="{D42A27DB-BD31-4B8C-83A1-F6EECF244321}">
                <p14:modId xmlns:p14="http://schemas.microsoft.com/office/powerpoint/2010/main" val="3654441673"/>
              </p:ext>
            </p:extLst>
          </p:nvPr>
        </p:nvGraphicFramePr>
        <p:xfrm>
          <a:off x="1251678" y="2286001"/>
          <a:ext cx="10178322" cy="359359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9272868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CBC79D61-E3EA-76C0-23A8-53E54B865EED}"/>
              </a:ext>
            </a:extLst>
          </p:cNvPr>
          <p:cNvPicPr>
            <a:picLocks noChangeAspect="1"/>
          </p:cNvPicPr>
          <p:nvPr/>
        </p:nvPicPr>
        <p:blipFill rotWithShape="1">
          <a:blip r:embed="rId2"/>
          <a:srcRect l="14676" r="14555"/>
          <a:stretch/>
        </p:blipFill>
        <p:spPr>
          <a:xfrm>
            <a:off x="7338646" y="10"/>
            <a:ext cx="4853354" cy="6857990"/>
          </a:xfrm>
          <a:prstGeom prst="rect">
            <a:avLst/>
          </a:prstGeom>
        </p:spPr>
      </p:pic>
      <p:sp>
        <p:nvSpPr>
          <p:cNvPr id="10" name="Freeform 10">
            <a:extLst>
              <a:ext uri="{FF2B5EF4-FFF2-40B4-BE49-F238E27FC236}">
                <a16:creationId xmlns:a16="http://schemas.microsoft.com/office/drawing/2014/main" id="{5D0CF218-804B-46B7-8D12-741D899E5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7569200" cy="6858000"/>
          </a:xfrm>
          <a:custGeom>
            <a:avLst/>
            <a:gdLst>
              <a:gd name="connsiteX0" fmla="*/ 0 w 7569200"/>
              <a:gd name="connsiteY0" fmla="*/ 0 h 6858000"/>
              <a:gd name="connsiteX1" fmla="*/ 7389812 w 7569200"/>
              <a:gd name="connsiteY1" fmla="*/ 0 h 6858000"/>
              <a:gd name="connsiteX2" fmla="*/ 7394575 w 7569200"/>
              <a:gd name="connsiteY2" fmla="*/ 66675 h 6858000"/>
              <a:gd name="connsiteX3" fmla="*/ 7402512 w 7569200"/>
              <a:gd name="connsiteY3" fmla="*/ 122237 h 6858000"/>
              <a:gd name="connsiteX4" fmla="*/ 7412037 w 7569200"/>
              <a:gd name="connsiteY4" fmla="*/ 174625 h 6858000"/>
              <a:gd name="connsiteX5" fmla="*/ 7427912 w 7569200"/>
              <a:gd name="connsiteY5" fmla="*/ 217487 h 6858000"/>
              <a:gd name="connsiteX6" fmla="*/ 7443787 w 7569200"/>
              <a:gd name="connsiteY6" fmla="*/ 260350 h 6858000"/>
              <a:gd name="connsiteX7" fmla="*/ 7462837 w 7569200"/>
              <a:gd name="connsiteY7" fmla="*/ 296862 h 6858000"/>
              <a:gd name="connsiteX8" fmla="*/ 7481887 w 7569200"/>
              <a:gd name="connsiteY8" fmla="*/ 334962 h 6858000"/>
              <a:gd name="connsiteX9" fmla="*/ 7499350 w 7569200"/>
              <a:gd name="connsiteY9" fmla="*/ 369887 h 6858000"/>
              <a:gd name="connsiteX10" fmla="*/ 7516812 w 7569200"/>
              <a:gd name="connsiteY10" fmla="*/ 409575 h 6858000"/>
              <a:gd name="connsiteX11" fmla="*/ 7532687 w 7569200"/>
              <a:gd name="connsiteY11" fmla="*/ 450850 h 6858000"/>
              <a:gd name="connsiteX12" fmla="*/ 7546975 w 7569200"/>
              <a:gd name="connsiteY12" fmla="*/ 496887 h 6858000"/>
              <a:gd name="connsiteX13" fmla="*/ 7558087 w 7569200"/>
              <a:gd name="connsiteY13" fmla="*/ 546100 h 6858000"/>
              <a:gd name="connsiteX14" fmla="*/ 7566025 w 7569200"/>
              <a:gd name="connsiteY14" fmla="*/ 606425 h 6858000"/>
              <a:gd name="connsiteX15" fmla="*/ 7569200 w 7569200"/>
              <a:gd name="connsiteY15" fmla="*/ 673100 h 6858000"/>
              <a:gd name="connsiteX16" fmla="*/ 7566025 w 7569200"/>
              <a:gd name="connsiteY16" fmla="*/ 744537 h 6858000"/>
              <a:gd name="connsiteX17" fmla="*/ 7558087 w 7569200"/>
              <a:gd name="connsiteY17" fmla="*/ 801687 h 6858000"/>
              <a:gd name="connsiteX18" fmla="*/ 7546975 w 7569200"/>
              <a:gd name="connsiteY18" fmla="*/ 854075 h 6858000"/>
              <a:gd name="connsiteX19" fmla="*/ 7532687 w 7569200"/>
              <a:gd name="connsiteY19" fmla="*/ 901700 h 6858000"/>
              <a:gd name="connsiteX20" fmla="*/ 7516812 w 7569200"/>
              <a:gd name="connsiteY20" fmla="*/ 942975 h 6858000"/>
              <a:gd name="connsiteX21" fmla="*/ 7497762 w 7569200"/>
              <a:gd name="connsiteY21" fmla="*/ 981075 h 6858000"/>
              <a:gd name="connsiteX22" fmla="*/ 7478712 w 7569200"/>
              <a:gd name="connsiteY22" fmla="*/ 1017587 h 6858000"/>
              <a:gd name="connsiteX23" fmla="*/ 7459662 w 7569200"/>
              <a:gd name="connsiteY23" fmla="*/ 1055687 h 6858000"/>
              <a:gd name="connsiteX24" fmla="*/ 7442200 w 7569200"/>
              <a:gd name="connsiteY24" fmla="*/ 1095375 h 6858000"/>
              <a:gd name="connsiteX25" fmla="*/ 7424737 w 7569200"/>
              <a:gd name="connsiteY25" fmla="*/ 1136650 h 6858000"/>
              <a:gd name="connsiteX26" fmla="*/ 7410450 w 7569200"/>
              <a:gd name="connsiteY26" fmla="*/ 1182687 h 6858000"/>
              <a:gd name="connsiteX27" fmla="*/ 7400925 w 7569200"/>
              <a:gd name="connsiteY27" fmla="*/ 1235075 h 6858000"/>
              <a:gd name="connsiteX28" fmla="*/ 7391400 w 7569200"/>
              <a:gd name="connsiteY28" fmla="*/ 1295400 h 6858000"/>
              <a:gd name="connsiteX29" fmla="*/ 7389812 w 7569200"/>
              <a:gd name="connsiteY29" fmla="*/ 1363662 h 6858000"/>
              <a:gd name="connsiteX30" fmla="*/ 7391400 w 7569200"/>
              <a:gd name="connsiteY30" fmla="*/ 1431925 h 6858000"/>
              <a:gd name="connsiteX31" fmla="*/ 7400925 w 7569200"/>
              <a:gd name="connsiteY31" fmla="*/ 1492250 h 6858000"/>
              <a:gd name="connsiteX32" fmla="*/ 7410450 w 7569200"/>
              <a:gd name="connsiteY32" fmla="*/ 1544637 h 6858000"/>
              <a:gd name="connsiteX33" fmla="*/ 7424737 w 7569200"/>
              <a:gd name="connsiteY33" fmla="*/ 1589087 h 6858000"/>
              <a:gd name="connsiteX34" fmla="*/ 7442200 w 7569200"/>
              <a:gd name="connsiteY34" fmla="*/ 1631950 h 6858000"/>
              <a:gd name="connsiteX35" fmla="*/ 7459662 w 7569200"/>
              <a:gd name="connsiteY35" fmla="*/ 1671637 h 6858000"/>
              <a:gd name="connsiteX36" fmla="*/ 7478712 w 7569200"/>
              <a:gd name="connsiteY36" fmla="*/ 1708150 h 6858000"/>
              <a:gd name="connsiteX37" fmla="*/ 7497762 w 7569200"/>
              <a:gd name="connsiteY37" fmla="*/ 1743075 h 6858000"/>
              <a:gd name="connsiteX38" fmla="*/ 7516812 w 7569200"/>
              <a:gd name="connsiteY38" fmla="*/ 1782762 h 6858000"/>
              <a:gd name="connsiteX39" fmla="*/ 7532687 w 7569200"/>
              <a:gd name="connsiteY39" fmla="*/ 1824037 h 6858000"/>
              <a:gd name="connsiteX40" fmla="*/ 7546975 w 7569200"/>
              <a:gd name="connsiteY40" fmla="*/ 1870075 h 6858000"/>
              <a:gd name="connsiteX41" fmla="*/ 7558087 w 7569200"/>
              <a:gd name="connsiteY41" fmla="*/ 1922462 h 6858000"/>
              <a:gd name="connsiteX42" fmla="*/ 7566025 w 7569200"/>
              <a:gd name="connsiteY42" fmla="*/ 1982787 h 6858000"/>
              <a:gd name="connsiteX43" fmla="*/ 7569200 w 7569200"/>
              <a:gd name="connsiteY43" fmla="*/ 2051050 h 6858000"/>
              <a:gd name="connsiteX44" fmla="*/ 7566025 w 7569200"/>
              <a:gd name="connsiteY44" fmla="*/ 2119312 h 6858000"/>
              <a:gd name="connsiteX45" fmla="*/ 7558087 w 7569200"/>
              <a:gd name="connsiteY45" fmla="*/ 2179637 h 6858000"/>
              <a:gd name="connsiteX46" fmla="*/ 7546975 w 7569200"/>
              <a:gd name="connsiteY46" fmla="*/ 2232025 h 6858000"/>
              <a:gd name="connsiteX47" fmla="*/ 7532687 w 7569200"/>
              <a:gd name="connsiteY47" fmla="*/ 2278062 h 6858000"/>
              <a:gd name="connsiteX48" fmla="*/ 7516812 w 7569200"/>
              <a:gd name="connsiteY48" fmla="*/ 2319337 h 6858000"/>
              <a:gd name="connsiteX49" fmla="*/ 7497762 w 7569200"/>
              <a:gd name="connsiteY49" fmla="*/ 2359025 h 6858000"/>
              <a:gd name="connsiteX50" fmla="*/ 7478712 w 7569200"/>
              <a:gd name="connsiteY50" fmla="*/ 2395537 h 6858000"/>
              <a:gd name="connsiteX51" fmla="*/ 7459662 w 7569200"/>
              <a:gd name="connsiteY51" fmla="*/ 2433637 h 6858000"/>
              <a:gd name="connsiteX52" fmla="*/ 7442200 w 7569200"/>
              <a:gd name="connsiteY52" fmla="*/ 2471737 h 6858000"/>
              <a:gd name="connsiteX53" fmla="*/ 7424737 w 7569200"/>
              <a:gd name="connsiteY53" fmla="*/ 2513012 h 6858000"/>
              <a:gd name="connsiteX54" fmla="*/ 7410450 w 7569200"/>
              <a:gd name="connsiteY54" fmla="*/ 2560637 h 6858000"/>
              <a:gd name="connsiteX55" fmla="*/ 7400925 w 7569200"/>
              <a:gd name="connsiteY55" fmla="*/ 2613025 h 6858000"/>
              <a:gd name="connsiteX56" fmla="*/ 7391400 w 7569200"/>
              <a:gd name="connsiteY56" fmla="*/ 2671762 h 6858000"/>
              <a:gd name="connsiteX57" fmla="*/ 7389812 w 7569200"/>
              <a:gd name="connsiteY57" fmla="*/ 2741612 h 6858000"/>
              <a:gd name="connsiteX58" fmla="*/ 7391400 w 7569200"/>
              <a:gd name="connsiteY58" fmla="*/ 2809875 h 6858000"/>
              <a:gd name="connsiteX59" fmla="*/ 7400925 w 7569200"/>
              <a:gd name="connsiteY59" fmla="*/ 2868612 h 6858000"/>
              <a:gd name="connsiteX60" fmla="*/ 7410450 w 7569200"/>
              <a:gd name="connsiteY60" fmla="*/ 2922587 h 6858000"/>
              <a:gd name="connsiteX61" fmla="*/ 7424737 w 7569200"/>
              <a:gd name="connsiteY61" fmla="*/ 2967037 h 6858000"/>
              <a:gd name="connsiteX62" fmla="*/ 7442200 w 7569200"/>
              <a:gd name="connsiteY62" fmla="*/ 3009900 h 6858000"/>
              <a:gd name="connsiteX63" fmla="*/ 7459662 w 7569200"/>
              <a:gd name="connsiteY63" fmla="*/ 3046412 h 6858000"/>
              <a:gd name="connsiteX64" fmla="*/ 7478712 w 7569200"/>
              <a:gd name="connsiteY64" fmla="*/ 3084512 h 6858000"/>
              <a:gd name="connsiteX65" fmla="*/ 7497762 w 7569200"/>
              <a:gd name="connsiteY65" fmla="*/ 3121025 h 6858000"/>
              <a:gd name="connsiteX66" fmla="*/ 7516812 w 7569200"/>
              <a:gd name="connsiteY66" fmla="*/ 3160712 h 6858000"/>
              <a:gd name="connsiteX67" fmla="*/ 7532687 w 7569200"/>
              <a:gd name="connsiteY67" fmla="*/ 3201987 h 6858000"/>
              <a:gd name="connsiteX68" fmla="*/ 7546975 w 7569200"/>
              <a:gd name="connsiteY68" fmla="*/ 3248025 h 6858000"/>
              <a:gd name="connsiteX69" fmla="*/ 7558087 w 7569200"/>
              <a:gd name="connsiteY69" fmla="*/ 3300412 h 6858000"/>
              <a:gd name="connsiteX70" fmla="*/ 7566025 w 7569200"/>
              <a:gd name="connsiteY70" fmla="*/ 3360737 h 6858000"/>
              <a:gd name="connsiteX71" fmla="*/ 7569200 w 7569200"/>
              <a:gd name="connsiteY71" fmla="*/ 3427412 h 6858000"/>
              <a:gd name="connsiteX72" fmla="*/ 7566025 w 7569200"/>
              <a:gd name="connsiteY72" fmla="*/ 3497262 h 6858000"/>
              <a:gd name="connsiteX73" fmla="*/ 7558087 w 7569200"/>
              <a:gd name="connsiteY73" fmla="*/ 3557587 h 6858000"/>
              <a:gd name="connsiteX74" fmla="*/ 7546975 w 7569200"/>
              <a:gd name="connsiteY74" fmla="*/ 3609975 h 6858000"/>
              <a:gd name="connsiteX75" fmla="*/ 7532687 w 7569200"/>
              <a:gd name="connsiteY75" fmla="*/ 3656012 h 6858000"/>
              <a:gd name="connsiteX76" fmla="*/ 7516812 w 7569200"/>
              <a:gd name="connsiteY76" fmla="*/ 3697287 h 6858000"/>
              <a:gd name="connsiteX77" fmla="*/ 7497762 w 7569200"/>
              <a:gd name="connsiteY77" fmla="*/ 3736975 h 6858000"/>
              <a:gd name="connsiteX78" fmla="*/ 7459662 w 7569200"/>
              <a:gd name="connsiteY78" fmla="*/ 3811587 h 6858000"/>
              <a:gd name="connsiteX79" fmla="*/ 7442200 w 7569200"/>
              <a:gd name="connsiteY79" fmla="*/ 3848100 h 6858000"/>
              <a:gd name="connsiteX80" fmla="*/ 7424737 w 7569200"/>
              <a:gd name="connsiteY80" fmla="*/ 3890962 h 6858000"/>
              <a:gd name="connsiteX81" fmla="*/ 7410450 w 7569200"/>
              <a:gd name="connsiteY81" fmla="*/ 3935412 h 6858000"/>
              <a:gd name="connsiteX82" fmla="*/ 7400925 w 7569200"/>
              <a:gd name="connsiteY82" fmla="*/ 3987800 h 6858000"/>
              <a:gd name="connsiteX83" fmla="*/ 7391400 w 7569200"/>
              <a:gd name="connsiteY83" fmla="*/ 4048125 h 6858000"/>
              <a:gd name="connsiteX84" fmla="*/ 7389812 w 7569200"/>
              <a:gd name="connsiteY84" fmla="*/ 4116387 h 6858000"/>
              <a:gd name="connsiteX85" fmla="*/ 7391400 w 7569200"/>
              <a:gd name="connsiteY85" fmla="*/ 4186237 h 6858000"/>
              <a:gd name="connsiteX86" fmla="*/ 7400925 w 7569200"/>
              <a:gd name="connsiteY86" fmla="*/ 4244975 h 6858000"/>
              <a:gd name="connsiteX87" fmla="*/ 7410450 w 7569200"/>
              <a:gd name="connsiteY87" fmla="*/ 4297362 h 6858000"/>
              <a:gd name="connsiteX88" fmla="*/ 7424737 w 7569200"/>
              <a:gd name="connsiteY88" fmla="*/ 4343400 h 6858000"/>
              <a:gd name="connsiteX89" fmla="*/ 7442200 w 7569200"/>
              <a:gd name="connsiteY89" fmla="*/ 4386262 h 6858000"/>
              <a:gd name="connsiteX90" fmla="*/ 7459662 w 7569200"/>
              <a:gd name="connsiteY90" fmla="*/ 4424362 h 6858000"/>
              <a:gd name="connsiteX91" fmla="*/ 7497762 w 7569200"/>
              <a:gd name="connsiteY91" fmla="*/ 4498975 h 6858000"/>
              <a:gd name="connsiteX92" fmla="*/ 7516812 w 7569200"/>
              <a:gd name="connsiteY92" fmla="*/ 4537075 h 6858000"/>
              <a:gd name="connsiteX93" fmla="*/ 7532687 w 7569200"/>
              <a:gd name="connsiteY93" fmla="*/ 4579937 h 6858000"/>
              <a:gd name="connsiteX94" fmla="*/ 7546975 w 7569200"/>
              <a:gd name="connsiteY94" fmla="*/ 4625975 h 6858000"/>
              <a:gd name="connsiteX95" fmla="*/ 7558087 w 7569200"/>
              <a:gd name="connsiteY95" fmla="*/ 4678362 h 6858000"/>
              <a:gd name="connsiteX96" fmla="*/ 7566025 w 7569200"/>
              <a:gd name="connsiteY96" fmla="*/ 4738687 h 6858000"/>
              <a:gd name="connsiteX97" fmla="*/ 7569200 w 7569200"/>
              <a:gd name="connsiteY97" fmla="*/ 4806950 h 6858000"/>
              <a:gd name="connsiteX98" fmla="*/ 7566025 w 7569200"/>
              <a:gd name="connsiteY98" fmla="*/ 4875212 h 6858000"/>
              <a:gd name="connsiteX99" fmla="*/ 7558087 w 7569200"/>
              <a:gd name="connsiteY99" fmla="*/ 4935537 h 6858000"/>
              <a:gd name="connsiteX100" fmla="*/ 7546975 w 7569200"/>
              <a:gd name="connsiteY100" fmla="*/ 4987925 h 6858000"/>
              <a:gd name="connsiteX101" fmla="*/ 7532687 w 7569200"/>
              <a:gd name="connsiteY101" fmla="*/ 5033962 h 6858000"/>
              <a:gd name="connsiteX102" fmla="*/ 7516812 w 7569200"/>
              <a:gd name="connsiteY102" fmla="*/ 5075237 h 6858000"/>
              <a:gd name="connsiteX103" fmla="*/ 7497762 w 7569200"/>
              <a:gd name="connsiteY103" fmla="*/ 5114925 h 6858000"/>
              <a:gd name="connsiteX104" fmla="*/ 7478712 w 7569200"/>
              <a:gd name="connsiteY104" fmla="*/ 5149850 h 6858000"/>
              <a:gd name="connsiteX105" fmla="*/ 7459662 w 7569200"/>
              <a:gd name="connsiteY105" fmla="*/ 5186362 h 6858000"/>
              <a:gd name="connsiteX106" fmla="*/ 7442200 w 7569200"/>
              <a:gd name="connsiteY106" fmla="*/ 5226050 h 6858000"/>
              <a:gd name="connsiteX107" fmla="*/ 7424737 w 7569200"/>
              <a:gd name="connsiteY107" fmla="*/ 5268912 h 6858000"/>
              <a:gd name="connsiteX108" fmla="*/ 7410450 w 7569200"/>
              <a:gd name="connsiteY108" fmla="*/ 5313362 h 6858000"/>
              <a:gd name="connsiteX109" fmla="*/ 7400925 w 7569200"/>
              <a:gd name="connsiteY109" fmla="*/ 5365750 h 6858000"/>
              <a:gd name="connsiteX110" fmla="*/ 7391400 w 7569200"/>
              <a:gd name="connsiteY110" fmla="*/ 5426075 h 6858000"/>
              <a:gd name="connsiteX111" fmla="*/ 7389812 w 7569200"/>
              <a:gd name="connsiteY111" fmla="*/ 5494337 h 6858000"/>
              <a:gd name="connsiteX112" fmla="*/ 7391400 w 7569200"/>
              <a:gd name="connsiteY112" fmla="*/ 5562600 h 6858000"/>
              <a:gd name="connsiteX113" fmla="*/ 7400925 w 7569200"/>
              <a:gd name="connsiteY113" fmla="*/ 5622925 h 6858000"/>
              <a:gd name="connsiteX114" fmla="*/ 7410450 w 7569200"/>
              <a:gd name="connsiteY114" fmla="*/ 5675312 h 6858000"/>
              <a:gd name="connsiteX115" fmla="*/ 7424737 w 7569200"/>
              <a:gd name="connsiteY115" fmla="*/ 5721350 h 6858000"/>
              <a:gd name="connsiteX116" fmla="*/ 7442200 w 7569200"/>
              <a:gd name="connsiteY116" fmla="*/ 5762625 h 6858000"/>
              <a:gd name="connsiteX117" fmla="*/ 7459662 w 7569200"/>
              <a:gd name="connsiteY117" fmla="*/ 5802312 h 6858000"/>
              <a:gd name="connsiteX118" fmla="*/ 7478712 w 7569200"/>
              <a:gd name="connsiteY118" fmla="*/ 5840412 h 6858000"/>
              <a:gd name="connsiteX119" fmla="*/ 7497762 w 7569200"/>
              <a:gd name="connsiteY119" fmla="*/ 5876925 h 6858000"/>
              <a:gd name="connsiteX120" fmla="*/ 7516812 w 7569200"/>
              <a:gd name="connsiteY120" fmla="*/ 5915025 h 6858000"/>
              <a:gd name="connsiteX121" fmla="*/ 7532687 w 7569200"/>
              <a:gd name="connsiteY121" fmla="*/ 5956300 h 6858000"/>
              <a:gd name="connsiteX122" fmla="*/ 7546975 w 7569200"/>
              <a:gd name="connsiteY122" fmla="*/ 6003925 h 6858000"/>
              <a:gd name="connsiteX123" fmla="*/ 7558087 w 7569200"/>
              <a:gd name="connsiteY123" fmla="*/ 6056312 h 6858000"/>
              <a:gd name="connsiteX124" fmla="*/ 7566025 w 7569200"/>
              <a:gd name="connsiteY124" fmla="*/ 6113462 h 6858000"/>
              <a:gd name="connsiteX125" fmla="*/ 7569200 w 7569200"/>
              <a:gd name="connsiteY125" fmla="*/ 6183312 h 6858000"/>
              <a:gd name="connsiteX126" fmla="*/ 7566025 w 7569200"/>
              <a:gd name="connsiteY126" fmla="*/ 6251575 h 6858000"/>
              <a:gd name="connsiteX127" fmla="*/ 7558087 w 7569200"/>
              <a:gd name="connsiteY127" fmla="*/ 6311900 h 6858000"/>
              <a:gd name="connsiteX128" fmla="*/ 7546975 w 7569200"/>
              <a:gd name="connsiteY128" fmla="*/ 6361112 h 6858000"/>
              <a:gd name="connsiteX129" fmla="*/ 7532687 w 7569200"/>
              <a:gd name="connsiteY129" fmla="*/ 6407150 h 6858000"/>
              <a:gd name="connsiteX130" fmla="*/ 7516812 w 7569200"/>
              <a:gd name="connsiteY130" fmla="*/ 6448425 h 6858000"/>
              <a:gd name="connsiteX131" fmla="*/ 7499350 w 7569200"/>
              <a:gd name="connsiteY131" fmla="*/ 6488112 h 6858000"/>
              <a:gd name="connsiteX132" fmla="*/ 7481887 w 7569200"/>
              <a:gd name="connsiteY132" fmla="*/ 6523037 h 6858000"/>
              <a:gd name="connsiteX133" fmla="*/ 7462837 w 7569200"/>
              <a:gd name="connsiteY133" fmla="*/ 6561137 h 6858000"/>
              <a:gd name="connsiteX134" fmla="*/ 7443787 w 7569200"/>
              <a:gd name="connsiteY134" fmla="*/ 6597650 h 6858000"/>
              <a:gd name="connsiteX135" fmla="*/ 7427912 w 7569200"/>
              <a:gd name="connsiteY135" fmla="*/ 6640512 h 6858000"/>
              <a:gd name="connsiteX136" fmla="*/ 7412037 w 7569200"/>
              <a:gd name="connsiteY136" fmla="*/ 6683375 h 6858000"/>
              <a:gd name="connsiteX137" fmla="*/ 7402512 w 7569200"/>
              <a:gd name="connsiteY137" fmla="*/ 6735762 h 6858000"/>
              <a:gd name="connsiteX138" fmla="*/ 7394575 w 7569200"/>
              <a:gd name="connsiteY138" fmla="*/ 6791325 h 6858000"/>
              <a:gd name="connsiteX139" fmla="*/ 7389812 w 7569200"/>
              <a:gd name="connsiteY139" fmla="*/ 6858000 h 6858000"/>
              <a:gd name="connsiteX140" fmla="*/ 0 w 7569200"/>
              <a:gd name="connsiteY140" fmla="*/ 6858000 h 6858000"/>
              <a:gd name="connsiteX141" fmla="*/ 0 w 7569200"/>
              <a:gd name="connsiteY14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7569200" h="6858000">
                <a:moveTo>
                  <a:pt x="0" y="0"/>
                </a:moveTo>
                <a:lnTo>
                  <a:pt x="7389812" y="0"/>
                </a:lnTo>
                <a:lnTo>
                  <a:pt x="7394575" y="66675"/>
                </a:lnTo>
                <a:lnTo>
                  <a:pt x="7402512" y="122237"/>
                </a:lnTo>
                <a:lnTo>
                  <a:pt x="7412037" y="174625"/>
                </a:lnTo>
                <a:lnTo>
                  <a:pt x="7427912" y="217487"/>
                </a:lnTo>
                <a:lnTo>
                  <a:pt x="7443787" y="260350"/>
                </a:lnTo>
                <a:lnTo>
                  <a:pt x="7462837" y="296862"/>
                </a:lnTo>
                <a:lnTo>
                  <a:pt x="7481887" y="334962"/>
                </a:lnTo>
                <a:lnTo>
                  <a:pt x="7499350" y="369887"/>
                </a:lnTo>
                <a:lnTo>
                  <a:pt x="7516812" y="409575"/>
                </a:lnTo>
                <a:lnTo>
                  <a:pt x="7532687" y="450850"/>
                </a:lnTo>
                <a:lnTo>
                  <a:pt x="7546975" y="496887"/>
                </a:lnTo>
                <a:lnTo>
                  <a:pt x="7558087" y="546100"/>
                </a:lnTo>
                <a:lnTo>
                  <a:pt x="7566025" y="606425"/>
                </a:lnTo>
                <a:lnTo>
                  <a:pt x="7569200" y="673100"/>
                </a:lnTo>
                <a:lnTo>
                  <a:pt x="7566025" y="744537"/>
                </a:lnTo>
                <a:lnTo>
                  <a:pt x="7558087" y="801687"/>
                </a:lnTo>
                <a:lnTo>
                  <a:pt x="7546975" y="854075"/>
                </a:lnTo>
                <a:lnTo>
                  <a:pt x="7532687" y="901700"/>
                </a:lnTo>
                <a:lnTo>
                  <a:pt x="7516812" y="942975"/>
                </a:lnTo>
                <a:lnTo>
                  <a:pt x="7497762" y="981075"/>
                </a:lnTo>
                <a:lnTo>
                  <a:pt x="7478712" y="1017587"/>
                </a:lnTo>
                <a:lnTo>
                  <a:pt x="7459662" y="1055687"/>
                </a:lnTo>
                <a:lnTo>
                  <a:pt x="7442200" y="1095375"/>
                </a:lnTo>
                <a:lnTo>
                  <a:pt x="7424737" y="1136650"/>
                </a:lnTo>
                <a:lnTo>
                  <a:pt x="7410450" y="1182687"/>
                </a:lnTo>
                <a:lnTo>
                  <a:pt x="7400925" y="1235075"/>
                </a:lnTo>
                <a:lnTo>
                  <a:pt x="7391400" y="1295400"/>
                </a:lnTo>
                <a:lnTo>
                  <a:pt x="7389812" y="1363662"/>
                </a:lnTo>
                <a:lnTo>
                  <a:pt x="7391400" y="1431925"/>
                </a:lnTo>
                <a:lnTo>
                  <a:pt x="7400925" y="1492250"/>
                </a:lnTo>
                <a:lnTo>
                  <a:pt x="7410450" y="1544637"/>
                </a:lnTo>
                <a:lnTo>
                  <a:pt x="7424737" y="1589087"/>
                </a:lnTo>
                <a:lnTo>
                  <a:pt x="7442200" y="1631950"/>
                </a:lnTo>
                <a:lnTo>
                  <a:pt x="7459662" y="1671637"/>
                </a:lnTo>
                <a:lnTo>
                  <a:pt x="7478712" y="1708150"/>
                </a:lnTo>
                <a:lnTo>
                  <a:pt x="7497762" y="1743075"/>
                </a:lnTo>
                <a:lnTo>
                  <a:pt x="7516812" y="1782762"/>
                </a:lnTo>
                <a:lnTo>
                  <a:pt x="7532687" y="1824037"/>
                </a:lnTo>
                <a:lnTo>
                  <a:pt x="7546975" y="1870075"/>
                </a:lnTo>
                <a:lnTo>
                  <a:pt x="7558087" y="1922462"/>
                </a:lnTo>
                <a:lnTo>
                  <a:pt x="7566025" y="1982787"/>
                </a:lnTo>
                <a:lnTo>
                  <a:pt x="7569200" y="2051050"/>
                </a:lnTo>
                <a:lnTo>
                  <a:pt x="7566025" y="2119312"/>
                </a:lnTo>
                <a:lnTo>
                  <a:pt x="7558087" y="2179637"/>
                </a:lnTo>
                <a:lnTo>
                  <a:pt x="7546975" y="2232025"/>
                </a:lnTo>
                <a:lnTo>
                  <a:pt x="7532687" y="2278062"/>
                </a:lnTo>
                <a:lnTo>
                  <a:pt x="7516812" y="2319337"/>
                </a:lnTo>
                <a:lnTo>
                  <a:pt x="7497762" y="2359025"/>
                </a:lnTo>
                <a:lnTo>
                  <a:pt x="7478712" y="2395537"/>
                </a:lnTo>
                <a:lnTo>
                  <a:pt x="7459662" y="2433637"/>
                </a:lnTo>
                <a:lnTo>
                  <a:pt x="7442200" y="2471737"/>
                </a:lnTo>
                <a:lnTo>
                  <a:pt x="7424737" y="2513012"/>
                </a:lnTo>
                <a:lnTo>
                  <a:pt x="7410450" y="2560637"/>
                </a:lnTo>
                <a:lnTo>
                  <a:pt x="7400925" y="2613025"/>
                </a:lnTo>
                <a:lnTo>
                  <a:pt x="7391400" y="2671762"/>
                </a:lnTo>
                <a:lnTo>
                  <a:pt x="7389812" y="2741612"/>
                </a:lnTo>
                <a:lnTo>
                  <a:pt x="7391400" y="2809875"/>
                </a:lnTo>
                <a:lnTo>
                  <a:pt x="7400925" y="2868612"/>
                </a:lnTo>
                <a:lnTo>
                  <a:pt x="7410450" y="2922587"/>
                </a:lnTo>
                <a:lnTo>
                  <a:pt x="7424737" y="2967037"/>
                </a:lnTo>
                <a:lnTo>
                  <a:pt x="7442200" y="3009900"/>
                </a:lnTo>
                <a:lnTo>
                  <a:pt x="7459662" y="3046412"/>
                </a:lnTo>
                <a:lnTo>
                  <a:pt x="7478712" y="3084512"/>
                </a:lnTo>
                <a:lnTo>
                  <a:pt x="7497762" y="3121025"/>
                </a:lnTo>
                <a:lnTo>
                  <a:pt x="7516812" y="3160712"/>
                </a:lnTo>
                <a:lnTo>
                  <a:pt x="7532687" y="3201987"/>
                </a:lnTo>
                <a:lnTo>
                  <a:pt x="7546975" y="3248025"/>
                </a:lnTo>
                <a:lnTo>
                  <a:pt x="7558087" y="3300412"/>
                </a:lnTo>
                <a:lnTo>
                  <a:pt x="7566025" y="3360737"/>
                </a:lnTo>
                <a:lnTo>
                  <a:pt x="7569200" y="3427412"/>
                </a:lnTo>
                <a:lnTo>
                  <a:pt x="7566025" y="3497262"/>
                </a:lnTo>
                <a:lnTo>
                  <a:pt x="7558087" y="3557587"/>
                </a:lnTo>
                <a:lnTo>
                  <a:pt x="7546975" y="3609975"/>
                </a:lnTo>
                <a:lnTo>
                  <a:pt x="7532687" y="3656012"/>
                </a:lnTo>
                <a:lnTo>
                  <a:pt x="7516812" y="3697287"/>
                </a:lnTo>
                <a:lnTo>
                  <a:pt x="7497762" y="3736975"/>
                </a:lnTo>
                <a:lnTo>
                  <a:pt x="7459662" y="3811587"/>
                </a:lnTo>
                <a:lnTo>
                  <a:pt x="7442200" y="3848100"/>
                </a:lnTo>
                <a:lnTo>
                  <a:pt x="7424737" y="3890962"/>
                </a:lnTo>
                <a:lnTo>
                  <a:pt x="7410450" y="3935412"/>
                </a:lnTo>
                <a:lnTo>
                  <a:pt x="7400925" y="3987800"/>
                </a:lnTo>
                <a:lnTo>
                  <a:pt x="7391400" y="4048125"/>
                </a:lnTo>
                <a:lnTo>
                  <a:pt x="7389812" y="4116387"/>
                </a:lnTo>
                <a:lnTo>
                  <a:pt x="7391400" y="4186237"/>
                </a:lnTo>
                <a:lnTo>
                  <a:pt x="7400925" y="4244975"/>
                </a:lnTo>
                <a:lnTo>
                  <a:pt x="7410450" y="4297362"/>
                </a:lnTo>
                <a:lnTo>
                  <a:pt x="7424737" y="4343400"/>
                </a:lnTo>
                <a:lnTo>
                  <a:pt x="7442200" y="4386262"/>
                </a:lnTo>
                <a:lnTo>
                  <a:pt x="7459662" y="4424362"/>
                </a:lnTo>
                <a:lnTo>
                  <a:pt x="7497762" y="4498975"/>
                </a:lnTo>
                <a:lnTo>
                  <a:pt x="7516812" y="4537075"/>
                </a:lnTo>
                <a:lnTo>
                  <a:pt x="7532687" y="4579937"/>
                </a:lnTo>
                <a:lnTo>
                  <a:pt x="7546975" y="4625975"/>
                </a:lnTo>
                <a:lnTo>
                  <a:pt x="7558087" y="4678362"/>
                </a:lnTo>
                <a:lnTo>
                  <a:pt x="7566025" y="4738687"/>
                </a:lnTo>
                <a:lnTo>
                  <a:pt x="7569200" y="4806950"/>
                </a:lnTo>
                <a:lnTo>
                  <a:pt x="7566025" y="4875212"/>
                </a:lnTo>
                <a:lnTo>
                  <a:pt x="7558087" y="4935537"/>
                </a:lnTo>
                <a:lnTo>
                  <a:pt x="7546975" y="4987925"/>
                </a:lnTo>
                <a:lnTo>
                  <a:pt x="7532687" y="5033962"/>
                </a:lnTo>
                <a:lnTo>
                  <a:pt x="7516812" y="5075237"/>
                </a:lnTo>
                <a:lnTo>
                  <a:pt x="7497762" y="5114925"/>
                </a:lnTo>
                <a:lnTo>
                  <a:pt x="7478712" y="5149850"/>
                </a:lnTo>
                <a:lnTo>
                  <a:pt x="7459662" y="5186362"/>
                </a:lnTo>
                <a:lnTo>
                  <a:pt x="7442200" y="5226050"/>
                </a:lnTo>
                <a:lnTo>
                  <a:pt x="7424737" y="5268912"/>
                </a:lnTo>
                <a:lnTo>
                  <a:pt x="7410450" y="5313362"/>
                </a:lnTo>
                <a:lnTo>
                  <a:pt x="7400925" y="5365750"/>
                </a:lnTo>
                <a:lnTo>
                  <a:pt x="7391400" y="5426075"/>
                </a:lnTo>
                <a:lnTo>
                  <a:pt x="7389812" y="5494337"/>
                </a:lnTo>
                <a:lnTo>
                  <a:pt x="7391400" y="5562600"/>
                </a:lnTo>
                <a:lnTo>
                  <a:pt x="7400925" y="5622925"/>
                </a:lnTo>
                <a:lnTo>
                  <a:pt x="7410450" y="5675312"/>
                </a:lnTo>
                <a:lnTo>
                  <a:pt x="7424737" y="5721350"/>
                </a:lnTo>
                <a:lnTo>
                  <a:pt x="7442200" y="5762625"/>
                </a:lnTo>
                <a:lnTo>
                  <a:pt x="7459662" y="5802312"/>
                </a:lnTo>
                <a:lnTo>
                  <a:pt x="7478712" y="5840412"/>
                </a:lnTo>
                <a:lnTo>
                  <a:pt x="7497762" y="5876925"/>
                </a:lnTo>
                <a:lnTo>
                  <a:pt x="7516812" y="5915025"/>
                </a:lnTo>
                <a:lnTo>
                  <a:pt x="7532687" y="5956300"/>
                </a:lnTo>
                <a:lnTo>
                  <a:pt x="7546975" y="6003925"/>
                </a:lnTo>
                <a:lnTo>
                  <a:pt x="7558087" y="6056312"/>
                </a:lnTo>
                <a:lnTo>
                  <a:pt x="7566025" y="6113462"/>
                </a:lnTo>
                <a:lnTo>
                  <a:pt x="7569200" y="6183312"/>
                </a:lnTo>
                <a:lnTo>
                  <a:pt x="7566025" y="6251575"/>
                </a:lnTo>
                <a:lnTo>
                  <a:pt x="7558087" y="6311900"/>
                </a:lnTo>
                <a:lnTo>
                  <a:pt x="7546975" y="6361112"/>
                </a:lnTo>
                <a:lnTo>
                  <a:pt x="7532687" y="6407150"/>
                </a:lnTo>
                <a:lnTo>
                  <a:pt x="7516812" y="6448425"/>
                </a:lnTo>
                <a:lnTo>
                  <a:pt x="7499350" y="6488112"/>
                </a:lnTo>
                <a:lnTo>
                  <a:pt x="7481887" y="6523037"/>
                </a:lnTo>
                <a:lnTo>
                  <a:pt x="7462837" y="6561137"/>
                </a:lnTo>
                <a:lnTo>
                  <a:pt x="7443787" y="6597650"/>
                </a:lnTo>
                <a:lnTo>
                  <a:pt x="7427912" y="6640512"/>
                </a:lnTo>
                <a:lnTo>
                  <a:pt x="7412037" y="6683375"/>
                </a:lnTo>
                <a:lnTo>
                  <a:pt x="7402512" y="6735762"/>
                </a:lnTo>
                <a:lnTo>
                  <a:pt x="7394575" y="6791325"/>
                </a:lnTo>
                <a:lnTo>
                  <a:pt x="7389812" y="6858000"/>
                </a:lnTo>
                <a:lnTo>
                  <a:pt x="0" y="6858000"/>
                </a:lnTo>
                <a:lnTo>
                  <a:pt x="0" y="0"/>
                </a:lnTo>
                <a:close/>
              </a:path>
            </a:pathLst>
          </a:custGeom>
          <a:solidFill>
            <a:schemeClr val="bg2"/>
          </a:solidFill>
          <a:ln w="0">
            <a:noFill/>
            <a:prstDash val="solid"/>
            <a:round/>
            <a:headEnd/>
            <a:tailEnd/>
          </a:ln>
        </p:spPr>
        <p:txBody>
          <a:bodyPr/>
          <a:lstStyle/>
          <a:p>
            <a:endParaRPr lang="en-US"/>
          </a:p>
        </p:txBody>
      </p:sp>
      <p:sp>
        <p:nvSpPr>
          <p:cNvPr id="2" name="Title 1">
            <a:extLst>
              <a:ext uri="{FF2B5EF4-FFF2-40B4-BE49-F238E27FC236}">
                <a16:creationId xmlns:a16="http://schemas.microsoft.com/office/drawing/2014/main" id="{85BC659A-9B51-13A1-3998-C7ED83B3D172}"/>
              </a:ext>
            </a:extLst>
          </p:cNvPr>
          <p:cNvSpPr>
            <a:spLocks noGrp="1"/>
          </p:cNvSpPr>
          <p:nvPr>
            <p:ph type="title"/>
          </p:nvPr>
        </p:nvSpPr>
        <p:spPr>
          <a:xfrm>
            <a:off x="765051" y="382385"/>
            <a:ext cx="6015897" cy="1492132"/>
          </a:xfrm>
        </p:spPr>
        <p:txBody>
          <a:bodyPr>
            <a:normAutofit fontScale="90000"/>
          </a:bodyPr>
          <a:lstStyle/>
          <a:p>
            <a:r>
              <a:rPr lang="en-US" sz="3600">
                <a:latin typeface="Optima" panose="02000503060000020004" pitchFamily="2" charset="0"/>
              </a:rPr>
              <a:t>Three responses to the knowledge argument </a:t>
            </a:r>
          </a:p>
        </p:txBody>
      </p:sp>
      <p:sp>
        <p:nvSpPr>
          <p:cNvPr id="12" name="Rectangle 11">
            <a:extLst>
              <a:ext uri="{FF2B5EF4-FFF2-40B4-BE49-F238E27FC236}">
                <a16:creationId xmlns:a16="http://schemas.microsoft.com/office/drawing/2014/main" id="{38FCA438-C13E-4ED2-A4C4-BC1C38A056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graphicFrame>
        <p:nvGraphicFramePr>
          <p:cNvPr id="5" name="Content Placeholder 2">
            <a:extLst>
              <a:ext uri="{FF2B5EF4-FFF2-40B4-BE49-F238E27FC236}">
                <a16:creationId xmlns:a16="http://schemas.microsoft.com/office/drawing/2014/main" id="{3B1ED069-2D21-125D-1617-AF65307F110C}"/>
              </a:ext>
            </a:extLst>
          </p:cNvPr>
          <p:cNvGraphicFramePr>
            <a:graphicFrameLocks noGrp="1"/>
          </p:cNvGraphicFramePr>
          <p:nvPr>
            <p:ph idx="1"/>
            <p:extLst>
              <p:ext uri="{D42A27DB-BD31-4B8C-83A1-F6EECF244321}">
                <p14:modId xmlns:p14="http://schemas.microsoft.com/office/powerpoint/2010/main" val="266432493"/>
              </p:ext>
            </p:extLst>
          </p:nvPr>
        </p:nvGraphicFramePr>
        <p:xfrm>
          <a:off x="765051" y="2286001"/>
          <a:ext cx="6015897" cy="3593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788881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6BF97B-EFC1-8B58-B01E-BDB7AFCF5285}"/>
              </a:ext>
            </a:extLst>
          </p:cNvPr>
          <p:cNvSpPr>
            <a:spLocks noGrp="1"/>
          </p:cNvSpPr>
          <p:nvPr>
            <p:ph type="title"/>
          </p:nvPr>
        </p:nvSpPr>
        <p:spPr>
          <a:xfrm>
            <a:off x="1251678" y="540327"/>
            <a:ext cx="10178322" cy="1334190"/>
          </a:xfrm>
        </p:spPr>
        <p:txBody>
          <a:bodyPr>
            <a:normAutofit/>
          </a:bodyPr>
          <a:lstStyle/>
          <a:p>
            <a:r>
              <a:rPr lang="en-US" sz="3200" dirty="0">
                <a:latin typeface="Avenir Book" panose="02000503020000020003" pitchFamily="2" charset="0"/>
              </a:rPr>
              <a:t>(1) There is a difference between propositional and ability knowledge. </a:t>
            </a:r>
          </a:p>
        </p:txBody>
      </p:sp>
      <p:sp>
        <p:nvSpPr>
          <p:cNvPr id="3" name="Content Placeholder 2">
            <a:extLst>
              <a:ext uri="{FF2B5EF4-FFF2-40B4-BE49-F238E27FC236}">
                <a16:creationId xmlns:a16="http://schemas.microsoft.com/office/drawing/2014/main" id="{54B7FDAE-53C6-8A10-9BB3-CB607FE2D206}"/>
              </a:ext>
            </a:extLst>
          </p:cNvPr>
          <p:cNvSpPr>
            <a:spLocks noGrp="1"/>
          </p:cNvSpPr>
          <p:nvPr>
            <p:ph idx="1"/>
          </p:nvPr>
        </p:nvSpPr>
        <p:spPr/>
        <p:txBody>
          <a:bodyPr/>
          <a:lstStyle/>
          <a:p>
            <a:pPr marL="0" indent="0" algn="just">
              <a:lnSpc>
                <a:spcPct val="150000"/>
              </a:lnSpc>
              <a:buNone/>
            </a:pPr>
            <a:r>
              <a:rPr lang="en-GB" sz="24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David Lewis claimed that rather than gaining any propositional knowledge, Mary gains ability knowledge, by learning ‘what it is like’ to see the colour red. Learning what it is like ‘is the possession of the abilities to remember, imagine, and recognise…it is not knowing </a:t>
            </a:r>
            <a:r>
              <a:rPr lang="en-GB" sz="2400" i="1"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that</a:t>
            </a:r>
            <a:r>
              <a:rPr lang="en-GB" sz="2400" kern="100" dirty="0">
                <a:solidFill>
                  <a:schemeClr val="tx1"/>
                </a:solidFill>
                <a:effectLst/>
                <a:latin typeface="Avenir Book" panose="02000503020000020003" pitchFamily="2" charset="0"/>
                <a:ea typeface="Calibri" panose="020F0502020204030204" pitchFamily="34" charset="0"/>
                <a:cs typeface="Times New Roman" panose="02020603050405020304" pitchFamily="18" charset="0"/>
              </a:rPr>
              <a:t> it is knowing-how’. </a:t>
            </a:r>
          </a:p>
          <a:p>
            <a:pPr marL="0" indent="0" algn="just">
              <a:buNone/>
            </a:pPr>
            <a:endParaRPr lang="en-GB" sz="1800" kern="100" dirty="0">
              <a:effectLst/>
              <a:latin typeface="Calibri" panose="020F0502020204030204" pitchFamily="34" charset="0"/>
              <a:ea typeface="Calibri" panose="020F0502020204030204" pitchFamily="34" charset="0"/>
              <a:cs typeface="Times New Roman" panose="02020603050405020304" pitchFamily="18" charset="0"/>
            </a:endParaRPr>
          </a:p>
          <a:p>
            <a:endParaRPr lang="en-US" dirty="0"/>
          </a:p>
        </p:txBody>
      </p:sp>
    </p:spTree>
    <p:extLst>
      <p:ext uri="{BB962C8B-B14F-4D97-AF65-F5344CB8AC3E}">
        <p14:creationId xmlns:p14="http://schemas.microsoft.com/office/powerpoint/2010/main" val="20597817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2A84AA-1294-B88A-4D88-5D36B195E7C9}"/>
              </a:ext>
            </a:extLst>
          </p:cNvPr>
          <p:cNvSpPr>
            <a:spLocks noGrp="1"/>
          </p:cNvSpPr>
          <p:nvPr>
            <p:ph type="title"/>
          </p:nvPr>
        </p:nvSpPr>
        <p:spPr>
          <a:xfrm>
            <a:off x="1251678" y="581891"/>
            <a:ext cx="10427704" cy="1080654"/>
          </a:xfrm>
        </p:spPr>
        <p:txBody>
          <a:bodyPr>
            <a:noAutofit/>
          </a:bodyPr>
          <a:lstStyle/>
          <a:p>
            <a:r>
              <a:rPr lang="en-US" sz="3200" dirty="0">
                <a:latin typeface="Avenir Book" panose="02000503020000020003" pitchFamily="2" charset="0"/>
              </a:rPr>
              <a:t>(2) There is a difference between propositional and acquaintance knowledge. </a:t>
            </a:r>
          </a:p>
        </p:txBody>
      </p:sp>
      <p:sp>
        <p:nvSpPr>
          <p:cNvPr id="3" name="Content Placeholder 2">
            <a:extLst>
              <a:ext uri="{FF2B5EF4-FFF2-40B4-BE49-F238E27FC236}">
                <a16:creationId xmlns:a16="http://schemas.microsoft.com/office/drawing/2014/main" id="{A328343D-06CB-5FCF-074A-3359CFB1E3DE}"/>
              </a:ext>
            </a:extLst>
          </p:cNvPr>
          <p:cNvSpPr>
            <a:spLocks noGrp="1"/>
          </p:cNvSpPr>
          <p:nvPr>
            <p:ph idx="1"/>
          </p:nvPr>
        </p:nvSpPr>
        <p:spPr>
          <a:xfrm>
            <a:off x="1251678" y="2328531"/>
            <a:ext cx="9875501" cy="3551062"/>
          </a:xfrm>
        </p:spPr>
        <p:txBody>
          <a:bodyPr>
            <a:normAutofit/>
          </a:bodyPr>
          <a:lstStyle/>
          <a:p>
            <a:pPr marL="0" indent="0" algn="just">
              <a:lnSpc>
                <a:spcPct val="150000"/>
              </a:lnSpc>
              <a:buNone/>
            </a:pPr>
            <a:r>
              <a:rPr lang="en-GB" sz="2400" dirty="0">
                <a:solidFill>
                  <a:srgbClr val="002060"/>
                </a:solidFill>
                <a:effectLst/>
                <a:latin typeface="Avenir Book" panose="02000503020000020003" pitchFamily="2" charset="0"/>
                <a:ea typeface="Calibri" panose="020F0502020204030204" pitchFamily="34" charset="0"/>
                <a:cs typeface="Times New Roman" panose="02020603050405020304" pitchFamily="18" charset="0"/>
              </a:rPr>
              <a:t>Jackson is confusing ‘knowledge by description’ (propositional knowledge: describing the physical truths) with knowledge by acquaintance (being acquainted with a colour etc.). In other words, there is a difference between knowing the fact that red is a certain wavelength and having seen red. The first is ‘knowing about’ something, the second is knowing it per se (in itself). </a:t>
            </a:r>
            <a:endParaRPr lang="en-US" sz="2400" dirty="0">
              <a:solidFill>
                <a:srgbClr val="002060"/>
              </a:solidFill>
              <a:latin typeface="Avenir Book" panose="02000503020000020003" pitchFamily="2" charset="0"/>
            </a:endParaRPr>
          </a:p>
        </p:txBody>
      </p:sp>
    </p:spTree>
    <p:extLst>
      <p:ext uri="{BB962C8B-B14F-4D97-AF65-F5344CB8AC3E}">
        <p14:creationId xmlns:p14="http://schemas.microsoft.com/office/powerpoint/2010/main" val="3846736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5" name="Picture 4" descr="A sun and moon over a valley&#10;&#10;Description automatically generated">
            <a:extLst>
              <a:ext uri="{FF2B5EF4-FFF2-40B4-BE49-F238E27FC236}">
                <a16:creationId xmlns:a16="http://schemas.microsoft.com/office/drawing/2014/main" id="{E581EDF4-BE67-1D93-FDC2-A3F25C09F7D9}"/>
              </a:ext>
            </a:extLst>
          </p:cNvPr>
          <p:cNvPicPr>
            <a:picLocks noChangeAspect="1"/>
          </p:cNvPicPr>
          <p:nvPr/>
        </p:nvPicPr>
        <p:blipFill rotWithShape="1">
          <a:blip r:embed="rId2"/>
          <a:srcRect l="23432" r="36053" b="1"/>
          <a:stretch/>
        </p:blipFill>
        <p:spPr>
          <a:xfrm>
            <a:off x="7338646" y="10"/>
            <a:ext cx="4853354" cy="6857990"/>
          </a:xfrm>
          <a:prstGeom prst="rect">
            <a:avLst/>
          </a:prstGeom>
        </p:spPr>
      </p:pic>
      <p:sp>
        <p:nvSpPr>
          <p:cNvPr id="14" name="Freeform 10">
            <a:extLst>
              <a:ext uri="{FF2B5EF4-FFF2-40B4-BE49-F238E27FC236}">
                <a16:creationId xmlns:a16="http://schemas.microsoft.com/office/drawing/2014/main" id="{5D0CF218-804B-46B7-8D12-741D899E5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0" y="0"/>
            <a:ext cx="7569200" cy="6858000"/>
          </a:xfrm>
          <a:custGeom>
            <a:avLst/>
            <a:gdLst>
              <a:gd name="connsiteX0" fmla="*/ 0 w 7569200"/>
              <a:gd name="connsiteY0" fmla="*/ 0 h 6858000"/>
              <a:gd name="connsiteX1" fmla="*/ 7389812 w 7569200"/>
              <a:gd name="connsiteY1" fmla="*/ 0 h 6858000"/>
              <a:gd name="connsiteX2" fmla="*/ 7394575 w 7569200"/>
              <a:gd name="connsiteY2" fmla="*/ 66675 h 6858000"/>
              <a:gd name="connsiteX3" fmla="*/ 7402512 w 7569200"/>
              <a:gd name="connsiteY3" fmla="*/ 122237 h 6858000"/>
              <a:gd name="connsiteX4" fmla="*/ 7412037 w 7569200"/>
              <a:gd name="connsiteY4" fmla="*/ 174625 h 6858000"/>
              <a:gd name="connsiteX5" fmla="*/ 7427912 w 7569200"/>
              <a:gd name="connsiteY5" fmla="*/ 217487 h 6858000"/>
              <a:gd name="connsiteX6" fmla="*/ 7443787 w 7569200"/>
              <a:gd name="connsiteY6" fmla="*/ 260350 h 6858000"/>
              <a:gd name="connsiteX7" fmla="*/ 7462837 w 7569200"/>
              <a:gd name="connsiteY7" fmla="*/ 296862 h 6858000"/>
              <a:gd name="connsiteX8" fmla="*/ 7481887 w 7569200"/>
              <a:gd name="connsiteY8" fmla="*/ 334962 h 6858000"/>
              <a:gd name="connsiteX9" fmla="*/ 7499350 w 7569200"/>
              <a:gd name="connsiteY9" fmla="*/ 369887 h 6858000"/>
              <a:gd name="connsiteX10" fmla="*/ 7516812 w 7569200"/>
              <a:gd name="connsiteY10" fmla="*/ 409575 h 6858000"/>
              <a:gd name="connsiteX11" fmla="*/ 7532687 w 7569200"/>
              <a:gd name="connsiteY11" fmla="*/ 450850 h 6858000"/>
              <a:gd name="connsiteX12" fmla="*/ 7546975 w 7569200"/>
              <a:gd name="connsiteY12" fmla="*/ 496887 h 6858000"/>
              <a:gd name="connsiteX13" fmla="*/ 7558087 w 7569200"/>
              <a:gd name="connsiteY13" fmla="*/ 546100 h 6858000"/>
              <a:gd name="connsiteX14" fmla="*/ 7566025 w 7569200"/>
              <a:gd name="connsiteY14" fmla="*/ 606425 h 6858000"/>
              <a:gd name="connsiteX15" fmla="*/ 7569200 w 7569200"/>
              <a:gd name="connsiteY15" fmla="*/ 673100 h 6858000"/>
              <a:gd name="connsiteX16" fmla="*/ 7566025 w 7569200"/>
              <a:gd name="connsiteY16" fmla="*/ 744537 h 6858000"/>
              <a:gd name="connsiteX17" fmla="*/ 7558087 w 7569200"/>
              <a:gd name="connsiteY17" fmla="*/ 801687 h 6858000"/>
              <a:gd name="connsiteX18" fmla="*/ 7546975 w 7569200"/>
              <a:gd name="connsiteY18" fmla="*/ 854075 h 6858000"/>
              <a:gd name="connsiteX19" fmla="*/ 7532687 w 7569200"/>
              <a:gd name="connsiteY19" fmla="*/ 901700 h 6858000"/>
              <a:gd name="connsiteX20" fmla="*/ 7516812 w 7569200"/>
              <a:gd name="connsiteY20" fmla="*/ 942975 h 6858000"/>
              <a:gd name="connsiteX21" fmla="*/ 7497762 w 7569200"/>
              <a:gd name="connsiteY21" fmla="*/ 981075 h 6858000"/>
              <a:gd name="connsiteX22" fmla="*/ 7478712 w 7569200"/>
              <a:gd name="connsiteY22" fmla="*/ 1017587 h 6858000"/>
              <a:gd name="connsiteX23" fmla="*/ 7459662 w 7569200"/>
              <a:gd name="connsiteY23" fmla="*/ 1055687 h 6858000"/>
              <a:gd name="connsiteX24" fmla="*/ 7442200 w 7569200"/>
              <a:gd name="connsiteY24" fmla="*/ 1095375 h 6858000"/>
              <a:gd name="connsiteX25" fmla="*/ 7424737 w 7569200"/>
              <a:gd name="connsiteY25" fmla="*/ 1136650 h 6858000"/>
              <a:gd name="connsiteX26" fmla="*/ 7410450 w 7569200"/>
              <a:gd name="connsiteY26" fmla="*/ 1182687 h 6858000"/>
              <a:gd name="connsiteX27" fmla="*/ 7400925 w 7569200"/>
              <a:gd name="connsiteY27" fmla="*/ 1235075 h 6858000"/>
              <a:gd name="connsiteX28" fmla="*/ 7391400 w 7569200"/>
              <a:gd name="connsiteY28" fmla="*/ 1295400 h 6858000"/>
              <a:gd name="connsiteX29" fmla="*/ 7389812 w 7569200"/>
              <a:gd name="connsiteY29" fmla="*/ 1363662 h 6858000"/>
              <a:gd name="connsiteX30" fmla="*/ 7391400 w 7569200"/>
              <a:gd name="connsiteY30" fmla="*/ 1431925 h 6858000"/>
              <a:gd name="connsiteX31" fmla="*/ 7400925 w 7569200"/>
              <a:gd name="connsiteY31" fmla="*/ 1492250 h 6858000"/>
              <a:gd name="connsiteX32" fmla="*/ 7410450 w 7569200"/>
              <a:gd name="connsiteY32" fmla="*/ 1544637 h 6858000"/>
              <a:gd name="connsiteX33" fmla="*/ 7424737 w 7569200"/>
              <a:gd name="connsiteY33" fmla="*/ 1589087 h 6858000"/>
              <a:gd name="connsiteX34" fmla="*/ 7442200 w 7569200"/>
              <a:gd name="connsiteY34" fmla="*/ 1631950 h 6858000"/>
              <a:gd name="connsiteX35" fmla="*/ 7459662 w 7569200"/>
              <a:gd name="connsiteY35" fmla="*/ 1671637 h 6858000"/>
              <a:gd name="connsiteX36" fmla="*/ 7478712 w 7569200"/>
              <a:gd name="connsiteY36" fmla="*/ 1708150 h 6858000"/>
              <a:gd name="connsiteX37" fmla="*/ 7497762 w 7569200"/>
              <a:gd name="connsiteY37" fmla="*/ 1743075 h 6858000"/>
              <a:gd name="connsiteX38" fmla="*/ 7516812 w 7569200"/>
              <a:gd name="connsiteY38" fmla="*/ 1782762 h 6858000"/>
              <a:gd name="connsiteX39" fmla="*/ 7532687 w 7569200"/>
              <a:gd name="connsiteY39" fmla="*/ 1824037 h 6858000"/>
              <a:gd name="connsiteX40" fmla="*/ 7546975 w 7569200"/>
              <a:gd name="connsiteY40" fmla="*/ 1870075 h 6858000"/>
              <a:gd name="connsiteX41" fmla="*/ 7558087 w 7569200"/>
              <a:gd name="connsiteY41" fmla="*/ 1922462 h 6858000"/>
              <a:gd name="connsiteX42" fmla="*/ 7566025 w 7569200"/>
              <a:gd name="connsiteY42" fmla="*/ 1982787 h 6858000"/>
              <a:gd name="connsiteX43" fmla="*/ 7569200 w 7569200"/>
              <a:gd name="connsiteY43" fmla="*/ 2051050 h 6858000"/>
              <a:gd name="connsiteX44" fmla="*/ 7566025 w 7569200"/>
              <a:gd name="connsiteY44" fmla="*/ 2119312 h 6858000"/>
              <a:gd name="connsiteX45" fmla="*/ 7558087 w 7569200"/>
              <a:gd name="connsiteY45" fmla="*/ 2179637 h 6858000"/>
              <a:gd name="connsiteX46" fmla="*/ 7546975 w 7569200"/>
              <a:gd name="connsiteY46" fmla="*/ 2232025 h 6858000"/>
              <a:gd name="connsiteX47" fmla="*/ 7532687 w 7569200"/>
              <a:gd name="connsiteY47" fmla="*/ 2278062 h 6858000"/>
              <a:gd name="connsiteX48" fmla="*/ 7516812 w 7569200"/>
              <a:gd name="connsiteY48" fmla="*/ 2319337 h 6858000"/>
              <a:gd name="connsiteX49" fmla="*/ 7497762 w 7569200"/>
              <a:gd name="connsiteY49" fmla="*/ 2359025 h 6858000"/>
              <a:gd name="connsiteX50" fmla="*/ 7478712 w 7569200"/>
              <a:gd name="connsiteY50" fmla="*/ 2395537 h 6858000"/>
              <a:gd name="connsiteX51" fmla="*/ 7459662 w 7569200"/>
              <a:gd name="connsiteY51" fmla="*/ 2433637 h 6858000"/>
              <a:gd name="connsiteX52" fmla="*/ 7442200 w 7569200"/>
              <a:gd name="connsiteY52" fmla="*/ 2471737 h 6858000"/>
              <a:gd name="connsiteX53" fmla="*/ 7424737 w 7569200"/>
              <a:gd name="connsiteY53" fmla="*/ 2513012 h 6858000"/>
              <a:gd name="connsiteX54" fmla="*/ 7410450 w 7569200"/>
              <a:gd name="connsiteY54" fmla="*/ 2560637 h 6858000"/>
              <a:gd name="connsiteX55" fmla="*/ 7400925 w 7569200"/>
              <a:gd name="connsiteY55" fmla="*/ 2613025 h 6858000"/>
              <a:gd name="connsiteX56" fmla="*/ 7391400 w 7569200"/>
              <a:gd name="connsiteY56" fmla="*/ 2671762 h 6858000"/>
              <a:gd name="connsiteX57" fmla="*/ 7389812 w 7569200"/>
              <a:gd name="connsiteY57" fmla="*/ 2741612 h 6858000"/>
              <a:gd name="connsiteX58" fmla="*/ 7391400 w 7569200"/>
              <a:gd name="connsiteY58" fmla="*/ 2809875 h 6858000"/>
              <a:gd name="connsiteX59" fmla="*/ 7400925 w 7569200"/>
              <a:gd name="connsiteY59" fmla="*/ 2868612 h 6858000"/>
              <a:gd name="connsiteX60" fmla="*/ 7410450 w 7569200"/>
              <a:gd name="connsiteY60" fmla="*/ 2922587 h 6858000"/>
              <a:gd name="connsiteX61" fmla="*/ 7424737 w 7569200"/>
              <a:gd name="connsiteY61" fmla="*/ 2967037 h 6858000"/>
              <a:gd name="connsiteX62" fmla="*/ 7442200 w 7569200"/>
              <a:gd name="connsiteY62" fmla="*/ 3009900 h 6858000"/>
              <a:gd name="connsiteX63" fmla="*/ 7459662 w 7569200"/>
              <a:gd name="connsiteY63" fmla="*/ 3046412 h 6858000"/>
              <a:gd name="connsiteX64" fmla="*/ 7478712 w 7569200"/>
              <a:gd name="connsiteY64" fmla="*/ 3084512 h 6858000"/>
              <a:gd name="connsiteX65" fmla="*/ 7497762 w 7569200"/>
              <a:gd name="connsiteY65" fmla="*/ 3121025 h 6858000"/>
              <a:gd name="connsiteX66" fmla="*/ 7516812 w 7569200"/>
              <a:gd name="connsiteY66" fmla="*/ 3160712 h 6858000"/>
              <a:gd name="connsiteX67" fmla="*/ 7532687 w 7569200"/>
              <a:gd name="connsiteY67" fmla="*/ 3201987 h 6858000"/>
              <a:gd name="connsiteX68" fmla="*/ 7546975 w 7569200"/>
              <a:gd name="connsiteY68" fmla="*/ 3248025 h 6858000"/>
              <a:gd name="connsiteX69" fmla="*/ 7558087 w 7569200"/>
              <a:gd name="connsiteY69" fmla="*/ 3300412 h 6858000"/>
              <a:gd name="connsiteX70" fmla="*/ 7566025 w 7569200"/>
              <a:gd name="connsiteY70" fmla="*/ 3360737 h 6858000"/>
              <a:gd name="connsiteX71" fmla="*/ 7569200 w 7569200"/>
              <a:gd name="connsiteY71" fmla="*/ 3427412 h 6858000"/>
              <a:gd name="connsiteX72" fmla="*/ 7566025 w 7569200"/>
              <a:gd name="connsiteY72" fmla="*/ 3497262 h 6858000"/>
              <a:gd name="connsiteX73" fmla="*/ 7558087 w 7569200"/>
              <a:gd name="connsiteY73" fmla="*/ 3557587 h 6858000"/>
              <a:gd name="connsiteX74" fmla="*/ 7546975 w 7569200"/>
              <a:gd name="connsiteY74" fmla="*/ 3609975 h 6858000"/>
              <a:gd name="connsiteX75" fmla="*/ 7532687 w 7569200"/>
              <a:gd name="connsiteY75" fmla="*/ 3656012 h 6858000"/>
              <a:gd name="connsiteX76" fmla="*/ 7516812 w 7569200"/>
              <a:gd name="connsiteY76" fmla="*/ 3697287 h 6858000"/>
              <a:gd name="connsiteX77" fmla="*/ 7497762 w 7569200"/>
              <a:gd name="connsiteY77" fmla="*/ 3736975 h 6858000"/>
              <a:gd name="connsiteX78" fmla="*/ 7459662 w 7569200"/>
              <a:gd name="connsiteY78" fmla="*/ 3811587 h 6858000"/>
              <a:gd name="connsiteX79" fmla="*/ 7442200 w 7569200"/>
              <a:gd name="connsiteY79" fmla="*/ 3848100 h 6858000"/>
              <a:gd name="connsiteX80" fmla="*/ 7424737 w 7569200"/>
              <a:gd name="connsiteY80" fmla="*/ 3890962 h 6858000"/>
              <a:gd name="connsiteX81" fmla="*/ 7410450 w 7569200"/>
              <a:gd name="connsiteY81" fmla="*/ 3935412 h 6858000"/>
              <a:gd name="connsiteX82" fmla="*/ 7400925 w 7569200"/>
              <a:gd name="connsiteY82" fmla="*/ 3987800 h 6858000"/>
              <a:gd name="connsiteX83" fmla="*/ 7391400 w 7569200"/>
              <a:gd name="connsiteY83" fmla="*/ 4048125 h 6858000"/>
              <a:gd name="connsiteX84" fmla="*/ 7389812 w 7569200"/>
              <a:gd name="connsiteY84" fmla="*/ 4116387 h 6858000"/>
              <a:gd name="connsiteX85" fmla="*/ 7391400 w 7569200"/>
              <a:gd name="connsiteY85" fmla="*/ 4186237 h 6858000"/>
              <a:gd name="connsiteX86" fmla="*/ 7400925 w 7569200"/>
              <a:gd name="connsiteY86" fmla="*/ 4244975 h 6858000"/>
              <a:gd name="connsiteX87" fmla="*/ 7410450 w 7569200"/>
              <a:gd name="connsiteY87" fmla="*/ 4297362 h 6858000"/>
              <a:gd name="connsiteX88" fmla="*/ 7424737 w 7569200"/>
              <a:gd name="connsiteY88" fmla="*/ 4343400 h 6858000"/>
              <a:gd name="connsiteX89" fmla="*/ 7442200 w 7569200"/>
              <a:gd name="connsiteY89" fmla="*/ 4386262 h 6858000"/>
              <a:gd name="connsiteX90" fmla="*/ 7459662 w 7569200"/>
              <a:gd name="connsiteY90" fmla="*/ 4424362 h 6858000"/>
              <a:gd name="connsiteX91" fmla="*/ 7497762 w 7569200"/>
              <a:gd name="connsiteY91" fmla="*/ 4498975 h 6858000"/>
              <a:gd name="connsiteX92" fmla="*/ 7516812 w 7569200"/>
              <a:gd name="connsiteY92" fmla="*/ 4537075 h 6858000"/>
              <a:gd name="connsiteX93" fmla="*/ 7532687 w 7569200"/>
              <a:gd name="connsiteY93" fmla="*/ 4579937 h 6858000"/>
              <a:gd name="connsiteX94" fmla="*/ 7546975 w 7569200"/>
              <a:gd name="connsiteY94" fmla="*/ 4625975 h 6858000"/>
              <a:gd name="connsiteX95" fmla="*/ 7558087 w 7569200"/>
              <a:gd name="connsiteY95" fmla="*/ 4678362 h 6858000"/>
              <a:gd name="connsiteX96" fmla="*/ 7566025 w 7569200"/>
              <a:gd name="connsiteY96" fmla="*/ 4738687 h 6858000"/>
              <a:gd name="connsiteX97" fmla="*/ 7569200 w 7569200"/>
              <a:gd name="connsiteY97" fmla="*/ 4806950 h 6858000"/>
              <a:gd name="connsiteX98" fmla="*/ 7566025 w 7569200"/>
              <a:gd name="connsiteY98" fmla="*/ 4875212 h 6858000"/>
              <a:gd name="connsiteX99" fmla="*/ 7558087 w 7569200"/>
              <a:gd name="connsiteY99" fmla="*/ 4935537 h 6858000"/>
              <a:gd name="connsiteX100" fmla="*/ 7546975 w 7569200"/>
              <a:gd name="connsiteY100" fmla="*/ 4987925 h 6858000"/>
              <a:gd name="connsiteX101" fmla="*/ 7532687 w 7569200"/>
              <a:gd name="connsiteY101" fmla="*/ 5033962 h 6858000"/>
              <a:gd name="connsiteX102" fmla="*/ 7516812 w 7569200"/>
              <a:gd name="connsiteY102" fmla="*/ 5075237 h 6858000"/>
              <a:gd name="connsiteX103" fmla="*/ 7497762 w 7569200"/>
              <a:gd name="connsiteY103" fmla="*/ 5114925 h 6858000"/>
              <a:gd name="connsiteX104" fmla="*/ 7478712 w 7569200"/>
              <a:gd name="connsiteY104" fmla="*/ 5149850 h 6858000"/>
              <a:gd name="connsiteX105" fmla="*/ 7459662 w 7569200"/>
              <a:gd name="connsiteY105" fmla="*/ 5186362 h 6858000"/>
              <a:gd name="connsiteX106" fmla="*/ 7442200 w 7569200"/>
              <a:gd name="connsiteY106" fmla="*/ 5226050 h 6858000"/>
              <a:gd name="connsiteX107" fmla="*/ 7424737 w 7569200"/>
              <a:gd name="connsiteY107" fmla="*/ 5268912 h 6858000"/>
              <a:gd name="connsiteX108" fmla="*/ 7410450 w 7569200"/>
              <a:gd name="connsiteY108" fmla="*/ 5313362 h 6858000"/>
              <a:gd name="connsiteX109" fmla="*/ 7400925 w 7569200"/>
              <a:gd name="connsiteY109" fmla="*/ 5365750 h 6858000"/>
              <a:gd name="connsiteX110" fmla="*/ 7391400 w 7569200"/>
              <a:gd name="connsiteY110" fmla="*/ 5426075 h 6858000"/>
              <a:gd name="connsiteX111" fmla="*/ 7389812 w 7569200"/>
              <a:gd name="connsiteY111" fmla="*/ 5494337 h 6858000"/>
              <a:gd name="connsiteX112" fmla="*/ 7391400 w 7569200"/>
              <a:gd name="connsiteY112" fmla="*/ 5562600 h 6858000"/>
              <a:gd name="connsiteX113" fmla="*/ 7400925 w 7569200"/>
              <a:gd name="connsiteY113" fmla="*/ 5622925 h 6858000"/>
              <a:gd name="connsiteX114" fmla="*/ 7410450 w 7569200"/>
              <a:gd name="connsiteY114" fmla="*/ 5675312 h 6858000"/>
              <a:gd name="connsiteX115" fmla="*/ 7424737 w 7569200"/>
              <a:gd name="connsiteY115" fmla="*/ 5721350 h 6858000"/>
              <a:gd name="connsiteX116" fmla="*/ 7442200 w 7569200"/>
              <a:gd name="connsiteY116" fmla="*/ 5762625 h 6858000"/>
              <a:gd name="connsiteX117" fmla="*/ 7459662 w 7569200"/>
              <a:gd name="connsiteY117" fmla="*/ 5802312 h 6858000"/>
              <a:gd name="connsiteX118" fmla="*/ 7478712 w 7569200"/>
              <a:gd name="connsiteY118" fmla="*/ 5840412 h 6858000"/>
              <a:gd name="connsiteX119" fmla="*/ 7497762 w 7569200"/>
              <a:gd name="connsiteY119" fmla="*/ 5876925 h 6858000"/>
              <a:gd name="connsiteX120" fmla="*/ 7516812 w 7569200"/>
              <a:gd name="connsiteY120" fmla="*/ 5915025 h 6858000"/>
              <a:gd name="connsiteX121" fmla="*/ 7532687 w 7569200"/>
              <a:gd name="connsiteY121" fmla="*/ 5956300 h 6858000"/>
              <a:gd name="connsiteX122" fmla="*/ 7546975 w 7569200"/>
              <a:gd name="connsiteY122" fmla="*/ 6003925 h 6858000"/>
              <a:gd name="connsiteX123" fmla="*/ 7558087 w 7569200"/>
              <a:gd name="connsiteY123" fmla="*/ 6056312 h 6858000"/>
              <a:gd name="connsiteX124" fmla="*/ 7566025 w 7569200"/>
              <a:gd name="connsiteY124" fmla="*/ 6113462 h 6858000"/>
              <a:gd name="connsiteX125" fmla="*/ 7569200 w 7569200"/>
              <a:gd name="connsiteY125" fmla="*/ 6183312 h 6858000"/>
              <a:gd name="connsiteX126" fmla="*/ 7566025 w 7569200"/>
              <a:gd name="connsiteY126" fmla="*/ 6251575 h 6858000"/>
              <a:gd name="connsiteX127" fmla="*/ 7558087 w 7569200"/>
              <a:gd name="connsiteY127" fmla="*/ 6311900 h 6858000"/>
              <a:gd name="connsiteX128" fmla="*/ 7546975 w 7569200"/>
              <a:gd name="connsiteY128" fmla="*/ 6361112 h 6858000"/>
              <a:gd name="connsiteX129" fmla="*/ 7532687 w 7569200"/>
              <a:gd name="connsiteY129" fmla="*/ 6407150 h 6858000"/>
              <a:gd name="connsiteX130" fmla="*/ 7516812 w 7569200"/>
              <a:gd name="connsiteY130" fmla="*/ 6448425 h 6858000"/>
              <a:gd name="connsiteX131" fmla="*/ 7499350 w 7569200"/>
              <a:gd name="connsiteY131" fmla="*/ 6488112 h 6858000"/>
              <a:gd name="connsiteX132" fmla="*/ 7481887 w 7569200"/>
              <a:gd name="connsiteY132" fmla="*/ 6523037 h 6858000"/>
              <a:gd name="connsiteX133" fmla="*/ 7462837 w 7569200"/>
              <a:gd name="connsiteY133" fmla="*/ 6561137 h 6858000"/>
              <a:gd name="connsiteX134" fmla="*/ 7443787 w 7569200"/>
              <a:gd name="connsiteY134" fmla="*/ 6597650 h 6858000"/>
              <a:gd name="connsiteX135" fmla="*/ 7427912 w 7569200"/>
              <a:gd name="connsiteY135" fmla="*/ 6640512 h 6858000"/>
              <a:gd name="connsiteX136" fmla="*/ 7412037 w 7569200"/>
              <a:gd name="connsiteY136" fmla="*/ 6683375 h 6858000"/>
              <a:gd name="connsiteX137" fmla="*/ 7402512 w 7569200"/>
              <a:gd name="connsiteY137" fmla="*/ 6735762 h 6858000"/>
              <a:gd name="connsiteX138" fmla="*/ 7394575 w 7569200"/>
              <a:gd name="connsiteY138" fmla="*/ 6791325 h 6858000"/>
              <a:gd name="connsiteX139" fmla="*/ 7389812 w 7569200"/>
              <a:gd name="connsiteY139" fmla="*/ 6858000 h 6858000"/>
              <a:gd name="connsiteX140" fmla="*/ 0 w 7569200"/>
              <a:gd name="connsiteY140" fmla="*/ 6858000 h 6858000"/>
              <a:gd name="connsiteX141" fmla="*/ 0 w 7569200"/>
              <a:gd name="connsiteY141"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Lst>
            <a:rect l="l" t="t" r="r" b="b"/>
            <a:pathLst>
              <a:path w="7569200" h="6858000">
                <a:moveTo>
                  <a:pt x="0" y="0"/>
                </a:moveTo>
                <a:lnTo>
                  <a:pt x="7389812" y="0"/>
                </a:lnTo>
                <a:lnTo>
                  <a:pt x="7394575" y="66675"/>
                </a:lnTo>
                <a:lnTo>
                  <a:pt x="7402512" y="122237"/>
                </a:lnTo>
                <a:lnTo>
                  <a:pt x="7412037" y="174625"/>
                </a:lnTo>
                <a:lnTo>
                  <a:pt x="7427912" y="217487"/>
                </a:lnTo>
                <a:lnTo>
                  <a:pt x="7443787" y="260350"/>
                </a:lnTo>
                <a:lnTo>
                  <a:pt x="7462837" y="296862"/>
                </a:lnTo>
                <a:lnTo>
                  <a:pt x="7481887" y="334962"/>
                </a:lnTo>
                <a:lnTo>
                  <a:pt x="7499350" y="369887"/>
                </a:lnTo>
                <a:lnTo>
                  <a:pt x="7516812" y="409575"/>
                </a:lnTo>
                <a:lnTo>
                  <a:pt x="7532687" y="450850"/>
                </a:lnTo>
                <a:lnTo>
                  <a:pt x="7546975" y="496887"/>
                </a:lnTo>
                <a:lnTo>
                  <a:pt x="7558087" y="546100"/>
                </a:lnTo>
                <a:lnTo>
                  <a:pt x="7566025" y="606425"/>
                </a:lnTo>
                <a:lnTo>
                  <a:pt x="7569200" y="673100"/>
                </a:lnTo>
                <a:lnTo>
                  <a:pt x="7566025" y="744537"/>
                </a:lnTo>
                <a:lnTo>
                  <a:pt x="7558087" y="801687"/>
                </a:lnTo>
                <a:lnTo>
                  <a:pt x="7546975" y="854075"/>
                </a:lnTo>
                <a:lnTo>
                  <a:pt x="7532687" y="901700"/>
                </a:lnTo>
                <a:lnTo>
                  <a:pt x="7516812" y="942975"/>
                </a:lnTo>
                <a:lnTo>
                  <a:pt x="7497762" y="981075"/>
                </a:lnTo>
                <a:lnTo>
                  <a:pt x="7478712" y="1017587"/>
                </a:lnTo>
                <a:lnTo>
                  <a:pt x="7459662" y="1055687"/>
                </a:lnTo>
                <a:lnTo>
                  <a:pt x="7442200" y="1095375"/>
                </a:lnTo>
                <a:lnTo>
                  <a:pt x="7424737" y="1136650"/>
                </a:lnTo>
                <a:lnTo>
                  <a:pt x="7410450" y="1182687"/>
                </a:lnTo>
                <a:lnTo>
                  <a:pt x="7400925" y="1235075"/>
                </a:lnTo>
                <a:lnTo>
                  <a:pt x="7391400" y="1295400"/>
                </a:lnTo>
                <a:lnTo>
                  <a:pt x="7389812" y="1363662"/>
                </a:lnTo>
                <a:lnTo>
                  <a:pt x="7391400" y="1431925"/>
                </a:lnTo>
                <a:lnTo>
                  <a:pt x="7400925" y="1492250"/>
                </a:lnTo>
                <a:lnTo>
                  <a:pt x="7410450" y="1544637"/>
                </a:lnTo>
                <a:lnTo>
                  <a:pt x="7424737" y="1589087"/>
                </a:lnTo>
                <a:lnTo>
                  <a:pt x="7442200" y="1631950"/>
                </a:lnTo>
                <a:lnTo>
                  <a:pt x="7459662" y="1671637"/>
                </a:lnTo>
                <a:lnTo>
                  <a:pt x="7478712" y="1708150"/>
                </a:lnTo>
                <a:lnTo>
                  <a:pt x="7497762" y="1743075"/>
                </a:lnTo>
                <a:lnTo>
                  <a:pt x="7516812" y="1782762"/>
                </a:lnTo>
                <a:lnTo>
                  <a:pt x="7532687" y="1824037"/>
                </a:lnTo>
                <a:lnTo>
                  <a:pt x="7546975" y="1870075"/>
                </a:lnTo>
                <a:lnTo>
                  <a:pt x="7558087" y="1922462"/>
                </a:lnTo>
                <a:lnTo>
                  <a:pt x="7566025" y="1982787"/>
                </a:lnTo>
                <a:lnTo>
                  <a:pt x="7569200" y="2051050"/>
                </a:lnTo>
                <a:lnTo>
                  <a:pt x="7566025" y="2119312"/>
                </a:lnTo>
                <a:lnTo>
                  <a:pt x="7558087" y="2179637"/>
                </a:lnTo>
                <a:lnTo>
                  <a:pt x="7546975" y="2232025"/>
                </a:lnTo>
                <a:lnTo>
                  <a:pt x="7532687" y="2278062"/>
                </a:lnTo>
                <a:lnTo>
                  <a:pt x="7516812" y="2319337"/>
                </a:lnTo>
                <a:lnTo>
                  <a:pt x="7497762" y="2359025"/>
                </a:lnTo>
                <a:lnTo>
                  <a:pt x="7478712" y="2395537"/>
                </a:lnTo>
                <a:lnTo>
                  <a:pt x="7459662" y="2433637"/>
                </a:lnTo>
                <a:lnTo>
                  <a:pt x="7442200" y="2471737"/>
                </a:lnTo>
                <a:lnTo>
                  <a:pt x="7424737" y="2513012"/>
                </a:lnTo>
                <a:lnTo>
                  <a:pt x="7410450" y="2560637"/>
                </a:lnTo>
                <a:lnTo>
                  <a:pt x="7400925" y="2613025"/>
                </a:lnTo>
                <a:lnTo>
                  <a:pt x="7391400" y="2671762"/>
                </a:lnTo>
                <a:lnTo>
                  <a:pt x="7389812" y="2741612"/>
                </a:lnTo>
                <a:lnTo>
                  <a:pt x="7391400" y="2809875"/>
                </a:lnTo>
                <a:lnTo>
                  <a:pt x="7400925" y="2868612"/>
                </a:lnTo>
                <a:lnTo>
                  <a:pt x="7410450" y="2922587"/>
                </a:lnTo>
                <a:lnTo>
                  <a:pt x="7424737" y="2967037"/>
                </a:lnTo>
                <a:lnTo>
                  <a:pt x="7442200" y="3009900"/>
                </a:lnTo>
                <a:lnTo>
                  <a:pt x="7459662" y="3046412"/>
                </a:lnTo>
                <a:lnTo>
                  <a:pt x="7478712" y="3084512"/>
                </a:lnTo>
                <a:lnTo>
                  <a:pt x="7497762" y="3121025"/>
                </a:lnTo>
                <a:lnTo>
                  <a:pt x="7516812" y="3160712"/>
                </a:lnTo>
                <a:lnTo>
                  <a:pt x="7532687" y="3201987"/>
                </a:lnTo>
                <a:lnTo>
                  <a:pt x="7546975" y="3248025"/>
                </a:lnTo>
                <a:lnTo>
                  <a:pt x="7558087" y="3300412"/>
                </a:lnTo>
                <a:lnTo>
                  <a:pt x="7566025" y="3360737"/>
                </a:lnTo>
                <a:lnTo>
                  <a:pt x="7569200" y="3427412"/>
                </a:lnTo>
                <a:lnTo>
                  <a:pt x="7566025" y="3497262"/>
                </a:lnTo>
                <a:lnTo>
                  <a:pt x="7558087" y="3557587"/>
                </a:lnTo>
                <a:lnTo>
                  <a:pt x="7546975" y="3609975"/>
                </a:lnTo>
                <a:lnTo>
                  <a:pt x="7532687" y="3656012"/>
                </a:lnTo>
                <a:lnTo>
                  <a:pt x="7516812" y="3697287"/>
                </a:lnTo>
                <a:lnTo>
                  <a:pt x="7497762" y="3736975"/>
                </a:lnTo>
                <a:lnTo>
                  <a:pt x="7459662" y="3811587"/>
                </a:lnTo>
                <a:lnTo>
                  <a:pt x="7442200" y="3848100"/>
                </a:lnTo>
                <a:lnTo>
                  <a:pt x="7424737" y="3890962"/>
                </a:lnTo>
                <a:lnTo>
                  <a:pt x="7410450" y="3935412"/>
                </a:lnTo>
                <a:lnTo>
                  <a:pt x="7400925" y="3987800"/>
                </a:lnTo>
                <a:lnTo>
                  <a:pt x="7391400" y="4048125"/>
                </a:lnTo>
                <a:lnTo>
                  <a:pt x="7389812" y="4116387"/>
                </a:lnTo>
                <a:lnTo>
                  <a:pt x="7391400" y="4186237"/>
                </a:lnTo>
                <a:lnTo>
                  <a:pt x="7400925" y="4244975"/>
                </a:lnTo>
                <a:lnTo>
                  <a:pt x="7410450" y="4297362"/>
                </a:lnTo>
                <a:lnTo>
                  <a:pt x="7424737" y="4343400"/>
                </a:lnTo>
                <a:lnTo>
                  <a:pt x="7442200" y="4386262"/>
                </a:lnTo>
                <a:lnTo>
                  <a:pt x="7459662" y="4424362"/>
                </a:lnTo>
                <a:lnTo>
                  <a:pt x="7497762" y="4498975"/>
                </a:lnTo>
                <a:lnTo>
                  <a:pt x="7516812" y="4537075"/>
                </a:lnTo>
                <a:lnTo>
                  <a:pt x="7532687" y="4579937"/>
                </a:lnTo>
                <a:lnTo>
                  <a:pt x="7546975" y="4625975"/>
                </a:lnTo>
                <a:lnTo>
                  <a:pt x="7558087" y="4678362"/>
                </a:lnTo>
                <a:lnTo>
                  <a:pt x="7566025" y="4738687"/>
                </a:lnTo>
                <a:lnTo>
                  <a:pt x="7569200" y="4806950"/>
                </a:lnTo>
                <a:lnTo>
                  <a:pt x="7566025" y="4875212"/>
                </a:lnTo>
                <a:lnTo>
                  <a:pt x="7558087" y="4935537"/>
                </a:lnTo>
                <a:lnTo>
                  <a:pt x="7546975" y="4987925"/>
                </a:lnTo>
                <a:lnTo>
                  <a:pt x="7532687" y="5033962"/>
                </a:lnTo>
                <a:lnTo>
                  <a:pt x="7516812" y="5075237"/>
                </a:lnTo>
                <a:lnTo>
                  <a:pt x="7497762" y="5114925"/>
                </a:lnTo>
                <a:lnTo>
                  <a:pt x="7478712" y="5149850"/>
                </a:lnTo>
                <a:lnTo>
                  <a:pt x="7459662" y="5186362"/>
                </a:lnTo>
                <a:lnTo>
                  <a:pt x="7442200" y="5226050"/>
                </a:lnTo>
                <a:lnTo>
                  <a:pt x="7424737" y="5268912"/>
                </a:lnTo>
                <a:lnTo>
                  <a:pt x="7410450" y="5313362"/>
                </a:lnTo>
                <a:lnTo>
                  <a:pt x="7400925" y="5365750"/>
                </a:lnTo>
                <a:lnTo>
                  <a:pt x="7391400" y="5426075"/>
                </a:lnTo>
                <a:lnTo>
                  <a:pt x="7389812" y="5494337"/>
                </a:lnTo>
                <a:lnTo>
                  <a:pt x="7391400" y="5562600"/>
                </a:lnTo>
                <a:lnTo>
                  <a:pt x="7400925" y="5622925"/>
                </a:lnTo>
                <a:lnTo>
                  <a:pt x="7410450" y="5675312"/>
                </a:lnTo>
                <a:lnTo>
                  <a:pt x="7424737" y="5721350"/>
                </a:lnTo>
                <a:lnTo>
                  <a:pt x="7442200" y="5762625"/>
                </a:lnTo>
                <a:lnTo>
                  <a:pt x="7459662" y="5802312"/>
                </a:lnTo>
                <a:lnTo>
                  <a:pt x="7478712" y="5840412"/>
                </a:lnTo>
                <a:lnTo>
                  <a:pt x="7497762" y="5876925"/>
                </a:lnTo>
                <a:lnTo>
                  <a:pt x="7516812" y="5915025"/>
                </a:lnTo>
                <a:lnTo>
                  <a:pt x="7532687" y="5956300"/>
                </a:lnTo>
                <a:lnTo>
                  <a:pt x="7546975" y="6003925"/>
                </a:lnTo>
                <a:lnTo>
                  <a:pt x="7558087" y="6056312"/>
                </a:lnTo>
                <a:lnTo>
                  <a:pt x="7566025" y="6113462"/>
                </a:lnTo>
                <a:lnTo>
                  <a:pt x="7569200" y="6183312"/>
                </a:lnTo>
                <a:lnTo>
                  <a:pt x="7566025" y="6251575"/>
                </a:lnTo>
                <a:lnTo>
                  <a:pt x="7558087" y="6311900"/>
                </a:lnTo>
                <a:lnTo>
                  <a:pt x="7546975" y="6361112"/>
                </a:lnTo>
                <a:lnTo>
                  <a:pt x="7532687" y="6407150"/>
                </a:lnTo>
                <a:lnTo>
                  <a:pt x="7516812" y="6448425"/>
                </a:lnTo>
                <a:lnTo>
                  <a:pt x="7499350" y="6488112"/>
                </a:lnTo>
                <a:lnTo>
                  <a:pt x="7481887" y="6523037"/>
                </a:lnTo>
                <a:lnTo>
                  <a:pt x="7462837" y="6561137"/>
                </a:lnTo>
                <a:lnTo>
                  <a:pt x="7443787" y="6597650"/>
                </a:lnTo>
                <a:lnTo>
                  <a:pt x="7427912" y="6640512"/>
                </a:lnTo>
                <a:lnTo>
                  <a:pt x="7412037" y="6683375"/>
                </a:lnTo>
                <a:lnTo>
                  <a:pt x="7402512" y="6735762"/>
                </a:lnTo>
                <a:lnTo>
                  <a:pt x="7394575" y="6791325"/>
                </a:lnTo>
                <a:lnTo>
                  <a:pt x="7389812" y="6858000"/>
                </a:lnTo>
                <a:lnTo>
                  <a:pt x="0" y="6858000"/>
                </a:lnTo>
                <a:lnTo>
                  <a:pt x="0" y="0"/>
                </a:lnTo>
                <a:close/>
              </a:path>
            </a:pathLst>
          </a:custGeom>
          <a:solidFill>
            <a:schemeClr val="bg2"/>
          </a:solidFill>
          <a:ln w="0">
            <a:noFill/>
            <a:prstDash val="solid"/>
            <a:round/>
            <a:headEnd/>
            <a:tailEnd/>
          </a:ln>
        </p:spPr>
        <p:txBody>
          <a:bodyPr/>
          <a:lstStyle/>
          <a:p>
            <a:endParaRPr lang="en-US"/>
          </a:p>
        </p:txBody>
      </p:sp>
      <p:sp>
        <p:nvSpPr>
          <p:cNvPr id="2" name="Title 1">
            <a:extLst>
              <a:ext uri="{FF2B5EF4-FFF2-40B4-BE49-F238E27FC236}">
                <a16:creationId xmlns:a16="http://schemas.microsoft.com/office/drawing/2014/main" id="{AD22D331-65FF-2A46-688F-FFB783B7BCA3}"/>
              </a:ext>
            </a:extLst>
          </p:cNvPr>
          <p:cNvSpPr>
            <a:spLocks noGrp="1"/>
          </p:cNvSpPr>
          <p:nvPr>
            <p:ph type="title"/>
          </p:nvPr>
        </p:nvSpPr>
        <p:spPr>
          <a:xfrm>
            <a:off x="765051" y="382385"/>
            <a:ext cx="6015897" cy="1492132"/>
          </a:xfrm>
        </p:spPr>
        <p:txBody>
          <a:bodyPr>
            <a:normAutofit fontScale="90000"/>
          </a:bodyPr>
          <a:lstStyle/>
          <a:p>
            <a:r>
              <a:rPr lang="en-US" sz="4300" dirty="0">
                <a:latin typeface="Avenir Book" panose="02000503020000020003" pitchFamily="2" charset="0"/>
              </a:rPr>
              <a:t>(3) We can know one thing in two ways. </a:t>
            </a:r>
          </a:p>
        </p:txBody>
      </p:sp>
      <p:sp>
        <p:nvSpPr>
          <p:cNvPr id="15" name="Rectangle 14">
            <a:extLst>
              <a:ext uri="{FF2B5EF4-FFF2-40B4-BE49-F238E27FC236}">
                <a16:creationId xmlns:a16="http://schemas.microsoft.com/office/drawing/2014/main" id="{38FCA438-C13E-4ED2-A4C4-BC1C38A056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83464"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C8366907-03A1-E63F-F489-C95CCB8ED94F}"/>
              </a:ext>
            </a:extLst>
          </p:cNvPr>
          <p:cNvSpPr>
            <a:spLocks noGrp="1"/>
          </p:cNvSpPr>
          <p:nvPr>
            <p:ph idx="1"/>
          </p:nvPr>
        </p:nvSpPr>
        <p:spPr>
          <a:xfrm>
            <a:off x="765051" y="2286001"/>
            <a:ext cx="6188642" cy="4189614"/>
          </a:xfrm>
        </p:spPr>
        <p:txBody>
          <a:bodyPr>
            <a:normAutofit lnSpcReduction="10000"/>
          </a:bodyPr>
          <a:lstStyle/>
          <a:p>
            <a:pPr marL="0" indent="0">
              <a:lnSpc>
                <a:spcPct val="150000"/>
              </a:lnSpc>
              <a:buNone/>
            </a:pPr>
            <a:r>
              <a:rPr lang="en-GB" kern="100" dirty="0">
                <a:solidFill>
                  <a:srgbClr val="002060"/>
                </a:solidFill>
                <a:effectLst/>
                <a:latin typeface="Avenir Book" panose="02000503020000020003" pitchFamily="2" charset="0"/>
                <a:ea typeface="Calibri" panose="020F0502020204030204" pitchFamily="34" charset="0"/>
                <a:cs typeface="Times New Roman" panose="02020603050405020304" pitchFamily="18" charset="0"/>
              </a:rPr>
              <a:t>Michael Tye: we can know the same thing in two ways. This is the claim that one can know what it is like to see red, with physical truths, and one can know the same physical truths, as phenomenal concepts. This is a little like knowing water is H₂O and knowing water. Both concepts are about water, but they are different ideas. This is sometimes known as the New Knowledge/Old Fact view. What makes up the phenomenal concept of red is the physical facts. </a:t>
            </a:r>
          </a:p>
          <a:p>
            <a:endParaRPr lang="en-US" dirty="0"/>
          </a:p>
        </p:txBody>
      </p:sp>
    </p:spTree>
    <p:extLst>
      <p:ext uri="{BB962C8B-B14F-4D97-AF65-F5344CB8AC3E}">
        <p14:creationId xmlns:p14="http://schemas.microsoft.com/office/powerpoint/2010/main" val="33242615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D9AA3A-2866-EEB8-583B-18C5B00B677F}"/>
              </a:ext>
            </a:extLst>
          </p:cNvPr>
          <p:cNvSpPr>
            <a:spLocks noGrp="1"/>
          </p:cNvSpPr>
          <p:nvPr>
            <p:ph type="title"/>
          </p:nvPr>
        </p:nvSpPr>
        <p:spPr>
          <a:xfrm>
            <a:off x="1251678" y="646175"/>
            <a:ext cx="10178322" cy="1228341"/>
          </a:xfrm>
        </p:spPr>
        <p:txBody>
          <a:bodyPr/>
          <a:lstStyle/>
          <a:p>
            <a:r>
              <a:rPr lang="en-US" dirty="0">
                <a:latin typeface="Avenir Book" panose="02000503020000020003" pitchFamily="2" charset="0"/>
              </a:rPr>
              <a:t>Conclusion</a:t>
            </a:r>
          </a:p>
        </p:txBody>
      </p:sp>
      <p:sp>
        <p:nvSpPr>
          <p:cNvPr id="3" name="Content Placeholder 2">
            <a:extLst>
              <a:ext uri="{FF2B5EF4-FFF2-40B4-BE49-F238E27FC236}">
                <a16:creationId xmlns:a16="http://schemas.microsoft.com/office/drawing/2014/main" id="{0CA56588-F7E5-E035-7863-F341F0C1877E}"/>
              </a:ext>
            </a:extLst>
          </p:cNvPr>
          <p:cNvSpPr>
            <a:spLocks noGrp="1"/>
          </p:cNvSpPr>
          <p:nvPr>
            <p:ph idx="1"/>
          </p:nvPr>
        </p:nvSpPr>
        <p:spPr>
          <a:xfrm>
            <a:off x="1251677" y="1874516"/>
            <a:ext cx="10178321" cy="4632609"/>
          </a:xfrm>
        </p:spPr>
        <p:txBody>
          <a:bodyPr>
            <a:normAutofit/>
          </a:bodyPr>
          <a:lstStyle/>
          <a:p>
            <a:pPr marL="0" indent="0" algn="just">
              <a:lnSpc>
                <a:spcPct val="150000"/>
              </a:lnSpc>
              <a:buNone/>
            </a:pPr>
            <a:r>
              <a:rPr lang="en-US" sz="2400" dirty="0">
                <a:solidFill>
                  <a:srgbClr val="002060"/>
                </a:solidFill>
                <a:latin typeface="Avenir Book" panose="02000503020000020003" pitchFamily="2" charset="0"/>
              </a:rPr>
              <a:t>If 3 is correct, then the ontological belief in qualia is discredited, because after all, physicalism and dualism are doctrines about what exists, not about concepts. In other words, they are ontological claims, not conceptual claims. </a:t>
            </a:r>
          </a:p>
        </p:txBody>
      </p:sp>
    </p:spTree>
    <p:extLst>
      <p:ext uri="{BB962C8B-B14F-4D97-AF65-F5344CB8AC3E}">
        <p14:creationId xmlns:p14="http://schemas.microsoft.com/office/powerpoint/2010/main" val="42481204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B627A-A982-C06C-FA35-ABA416A3B7C2}"/>
              </a:ext>
            </a:extLst>
          </p:cNvPr>
          <p:cNvSpPr>
            <a:spLocks noGrp="1"/>
          </p:cNvSpPr>
          <p:nvPr>
            <p:ph type="title"/>
          </p:nvPr>
        </p:nvSpPr>
        <p:spPr>
          <a:xfrm>
            <a:off x="1251678" y="574158"/>
            <a:ext cx="10178322" cy="701749"/>
          </a:xfrm>
        </p:spPr>
        <p:txBody>
          <a:bodyPr>
            <a:normAutofit/>
          </a:bodyPr>
          <a:lstStyle/>
          <a:p>
            <a:r>
              <a:rPr lang="en-US" sz="4000" dirty="0">
                <a:latin typeface="Avenir Book" panose="02000503020000020003" pitchFamily="2" charset="0"/>
              </a:rPr>
              <a:t>Further reading</a:t>
            </a:r>
          </a:p>
        </p:txBody>
      </p:sp>
      <p:sp>
        <p:nvSpPr>
          <p:cNvPr id="3" name="Content Placeholder 2">
            <a:extLst>
              <a:ext uri="{FF2B5EF4-FFF2-40B4-BE49-F238E27FC236}">
                <a16:creationId xmlns:a16="http://schemas.microsoft.com/office/drawing/2014/main" id="{319B9744-8064-7C19-2A7E-59EBFE3C825C}"/>
              </a:ext>
            </a:extLst>
          </p:cNvPr>
          <p:cNvSpPr>
            <a:spLocks noGrp="1"/>
          </p:cNvSpPr>
          <p:nvPr>
            <p:ph idx="1"/>
          </p:nvPr>
        </p:nvSpPr>
        <p:spPr>
          <a:xfrm>
            <a:off x="1251678" y="1679944"/>
            <a:ext cx="10178322" cy="4603897"/>
          </a:xfrm>
        </p:spPr>
        <p:txBody>
          <a:bodyPr>
            <a:normAutofit/>
          </a:bodyPr>
          <a:lstStyle/>
          <a:p>
            <a:pPr marL="0" indent="0">
              <a:buNone/>
            </a:pPr>
            <a:r>
              <a:rPr lang="en-US" sz="3200" dirty="0">
                <a:solidFill>
                  <a:schemeClr val="tx1"/>
                </a:solidFill>
                <a:latin typeface="Avenir Book" panose="02000503020000020003" pitchFamily="2" charset="0"/>
              </a:rPr>
              <a:t>1. The knowledge argument. Frank Jackson</a:t>
            </a:r>
          </a:p>
          <a:p>
            <a:pPr marL="0" indent="0">
              <a:buNone/>
            </a:pPr>
            <a:r>
              <a:rPr lang="en-US" sz="3200" dirty="0">
                <a:solidFill>
                  <a:schemeClr val="tx1"/>
                </a:solidFill>
                <a:latin typeface="Avenir Book" panose="02000503020000020003" pitchFamily="2" charset="0"/>
              </a:rPr>
              <a:t>2. What experience teaches: David Lewis </a:t>
            </a:r>
          </a:p>
        </p:txBody>
      </p:sp>
    </p:spTree>
    <p:extLst>
      <p:ext uri="{BB962C8B-B14F-4D97-AF65-F5344CB8AC3E}">
        <p14:creationId xmlns:p14="http://schemas.microsoft.com/office/powerpoint/2010/main" val="889835664"/>
      </p:ext>
    </p:extLst>
  </p:cSld>
  <p:clrMapOvr>
    <a:masterClrMapping/>
  </p:clrMapOvr>
</p:sld>
</file>

<file path=ppt/theme/theme1.xml><?xml version="1.0" encoding="utf-8"?>
<a:theme xmlns:a="http://schemas.openxmlformats.org/drawingml/2006/main" name="Badge">
  <a:themeElements>
    <a:clrScheme name="Badge">
      <a:dk1>
        <a:sysClr val="windowText" lastClr="000000"/>
      </a:dk1>
      <a:lt1>
        <a:sysClr val="window" lastClr="FFFFFF"/>
      </a:lt1>
      <a:dk2>
        <a:srgbClr val="171312"/>
      </a:dk2>
      <a:lt2>
        <a:srgbClr val="F7F0DF"/>
      </a:lt2>
      <a:accent1>
        <a:srgbClr val="53AE6E"/>
      </a:accent1>
      <a:accent2>
        <a:srgbClr val="326267"/>
      </a:accent2>
      <a:accent3>
        <a:srgbClr val="C5C34A"/>
      </a:accent3>
      <a:accent4>
        <a:srgbClr val="BF6546"/>
      </a:accent4>
      <a:accent5>
        <a:srgbClr val="81B5A8"/>
      </a:accent5>
      <a:accent6>
        <a:srgbClr val="636455"/>
      </a:accent6>
      <a:hlink>
        <a:srgbClr val="81B5A8"/>
      </a:hlink>
      <a:folHlink>
        <a:srgbClr val="936888"/>
      </a:folHlink>
    </a:clrScheme>
    <a:fontScheme name="Badge">
      <a:majorFont>
        <a:latin typeface="Impact" panose="020B080603090205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ill Sans MT" panose="020B0502020104020203"/>
        <a:ea typeface=""/>
        <a:cs typeface=""/>
        <a:font script="Grek" typeface="Corbel"/>
        <a:font script="Cyrl" typeface="Corbel"/>
        <a:font script="Jpan" typeface="メイリオ"/>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Badge">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12700" cap="flat" cmpd="sng" algn="in">
          <a:solidFill>
            <a:schemeClr val="phClr"/>
          </a:solidFill>
          <a:prstDash val="solid"/>
        </a:ln>
        <a:ln w="50800" cap="flat" cmpd="sng" algn="in">
          <a:solidFill>
            <a:schemeClr val="phClr"/>
          </a:solidFill>
          <a:prstDash val="solid"/>
        </a:ln>
      </a:lnStyleLst>
      <a:effectStyleLst>
        <a:effectStyle>
          <a:effectLst/>
        </a:effectStyle>
        <a:effectStyle>
          <a:effectLst/>
        </a:effectStyle>
        <a:effectStyle>
          <a:effectLst>
            <a:outerShdw blurRad="38100" dist="25400" dir="5400000" algn="ctr" rotWithShape="0">
              <a:srgbClr val="000000">
                <a:alpha val="2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adge" id="{71A07785-5930-41D4-9A83-E23602B48E98}" vid="{A1A3E1F0-B5EF-49C5-810A-B1B32AEDDC80}"/>
    </a:ext>
  </a:extLst>
</a:theme>
</file>

<file path=docProps/app.xml><?xml version="1.0" encoding="utf-8"?>
<Properties xmlns="http://schemas.openxmlformats.org/officeDocument/2006/extended-properties" xmlns:vt="http://schemas.openxmlformats.org/officeDocument/2006/docPropsVTypes">
  <Template>Badge</Template>
  <TotalTime>1803</TotalTime>
  <Words>936</Words>
  <Application>Microsoft Macintosh PowerPoint</Application>
  <PresentationFormat>Widescreen</PresentationFormat>
  <Paragraphs>40</Paragraphs>
  <Slides>13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Arial</vt:lpstr>
      <vt:lpstr>Avenir Book</vt:lpstr>
      <vt:lpstr>Calibri</vt:lpstr>
      <vt:lpstr>Gill Sans MT</vt:lpstr>
      <vt:lpstr>Impact</vt:lpstr>
      <vt:lpstr>Optima</vt:lpstr>
      <vt:lpstr>Badge</vt:lpstr>
      <vt:lpstr>The knowledge Argument </vt:lpstr>
      <vt:lpstr>Technical terms </vt:lpstr>
      <vt:lpstr>Thesis</vt:lpstr>
      <vt:lpstr>Mary the brilliant scientist</vt:lpstr>
      <vt:lpstr>The argument</vt:lpstr>
      <vt:lpstr>The knowledge argument continued…</vt:lpstr>
      <vt:lpstr>Three consequences of the knowledge argument</vt:lpstr>
      <vt:lpstr>The  4 responses to the knowledge argument </vt:lpstr>
      <vt:lpstr>(1) There is a difference between propositional and Ability knowledge. </vt:lpstr>
      <vt:lpstr>(2) There is a difference between propositional and Acquaintance  knowledge. </vt:lpstr>
      <vt:lpstr>(3) We can know one thing in two ways. </vt:lpstr>
      <vt:lpstr>Conclusion</vt:lpstr>
      <vt:lpstr>Further reading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Nir Shaki</dc:creator>
  <cp:lastModifiedBy>Nir Shaki</cp:lastModifiedBy>
  <cp:revision>12</cp:revision>
  <dcterms:created xsi:type="dcterms:W3CDTF">2024-07-05T10:56:17Z</dcterms:created>
  <dcterms:modified xsi:type="dcterms:W3CDTF">2024-08-10T14:43:48Z</dcterms:modified>
</cp:coreProperties>
</file>