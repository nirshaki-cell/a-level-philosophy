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8" r:id="rId3"/>
    <p:sldId id="257" r:id="rId4"/>
    <p:sldId id="259" r:id="rId5"/>
    <p:sldId id="260"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20"/>
  </p:normalViewPr>
  <p:slideViewPr>
    <p:cSldViewPr snapToGrid="0">
      <p:cViewPr varScale="1">
        <p:scale>
          <a:sx n="105" d="100"/>
          <a:sy n="105" d="100"/>
        </p:scale>
        <p:origin x="8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EFF7CA-6B03-4F37-9B8B-D30634B0A92F}"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C7E18C54-F859-4716-B2FF-4BC5C4E24960}">
      <dgm:prSet/>
      <dgm:spPr/>
      <dgm:t>
        <a:bodyPr/>
        <a:lstStyle/>
        <a:p>
          <a:r>
            <a:rPr lang="en-US"/>
            <a:t>1: Interactionist property dualism</a:t>
          </a:r>
        </a:p>
      </dgm:t>
    </dgm:pt>
    <dgm:pt modelId="{47EBD461-70D1-41A8-8417-407685656E96}" type="parTrans" cxnId="{CF8CD600-DDBA-47C3-9690-F1E77B02FC0B}">
      <dgm:prSet/>
      <dgm:spPr/>
      <dgm:t>
        <a:bodyPr/>
        <a:lstStyle/>
        <a:p>
          <a:endParaRPr lang="en-US"/>
        </a:p>
      </dgm:t>
    </dgm:pt>
    <dgm:pt modelId="{8F50006B-2168-45A4-9058-96C6007BB4A8}" type="sibTrans" cxnId="{CF8CD600-DDBA-47C3-9690-F1E77B02FC0B}">
      <dgm:prSet/>
      <dgm:spPr/>
      <dgm:t>
        <a:bodyPr/>
        <a:lstStyle/>
        <a:p>
          <a:endParaRPr lang="en-US"/>
        </a:p>
      </dgm:t>
    </dgm:pt>
    <dgm:pt modelId="{6AEDD862-8F07-4E89-8C6A-EF8061D505E8}">
      <dgm:prSet/>
      <dgm:spPr/>
      <dgm:t>
        <a:bodyPr/>
        <a:lstStyle/>
        <a:p>
          <a:r>
            <a:rPr lang="en-US" dirty="0"/>
            <a:t>2: Epiphenomenal property dualism</a:t>
          </a:r>
        </a:p>
      </dgm:t>
    </dgm:pt>
    <dgm:pt modelId="{0334E788-ACAD-4F9D-A365-59B70092A1F3}" type="parTrans" cxnId="{DCE032F1-813D-4606-956E-F7266D48A688}">
      <dgm:prSet/>
      <dgm:spPr/>
      <dgm:t>
        <a:bodyPr/>
        <a:lstStyle/>
        <a:p>
          <a:endParaRPr lang="en-US"/>
        </a:p>
      </dgm:t>
    </dgm:pt>
    <dgm:pt modelId="{C894204D-EC2D-43C2-8972-DB771F3B00F6}" type="sibTrans" cxnId="{DCE032F1-813D-4606-956E-F7266D48A688}">
      <dgm:prSet/>
      <dgm:spPr/>
      <dgm:t>
        <a:bodyPr/>
        <a:lstStyle/>
        <a:p>
          <a:endParaRPr lang="en-US"/>
        </a:p>
      </dgm:t>
    </dgm:pt>
    <dgm:pt modelId="{19737D89-CAF1-B442-A863-21664FF2E0F1}" type="pres">
      <dgm:prSet presAssocID="{D2EFF7CA-6B03-4F37-9B8B-D30634B0A92F}" presName="diagram" presStyleCnt="0">
        <dgm:presLayoutVars>
          <dgm:dir/>
          <dgm:resizeHandles val="exact"/>
        </dgm:presLayoutVars>
      </dgm:prSet>
      <dgm:spPr/>
    </dgm:pt>
    <dgm:pt modelId="{3E7695EF-A485-7347-B248-88AC1E47AEC0}" type="pres">
      <dgm:prSet presAssocID="{C7E18C54-F859-4716-B2FF-4BC5C4E24960}" presName="node" presStyleLbl="node1" presStyleIdx="0" presStyleCnt="2">
        <dgm:presLayoutVars>
          <dgm:bulletEnabled val="1"/>
        </dgm:presLayoutVars>
      </dgm:prSet>
      <dgm:spPr/>
    </dgm:pt>
    <dgm:pt modelId="{AA2BC39C-F2CA-A941-B597-F8AB23E3A50E}" type="pres">
      <dgm:prSet presAssocID="{8F50006B-2168-45A4-9058-96C6007BB4A8}" presName="sibTrans" presStyleCnt="0"/>
      <dgm:spPr/>
    </dgm:pt>
    <dgm:pt modelId="{95DCC2EB-1C82-064C-B8B9-4B60F8207F28}" type="pres">
      <dgm:prSet presAssocID="{6AEDD862-8F07-4E89-8C6A-EF8061D505E8}" presName="node" presStyleLbl="node1" presStyleIdx="1" presStyleCnt="2">
        <dgm:presLayoutVars>
          <dgm:bulletEnabled val="1"/>
        </dgm:presLayoutVars>
      </dgm:prSet>
      <dgm:spPr/>
    </dgm:pt>
  </dgm:ptLst>
  <dgm:cxnLst>
    <dgm:cxn modelId="{CF8CD600-DDBA-47C3-9690-F1E77B02FC0B}" srcId="{D2EFF7CA-6B03-4F37-9B8B-D30634B0A92F}" destId="{C7E18C54-F859-4716-B2FF-4BC5C4E24960}" srcOrd="0" destOrd="0" parTransId="{47EBD461-70D1-41A8-8417-407685656E96}" sibTransId="{8F50006B-2168-45A4-9058-96C6007BB4A8}"/>
    <dgm:cxn modelId="{D91C422C-312B-D246-9EBA-A905F8AF852B}" type="presOf" srcId="{D2EFF7CA-6B03-4F37-9B8B-D30634B0A92F}" destId="{19737D89-CAF1-B442-A863-21664FF2E0F1}" srcOrd="0" destOrd="0" presId="urn:microsoft.com/office/officeart/2005/8/layout/default"/>
    <dgm:cxn modelId="{B99D11B4-F21D-AF4B-A42B-9981C87A5028}" type="presOf" srcId="{C7E18C54-F859-4716-B2FF-4BC5C4E24960}" destId="{3E7695EF-A485-7347-B248-88AC1E47AEC0}" srcOrd="0" destOrd="0" presId="urn:microsoft.com/office/officeart/2005/8/layout/default"/>
    <dgm:cxn modelId="{BBCBE1CE-C002-A048-80AB-D1F5E4E5D182}" type="presOf" srcId="{6AEDD862-8F07-4E89-8C6A-EF8061D505E8}" destId="{95DCC2EB-1C82-064C-B8B9-4B60F8207F28}" srcOrd="0" destOrd="0" presId="urn:microsoft.com/office/officeart/2005/8/layout/default"/>
    <dgm:cxn modelId="{DCE032F1-813D-4606-956E-F7266D48A688}" srcId="{D2EFF7CA-6B03-4F37-9B8B-D30634B0A92F}" destId="{6AEDD862-8F07-4E89-8C6A-EF8061D505E8}" srcOrd="1" destOrd="0" parTransId="{0334E788-ACAD-4F9D-A365-59B70092A1F3}" sibTransId="{C894204D-EC2D-43C2-8972-DB771F3B00F6}"/>
    <dgm:cxn modelId="{D0BB53FD-AC86-7F41-8728-371365A5768D}" type="presParOf" srcId="{19737D89-CAF1-B442-A863-21664FF2E0F1}" destId="{3E7695EF-A485-7347-B248-88AC1E47AEC0}" srcOrd="0" destOrd="0" presId="urn:microsoft.com/office/officeart/2005/8/layout/default"/>
    <dgm:cxn modelId="{46132B18-C139-494F-B5C6-FB18F7536EC1}" type="presParOf" srcId="{19737D89-CAF1-B442-A863-21664FF2E0F1}" destId="{AA2BC39C-F2CA-A941-B597-F8AB23E3A50E}" srcOrd="1" destOrd="0" presId="urn:microsoft.com/office/officeart/2005/8/layout/default"/>
    <dgm:cxn modelId="{FB814442-1231-0649-A34A-DCE12F62F647}" type="presParOf" srcId="{19737D89-CAF1-B442-A863-21664FF2E0F1}" destId="{95DCC2EB-1C82-064C-B8B9-4B60F8207F28}"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681CDF-B617-4095-8852-238F7505747B}" type="doc">
      <dgm:prSet loTypeId="urn:microsoft.com/office/officeart/2016/7/layout/LinearBlockProcessNumbered" loCatId="process" qsTypeId="urn:microsoft.com/office/officeart/2005/8/quickstyle/simple1" qsCatId="simple" csTypeId="urn:microsoft.com/office/officeart/2005/8/colors/accent1_2" csCatId="accent1"/>
      <dgm:spPr/>
      <dgm:t>
        <a:bodyPr/>
        <a:lstStyle/>
        <a:p>
          <a:endParaRPr lang="en-US"/>
        </a:p>
      </dgm:t>
    </dgm:pt>
    <dgm:pt modelId="{9A6E84BD-8D99-48A9-947F-0037FFE93604}">
      <dgm:prSet/>
      <dgm:spPr/>
      <dgm:t>
        <a:bodyPr/>
        <a:lstStyle/>
        <a:p>
          <a:r>
            <a:rPr lang="en-GB"/>
            <a:t>It is ‘counter-intuitive’</a:t>
          </a:r>
          <a:endParaRPr lang="en-US"/>
        </a:p>
      </dgm:t>
    </dgm:pt>
    <dgm:pt modelId="{7DD3A9DD-FCF2-47CF-85C7-582FF7403A25}" type="parTrans" cxnId="{7F112B75-AECE-4954-BE4B-D3F9474B046D}">
      <dgm:prSet/>
      <dgm:spPr/>
      <dgm:t>
        <a:bodyPr/>
        <a:lstStyle/>
        <a:p>
          <a:endParaRPr lang="en-US"/>
        </a:p>
      </dgm:t>
    </dgm:pt>
    <dgm:pt modelId="{A8DB240A-C894-4B92-8380-D3EA9631E5F2}" type="sibTrans" cxnId="{7F112B75-AECE-4954-BE4B-D3F9474B046D}">
      <dgm:prSet phldrT="01" phldr="0"/>
      <dgm:spPr/>
      <dgm:t>
        <a:bodyPr/>
        <a:lstStyle/>
        <a:p>
          <a:r>
            <a:rPr lang="en-US"/>
            <a:t>01</a:t>
          </a:r>
        </a:p>
      </dgm:t>
    </dgm:pt>
    <dgm:pt modelId="{92907F66-7840-4A34-A852-B84251DC08B3}">
      <dgm:prSet/>
      <dgm:spPr/>
      <dgm:t>
        <a:bodyPr/>
        <a:lstStyle/>
        <a:p>
          <a:r>
            <a:rPr lang="en-GB"/>
            <a:t>It is inconsistent with naturalism (it goes against Darwin’s theory of evolution) </a:t>
          </a:r>
          <a:endParaRPr lang="en-US"/>
        </a:p>
      </dgm:t>
    </dgm:pt>
    <dgm:pt modelId="{766A3B48-B281-4164-8141-E6EC4C87B14D}" type="parTrans" cxnId="{A1797840-72A9-404A-BF8F-56EBCCC4FDC2}">
      <dgm:prSet/>
      <dgm:spPr/>
      <dgm:t>
        <a:bodyPr/>
        <a:lstStyle/>
        <a:p>
          <a:endParaRPr lang="en-US"/>
        </a:p>
      </dgm:t>
    </dgm:pt>
    <dgm:pt modelId="{7BD2F78F-5363-4282-B93A-9F6FDBCC1A43}" type="sibTrans" cxnId="{A1797840-72A9-404A-BF8F-56EBCCC4FDC2}">
      <dgm:prSet phldrT="02" phldr="0"/>
      <dgm:spPr/>
      <dgm:t>
        <a:bodyPr/>
        <a:lstStyle/>
        <a:p>
          <a:r>
            <a:rPr lang="en-US"/>
            <a:t>02</a:t>
          </a:r>
        </a:p>
      </dgm:t>
    </dgm:pt>
    <dgm:pt modelId="{8C5CB899-1C82-4378-852F-C099D509212C}">
      <dgm:prSet/>
      <dgm:spPr/>
      <dgm:t>
        <a:bodyPr/>
        <a:lstStyle/>
        <a:p>
          <a:r>
            <a:rPr lang="en-GB"/>
            <a:t>It leads to the problem of other minds. </a:t>
          </a:r>
          <a:endParaRPr lang="en-US"/>
        </a:p>
      </dgm:t>
    </dgm:pt>
    <dgm:pt modelId="{E0B6862C-F32B-4A8E-A926-E486469F8F9E}" type="parTrans" cxnId="{0261400E-3BBE-4A9B-9005-9B03357D1A40}">
      <dgm:prSet/>
      <dgm:spPr/>
      <dgm:t>
        <a:bodyPr/>
        <a:lstStyle/>
        <a:p>
          <a:endParaRPr lang="en-US"/>
        </a:p>
      </dgm:t>
    </dgm:pt>
    <dgm:pt modelId="{B6AE8144-E5C5-4198-986F-1BB91FAEBEE6}" type="sibTrans" cxnId="{0261400E-3BBE-4A9B-9005-9B03357D1A40}">
      <dgm:prSet phldrT="03" phldr="0"/>
      <dgm:spPr/>
      <dgm:t>
        <a:bodyPr/>
        <a:lstStyle/>
        <a:p>
          <a:r>
            <a:rPr lang="en-US"/>
            <a:t>03</a:t>
          </a:r>
        </a:p>
      </dgm:t>
    </dgm:pt>
    <dgm:pt modelId="{16689002-28CE-4E91-BE29-805534A76A37}">
      <dgm:prSet/>
      <dgm:spPr/>
      <dgm:t>
        <a:bodyPr/>
        <a:lstStyle/>
        <a:p>
          <a:r>
            <a:rPr lang="en-GB"/>
            <a:t>A category error?</a:t>
          </a:r>
          <a:endParaRPr lang="en-US"/>
        </a:p>
      </dgm:t>
    </dgm:pt>
    <dgm:pt modelId="{81DFC9EE-AF80-4158-9D13-8D218F8DDBDB}" type="parTrans" cxnId="{57074FC5-79D0-4D94-9638-A3168433D9CF}">
      <dgm:prSet/>
      <dgm:spPr/>
      <dgm:t>
        <a:bodyPr/>
        <a:lstStyle/>
        <a:p>
          <a:endParaRPr lang="en-US"/>
        </a:p>
      </dgm:t>
    </dgm:pt>
    <dgm:pt modelId="{7346941A-CC4B-4D39-811F-6A35FEC65D2E}" type="sibTrans" cxnId="{57074FC5-79D0-4D94-9638-A3168433D9CF}">
      <dgm:prSet phldrT="04" phldr="0"/>
      <dgm:spPr/>
      <dgm:t>
        <a:bodyPr/>
        <a:lstStyle/>
        <a:p>
          <a:r>
            <a:rPr lang="en-US"/>
            <a:t>04</a:t>
          </a:r>
        </a:p>
      </dgm:t>
    </dgm:pt>
    <dgm:pt modelId="{7662FF8C-3A92-2F4E-AEC2-156C2DCBA183}" type="pres">
      <dgm:prSet presAssocID="{3C681CDF-B617-4095-8852-238F7505747B}" presName="Name0" presStyleCnt="0">
        <dgm:presLayoutVars>
          <dgm:animLvl val="lvl"/>
          <dgm:resizeHandles val="exact"/>
        </dgm:presLayoutVars>
      </dgm:prSet>
      <dgm:spPr/>
    </dgm:pt>
    <dgm:pt modelId="{4FF1A62B-3FC5-964E-AC8D-B3308E414EAC}" type="pres">
      <dgm:prSet presAssocID="{9A6E84BD-8D99-48A9-947F-0037FFE93604}" presName="compositeNode" presStyleCnt="0">
        <dgm:presLayoutVars>
          <dgm:bulletEnabled val="1"/>
        </dgm:presLayoutVars>
      </dgm:prSet>
      <dgm:spPr/>
    </dgm:pt>
    <dgm:pt modelId="{69990042-D5AF-DF47-B0AA-C25E52AC85BA}" type="pres">
      <dgm:prSet presAssocID="{9A6E84BD-8D99-48A9-947F-0037FFE93604}" presName="bgRect" presStyleLbl="alignNode1" presStyleIdx="0" presStyleCnt="4"/>
      <dgm:spPr/>
    </dgm:pt>
    <dgm:pt modelId="{F8B0CF40-5674-CF44-AD30-1D2ECCBE01A1}" type="pres">
      <dgm:prSet presAssocID="{A8DB240A-C894-4B92-8380-D3EA9631E5F2}" presName="sibTransNodeRect" presStyleLbl="alignNode1" presStyleIdx="0" presStyleCnt="4">
        <dgm:presLayoutVars>
          <dgm:chMax val="0"/>
          <dgm:bulletEnabled val="1"/>
        </dgm:presLayoutVars>
      </dgm:prSet>
      <dgm:spPr/>
    </dgm:pt>
    <dgm:pt modelId="{0FA43B4D-CEE8-7B4C-A744-D3B08E9BE45A}" type="pres">
      <dgm:prSet presAssocID="{9A6E84BD-8D99-48A9-947F-0037FFE93604}" presName="nodeRect" presStyleLbl="alignNode1" presStyleIdx="0" presStyleCnt="4">
        <dgm:presLayoutVars>
          <dgm:bulletEnabled val="1"/>
        </dgm:presLayoutVars>
      </dgm:prSet>
      <dgm:spPr/>
    </dgm:pt>
    <dgm:pt modelId="{1E13BC0F-F726-954D-94DF-0DDECD661184}" type="pres">
      <dgm:prSet presAssocID="{A8DB240A-C894-4B92-8380-D3EA9631E5F2}" presName="sibTrans" presStyleCnt="0"/>
      <dgm:spPr/>
    </dgm:pt>
    <dgm:pt modelId="{3F62658C-9B22-0B48-96FF-C9103CA7A46E}" type="pres">
      <dgm:prSet presAssocID="{92907F66-7840-4A34-A852-B84251DC08B3}" presName="compositeNode" presStyleCnt="0">
        <dgm:presLayoutVars>
          <dgm:bulletEnabled val="1"/>
        </dgm:presLayoutVars>
      </dgm:prSet>
      <dgm:spPr/>
    </dgm:pt>
    <dgm:pt modelId="{14A618BD-2E05-E442-91D1-DC2EB24F20E9}" type="pres">
      <dgm:prSet presAssocID="{92907F66-7840-4A34-A852-B84251DC08B3}" presName="bgRect" presStyleLbl="alignNode1" presStyleIdx="1" presStyleCnt="4"/>
      <dgm:spPr/>
    </dgm:pt>
    <dgm:pt modelId="{EC217CBC-D075-5943-BBBD-A87EA4EBB6F5}" type="pres">
      <dgm:prSet presAssocID="{7BD2F78F-5363-4282-B93A-9F6FDBCC1A43}" presName="sibTransNodeRect" presStyleLbl="alignNode1" presStyleIdx="1" presStyleCnt="4">
        <dgm:presLayoutVars>
          <dgm:chMax val="0"/>
          <dgm:bulletEnabled val="1"/>
        </dgm:presLayoutVars>
      </dgm:prSet>
      <dgm:spPr/>
    </dgm:pt>
    <dgm:pt modelId="{F44388CE-7505-9A41-A0FC-32D2468A427C}" type="pres">
      <dgm:prSet presAssocID="{92907F66-7840-4A34-A852-B84251DC08B3}" presName="nodeRect" presStyleLbl="alignNode1" presStyleIdx="1" presStyleCnt="4">
        <dgm:presLayoutVars>
          <dgm:bulletEnabled val="1"/>
        </dgm:presLayoutVars>
      </dgm:prSet>
      <dgm:spPr/>
    </dgm:pt>
    <dgm:pt modelId="{8549BF8F-8C44-4E4D-8D51-940D1D34FC6C}" type="pres">
      <dgm:prSet presAssocID="{7BD2F78F-5363-4282-B93A-9F6FDBCC1A43}" presName="sibTrans" presStyleCnt="0"/>
      <dgm:spPr/>
    </dgm:pt>
    <dgm:pt modelId="{AB794498-D3F9-0445-8FBF-47851486CA21}" type="pres">
      <dgm:prSet presAssocID="{8C5CB899-1C82-4378-852F-C099D509212C}" presName="compositeNode" presStyleCnt="0">
        <dgm:presLayoutVars>
          <dgm:bulletEnabled val="1"/>
        </dgm:presLayoutVars>
      </dgm:prSet>
      <dgm:spPr/>
    </dgm:pt>
    <dgm:pt modelId="{FC2C93B5-6DE1-B242-B824-0298682F6BCC}" type="pres">
      <dgm:prSet presAssocID="{8C5CB899-1C82-4378-852F-C099D509212C}" presName="bgRect" presStyleLbl="alignNode1" presStyleIdx="2" presStyleCnt="4"/>
      <dgm:spPr/>
    </dgm:pt>
    <dgm:pt modelId="{A0385966-086C-4B48-AF2E-1ACE49CC6745}" type="pres">
      <dgm:prSet presAssocID="{B6AE8144-E5C5-4198-986F-1BB91FAEBEE6}" presName="sibTransNodeRect" presStyleLbl="alignNode1" presStyleIdx="2" presStyleCnt="4">
        <dgm:presLayoutVars>
          <dgm:chMax val="0"/>
          <dgm:bulletEnabled val="1"/>
        </dgm:presLayoutVars>
      </dgm:prSet>
      <dgm:spPr/>
    </dgm:pt>
    <dgm:pt modelId="{CC1E4574-68ED-5143-B2B8-86312004A201}" type="pres">
      <dgm:prSet presAssocID="{8C5CB899-1C82-4378-852F-C099D509212C}" presName="nodeRect" presStyleLbl="alignNode1" presStyleIdx="2" presStyleCnt="4">
        <dgm:presLayoutVars>
          <dgm:bulletEnabled val="1"/>
        </dgm:presLayoutVars>
      </dgm:prSet>
      <dgm:spPr/>
    </dgm:pt>
    <dgm:pt modelId="{7AB16261-8F03-C64D-BD21-E8063DDEDEB9}" type="pres">
      <dgm:prSet presAssocID="{B6AE8144-E5C5-4198-986F-1BB91FAEBEE6}" presName="sibTrans" presStyleCnt="0"/>
      <dgm:spPr/>
    </dgm:pt>
    <dgm:pt modelId="{8E8D0FA1-68CD-844A-BA2E-7A9A5D9B9F8E}" type="pres">
      <dgm:prSet presAssocID="{16689002-28CE-4E91-BE29-805534A76A37}" presName="compositeNode" presStyleCnt="0">
        <dgm:presLayoutVars>
          <dgm:bulletEnabled val="1"/>
        </dgm:presLayoutVars>
      </dgm:prSet>
      <dgm:spPr/>
    </dgm:pt>
    <dgm:pt modelId="{504BB3A3-B6B5-F046-88FB-AD0761C9B199}" type="pres">
      <dgm:prSet presAssocID="{16689002-28CE-4E91-BE29-805534A76A37}" presName="bgRect" presStyleLbl="alignNode1" presStyleIdx="3" presStyleCnt="4"/>
      <dgm:spPr/>
    </dgm:pt>
    <dgm:pt modelId="{B7A11E75-9A8D-9346-AD04-9D8D0849CFE2}" type="pres">
      <dgm:prSet presAssocID="{7346941A-CC4B-4D39-811F-6A35FEC65D2E}" presName="sibTransNodeRect" presStyleLbl="alignNode1" presStyleIdx="3" presStyleCnt="4">
        <dgm:presLayoutVars>
          <dgm:chMax val="0"/>
          <dgm:bulletEnabled val="1"/>
        </dgm:presLayoutVars>
      </dgm:prSet>
      <dgm:spPr/>
    </dgm:pt>
    <dgm:pt modelId="{1C565CBC-DE8B-3647-8536-8051DAF4840C}" type="pres">
      <dgm:prSet presAssocID="{16689002-28CE-4E91-BE29-805534A76A37}" presName="nodeRect" presStyleLbl="alignNode1" presStyleIdx="3" presStyleCnt="4">
        <dgm:presLayoutVars>
          <dgm:bulletEnabled val="1"/>
        </dgm:presLayoutVars>
      </dgm:prSet>
      <dgm:spPr/>
    </dgm:pt>
  </dgm:ptLst>
  <dgm:cxnLst>
    <dgm:cxn modelId="{DC42DB05-8FFD-BC42-B489-F595D5B19F2A}" type="presOf" srcId="{3C681CDF-B617-4095-8852-238F7505747B}" destId="{7662FF8C-3A92-2F4E-AEC2-156C2DCBA183}" srcOrd="0" destOrd="0" presId="urn:microsoft.com/office/officeart/2016/7/layout/LinearBlockProcessNumbered"/>
    <dgm:cxn modelId="{0261400E-3BBE-4A9B-9005-9B03357D1A40}" srcId="{3C681CDF-B617-4095-8852-238F7505747B}" destId="{8C5CB899-1C82-4378-852F-C099D509212C}" srcOrd="2" destOrd="0" parTransId="{E0B6862C-F32B-4A8E-A926-E486469F8F9E}" sibTransId="{B6AE8144-E5C5-4198-986F-1BB91FAEBEE6}"/>
    <dgm:cxn modelId="{8DB34B18-4596-5B45-879A-A32AB329D386}" type="presOf" srcId="{16689002-28CE-4E91-BE29-805534A76A37}" destId="{1C565CBC-DE8B-3647-8536-8051DAF4840C}" srcOrd="1" destOrd="0" presId="urn:microsoft.com/office/officeart/2016/7/layout/LinearBlockProcessNumbered"/>
    <dgm:cxn modelId="{A1797840-72A9-404A-BF8F-56EBCCC4FDC2}" srcId="{3C681CDF-B617-4095-8852-238F7505747B}" destId="{92907F66-7840-4A34-A852-B84251DC08B3}" srcOrd="1" destOrd="0" parTransId="{766A3B48-B281-4164-8141-E6EC4C87B14D}" sibTransId="{7BD2F78F-5363-4282-B93A-9F6FDBCC1A43}"/>
    <dgm:cxn modelId="{8B87DC44-981F-9341-82C4-43AAD935498E}" type="presOf" srcId="{92907F66-7840-4A34-A852-B84251DC08B3}" destId="{14A618BD-2E05-E442-91D1-DC2EB24F20E9}" srcOrd="0" destOrd="0" presId="urn:microsoft.com/office/officeart/2016/7/layout/LinearBlockProcessNumbered"/>
    <dgm:cxn modelId="{A48CC848-30DF-2943-8471-D4A5B07CF84C}" type="presOf" srcId="{7346941A-CC4B-4D39-811F-6A35FEC65D2E}" destId="{B7A11E75-9A8D-9346-AD04-9D8D0849CFE2}" srcOrd="0" destOrd="0" presId="urn:microsoft.com/office/officeart/2016/7/layout/LinearBlockProcessNumbered"/>
    <dgm:cxn modelId="{C17E306C-18FF-044E-9987-E30C71F78EC5}" type="presOf" srcId="{92907F66-7840-4A34-A852-B84251DC08B3}" destId="{F44388CE-7505-9A41-A0FC-32D2468A427C}" srcOrd="1" destOrd="0" presId="urn:microsoft.com/office/officeart/2016/7/layout/LinearBlockProcessNumbered"/>
    <dgm:cxn modelId="{7F112B75-AECE-4954-BE4B-D3F9474B046D}" srcId="{3C681CDF-B617-4095-8852-238F7505747B}" destId="{9A6E84BD-8D99-48A9-947F-0037FFE93604}" srcOrd="0" destOrd="0" parTransId="{7DD3A9DD-FCF2-47CF-85C7-582FF7403A25}" sibTransId="{A8DB240A-C894-4B92-8380-D3EA9631E5F2}"/>
    <dgm:cxn modelId="{A0887E7C-43ED-004D-B9F3-8E876FC8851A}" type="presOf" srcId="{9A6E84BD-8D99-48A9-947F-0037FFE93604}" destId="{0FA43B4D-CEE8-7B4C-A744-D3B08E9BE45A}" srcOrd="1" destOrd="0" presId="urn:microsoft.com/office/officeart/2016/7/layout/LinearBlockProcessNumbered"/>
    <dgm:cxn modelId="{4B571C8D-B2EF-BF4B-8BFA-3EB1ADBC89F2}" type="presOf" srcId="{8C5CB899-1C82-4378-852F-C099D509212C}" destId="{CC1E4574-68ED-5143-B2B8-86312004A201}" srcOrd="1" destOrd="0" presId="urn:microsoft.com/office/officeart/2016/7/layout/LinearBlockProcessNumbered"/>
    <dgm:cxn modelId="{D81E3DA8-BB89-6640-8DB6-C95E86224AB9}" type="presOf" srcId="{A8DB240A-C894-4B92-8380-D3EA9631E5F2}" destId="{F8B0CF40-5674-CF44-AD30-1D2ECCBE01A1}" srcOrd="0" destOrd="0" presId="urn:microsoft.com/office/officeart/2016/7/layout/LinearBlockProcessNumbered"/>
    <dgm:cxn modelId="{E141EBAC-2A29-DB4F-9D1C-02894446F39D}" type="presOf" srcId="{16689002-28CE-4E91-BE29-805534A76A37}" destId="{504BB3A3-B6B5-F046-88FB-AD0761C9B199}" srcOrd="0" destOrd="0" presId="urn:microsoft.com/office/officeart/2016/7/layout/LinearBlockProcessNumbered"/>
    <dgm:cxn modelId="{57074FC5-79D0-4D94-9638-A3168433D9CF}" srcId="{3C681CDF-B617-4095-8852-238F7505747B}" destId="{16689002-28CE-4E91-BE29-805534A76A37}" srcOrd="3" destOrd="0" parTransId="{81DFC9EE-AF80-4158-9D13-8D218F8DDBDB}" sibTransId="{7346941A-CC4B-4D39-811F-6A35FEC65D2E}"/>
    <dgm:cxn modelId="{91D374CB-FB01-C744-80D8-D3A8DD6F5D9F}" type="presOf" srcId="{7BD2F78F-5363-4282-B93A-9F6FDBCC1A43}" destId="{EC217CBC-D075-5943-BBBD-A87EA4EBB6F5}" srcOrd="0" destOrd="0" presId="urn:microsoft.com/office/officeart/2016/7/layout/LinearBlockProcessNumbered"/>
    <dgm:cxn modelId="{FF9BADDB-714A-4542-AD4F-71C3683C9975}" type="presOf" srcId="{9A6E84BD-8D99-48A9-947F-0037FFE93604}" destId="{69990042-D5AF-DF47-B0AA-C25E52AC85BA}" srcOrd="0" destOrd="0" presId="urn:microsoft.com/office/officeart/2016/7/layout/LinearBlockProcessNumbered"/>
    <dgm:cxn modelId="{9BD44DE1-E738-CF46-98E7-E4F4AE8C9DB8}" type="presOf" srcId="{8C5CB899-1C82-4378-852F-C099D509212C}" destId="{FC2C93B5-6DE1-B242-B824-0298682F6BCC}" srcOrd="0" destOrd="0" presId="urn:microsoft.com/office/officeart/2016/7/layout/LinearBlockProcessNumbered"/>
    <dgm:cxn modelId="{12C025E5-E142-FD46-BF2F-A3B84EE8024A}" type="presOf" srcId="{B6AE8144-E5C5-4198-986F-1BB91FAEBEE6}" destId="{A0385966-086C-4B48-AF2E-1ACE49CC6745}" srcOrd="0" destOrd="0" presId="urn:microsoft.com/office/officeart/2016/7/layout/LinearBlockProcessNumbered"/>
    <dgm:cxn modelId="{EB175944-F5DE-714A-9B47-C6575861CAC1}" type="presParOf" srcId="{7662FF8C-3A92-2F4E-AEC2-156C2DCBA183}" destId="{4FF1A62B-3FC5-964E-AC8D-B3308E414EAC}" srcOrd="0" destOrd="0" presId="urn:microsoft.com/office/officeart/2016/7/layout/LinearBlockProcessNumbered"/>
    <dgm:cxn modelId="{3AA35803-97FA-4444-B593-0FEE4C408DE0}" type="presParOf" srcId="{4FF1A62B-3FC5-964E-AC8D-B3308E414EAC}" destId="{69990042-D5AF-DF47-B0AA-C25E52AC85BA}" srcOrd="0" destOrd="0" presId="urn:microsoft.com/office/officeart/2016/7/layout/LinearBlockProcessNumbered"/>
    <dgm:cxn modelId="{B0BCF4C5-EC5B-CE43-8BCA-3FCB0A1F116C}" type="presParOf" srcId="{4FF1A62B-3FC5-964E-AC8D-B3308E414EAC}" destId="{F8B0CF40-5674-CF44-AD30-1D2ECCBE01A1}" srcOrd="1" destOrd="0" presId="urn:microsoft.com/office/officeart/2016/7/layout/LinearBlockProcessNumbered"/>
    <dgm:cxn modelId="{2DBA6D20-9788-914D-BB60-B501E4C7C888}" type="presParOf" srcId="{4FF1A62B-3FC5-964E-AC8D-B3308E414EAC}" destId="{0FA43B4D-CEE8-7B4C-A744-D3B08E9BE45A}" srcOrd="2" destOrd="0" presId="urn:microsoft.com/office/officeart/2016/7/layout/LinearBlockProcessNumbered"/>
    <dgm:cxn modelId="{26FFF773-A8F6-F942-84FC-5A3B068B393E}" type="presParOf" srcId="{7662FF8C-3A92-2F4E-AEC2-156C2DCBA183}" destId="{1E13BC0F-F726-954D-94DF-0DDECD661184}" srcOrd="1" destOrd="0" presId="urn:microsoft.com/office/officeart/2016/7/layout/LinearBlockProcessNumbered"/>
    <dgm:cxn modelId="{A7653FE6-27F0-184E-BC10-BC1D34730375}" type="presParOf" srcId="{7662FF8C-3A92-2F4E-AEC2-156C2DCBA183}" destId="{3F62658C-9B22-0B48-96FF-C9103CA7A46E}" srcOrd="2" destOrd="0" presId="urn:microsoft.com/office/officeart/2016/7/layout/LinearBlockProcessNumbered"/>
    <dgm:cxn modelId="{022D6149-9884-074B-A2E2-FC2BBDA472D2}" type="presParOf" srcId="{3F62658C-9B22-0B48-96FF-C9103CA7A46E}" destId="{14A618BD-2E05-E442-91D1-DC2EB24F20E9}" srcOrd="0" destOrd="0" presId="urn:microsoft.com/office/officeart/2016/7/layout/LinearBlockProcessNumbered"/>
    <dgm:cxn modelId="{BA45DFC3-C976-9F41-BDBD-AFB014C7409A}" type="presParOf" srcId="{3F62658C-9B22-0B48-96FF-C9103CA7A46E}" destId="{EC217CBC-D075-5943-BBBD-A87EA4EBB6F5}" srcOrd="1" destOrd="0" presId="urn:microsoft.com/office/officeart/2016/7/layout/LinearBlockProcessNumbered"/>
    <dgm:cxn modelId="{93F0C9B8-D2E9-9F40-9A1A-74B0B250CEE5}" type="presParOf" srcId="{3F62658C-9B22-0B48-96FF-C9103CA7A46E}" destId="{F44388CE-7505-9A41-A0FC-32D2468A427C}" srcOrd="2" destOrd="0" presId="urn:microsoft.com/office/officeart/2016/7/layout/LinearBlockProcessNumbered"/>
    <dgm:cxn modelId="{E7D2E398-085A-4B4D-A704-CD814DB28D14}" type="presParOf" srcId="{7662FF8C-3A92-2F4E-AEC2-156C2DCBA183}" destId="{8549BF8F-8C44-4E4D-8D51-940D1D34FC6C}" srcOrd="3" destOrd="0" presId="urn:microsoft.com/office/officeart/2016/7/layout/LinearBlockProcessNumbered"/>
    <dgm:cxn modelId="{74B2F59D-2C6A-9645-9B33-BDBE49D29094}" type="presParOf" srcId="{7662FF8C-3A92-2F4E-AEC2-156C2DCBA183}" destId="{AB794498-D3F9-0445-8FBF-47851486CA21}" srcOrd="4" destOrd="0" presId="urn:microsoft.com/office/officeart/2016/7/layout/LinearBlockProcessNumbered"/>
    <dgm:cxn modelId="{8B77C0E9-BAC0-5A46-97D9-E870DD323039}" type="presParOf" srcId="{AB794498-D3F9-0445-8FBF-47851486CA21}" destId="{FC2C93B5-6DE1-B242-B824-0298682F6BCC}" srcOrd="0" destOrd="0" presId="urn:microsoft.com/office/officeart/2016/7/layout/LinearBlockProcessNumbered"/>
    <dgm:cxn modelId="{85D72A10-477D-3F4B-B2F5-590DB94546A7}" type="presParOf" srcId="{AB794498-D3F9-0445-8FBF-47851486CA21}" destId="{A0385966-086C-4B48-AF2E-1ACE49CC6745}" srcOrd="1" destOrd="0" presId="urn:microsoft.com/office/officeart/2016/7/layout/LinearBlockProcessNumbered"/>
    <dgm:cxn modelId="{381881D5-B76F-EC46-9231-A3522CD40DB6}" type="presParOf" srcId="{AB794498-D3F9-0445-8FBF-47851486CA21}" destId="{CC1E4574-68ED-5143-B2B8-86312004A201}" srcOrd="2" destOrd="0" presId="urn:microsoft.com/office/officeart/2016/7/layout/LinearBlockProcessNumbered"/>
    <dgm:cxn modelId="{9A10EBBD-213E-224A-B0C7-A2D6D2405066}" type="presParOf" srcId="{7662FF8C-3A92-2F4E-AEC2-156C2DCBA183}" destId="{7AB16261-8F03-C64D-BD21-E8063DDEDEB9}" srcOrd="5" destOrd="0" presId="urn:microsoft.com/office/officeart/2016/7/layout/LinearBlockProcessNumbered"/>
    <dgm:cxn modelId="{D7551CDD-2FB9-934B-9BED-DC699FB5317B}" type="presParOf" srcId="{7662FF8C-3A92-2F4E-AEC2-156C2DCBA183}" destId="{8E8D0FA1-68CD-844A-BA2E-7A9A5D9B9F8E}" srcOrd="6" destOrd="0" presId="urn:microsoft.com/office/officeart/2016/7/layout/LinearBlockProcessNumbered"/>
    <dgm:cxn modelId="{4DDF3B1A-54DB-F14F-836C-1B8D0A1BB7FC}" type="presParOf" srcId="{8E8D0FA1-68CD-844A-BA2E-7A9A5D9B9F8E}" destId="{504BB3A3-B6B5-F046-88FB-AD0761C9B199}" srcOrd="0" destOrd="0" presId="urn:microsoft.com/office/officeart/2016/7/layout/LinearBlockProcessNumbered"/>
    <dgm:cxn modelId="{93C7D0D4-14CE-6547-8E4C-60D521702C7C}" type="presParOf" srcId="{8E8D0FA1-68CD-844A-BA2E-7A9A5D9B9F8E}" destId="{B7A11E75-9A8D-9346-AD04-9D8D0849CFE2}" srcOrd="1" destOrd="0" presId="urn:microsoft.com/office/officeart/2016/7/layout/LinearBlockProcessNumbered"/>
    <dgm:cxn modelId="{93ECB4EC-3B04-E54E-B097-F9E5D7D20C8F}" type="presParOf" srcId="{8E8D0FA1-68CD-844A-BA2E-7A9A5D9B9F8E}" destId="{1C565CBC-DE8B-3647-8536-8051DAF4840C}"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695EF-A485-7347-B248-88AC1E47AEC0}">
      <dsp:nvSpPr>
        <dsp:cNvPr id="0" name=""/>
        <dsp:cNvSpPr/>
      </dsp:nvSpPr>
      <dsp:spPr>
        <a:xfrm>
          <a:off x="1242" y="325102"/>
          <a:ext cx="4845636" cy="2907382"/>
        </a:xfrm>
        <a:prstGeom prst="rect">
          <a:avLst/>
        </a:prstGeom>
        <a:solidFill>
          <a:schemeClr val="accent5">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en-US" sz="5000" kern="1200"/>
            <a:t>1: Interactionist property dualism</a:t>
          </a:r>
        </a:p>
      </dsp:txBody>
      <dsp:txXfrm>
        <a:off x="1242" y="325102"/>
        <a:ext cx="4845636" cy="2907382"/>
      </dsp:txXfrm>
    </dsp:sp>
    <dsp:sp modelId="{95DCC2EB-1C82-064C-B8B9-4B60F8207F28}">
      <dsp:nvSpPr>
        <dsp:cNvPr id="0" name=""/>
        <dsp:cNvSpPr/>
      </dsp:nvSpPr>
      <dsp:spPr>
        <a:xfrm>
          <a:off x="5331442" y="325102"/>
          <a:ext cx="4845636" cy="2907382"/>
        </a:xfrm>
        <a:prstGeom prst="rect">
          <a:avLst/>
        </a:prstGeom>
        <a:solidFill>
          <a:schemeClr val="accent5">
            <a:hueOff val="15978386"/>
            <a:satOff val="-38879"/>
            <a:lumOff val="-9019"/>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en-US" sz="5000" kern="1200" dirty="0"/>
            <a:t>2: Epiphenomenal property dualism</a:t>
          </a:r>
        </a:p>
      </dsp:txBody>
      <dsp:txXfrm>
        <a:off x="5331442" y="325102"/>
        <a:ext cx="4845636" cy="29073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990042-D5AF-DF47-B0AA-C25E52AC85BA}">
      <dsp:nvSpPr>
        <dsp:cNvPr id="0" name=""/>
        <dsp:cNvSpPr/>
      </dsp:nvSpPr>
      <dsp:spPr>
        <a:xfrm>
          <a:off x="198" y="356523"/>
          <a:ext cx="2400453" cy="2880544"/>
        </a:xfrm>
        <a:prstGeom prst="rect">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7111" tIns="0" rIns="237111" bIns="330200" numCol="1" spcCol="1270" anchor="t" anchorCtr="0">
          <a:noAutofit/>
        </a:bodyPr>
        <a:lstStyle/>
        <a:p>
          <a:pPr marL="0" lvl="0" indent="0" algn="l" defTabSz="933450">
            <a:lnSpc>
              <a:spcPct val="90000"/>
            </a:lnSpc>
            <a:spcBef>
              <a:spcPct val="0"/>
            </a:spcBef>
            <a:spcAft>
              <a:spcPct val="35000"/>
            </a:spcAft>
            <a:buNone/>
          </a:pPr>
          <a:r>
            <a:rPr lang="en-GB" sz="2100" kern="1200"/>
            <a:t>It is ‘counter-intuitive’</a:t>
          </a:r>
          <a:endParaRPr lang="en-US" sz="2100" kern="1200"/>
        </a:p>
      </dsp:txBody>
      <dsp:txXfrm>
        <a:off x="198" y="1508741"/>
        <a:ext cx="2400453" cy="1728326"/>
      </dsp:txXfrm>
    </dsp:sp>
    <dsp:sp modelId="{F8B0CF40-5674-CF44-AD30-1D2ECCBE01A1}">
      <dsp:nvSpPr>
        <dsp:cNvPr id="0" name=""/>
        <dsp:cNvSpPr/>
      </dsp:nvSpPr>
      <dsp:spPr>
        <a:xfrm>
          <a:off x="198" y="356523"/>
          <a:ext cx="2400453" cy="1152217"/>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37111" tIns="165100" rIns="237111" bIns="165100" numCol="1" spcCol="1270" anchor="ctr" anchorCtr="0">
          <a:noAutofit/>
        </a:bodyPr>
        <a:lstStyle/>
        <a:p>
          <a:pPr marL="0" lvl="0" indent="0" algn="l" defTabSz="2755900">
            <a:lnSpc>
              <a:spcPct val="90000"/>
            </a:lnSpc>
            <a:spcBef>
              <a:spcPct val="0"/>
            </a:spcBef>
            <a:spcAft>
              <a:spcPct val="35000"/>
            </a:spcAft>
            <a:buNone/>
          </a:pPr>
          <a:r>
            <a:rPr lang="en-US" sz="6200" kern="1200"/>
            <a:t>01</a:t>
          </a:r>
        </a:p>
      </dsp:txBody>
      <dsp:txXfrm>
        <a:off x="198" y="356523"/>
        <a:ext cx="2400453" cy="1152217"/>
      </dsp:txXfrm>
    </dsp:sp>
    <dsp:sp modelId="{14A618BD-2E05-E442-91D1-DC2EB24F20E9}">
      <dsp:nvSpPr>
        <dsp:cNvPr id="0" name=""/>
        <dsp:cNvSpPr/>
      </dsp:nvSpPr>
      <dsp:spPr>
        <a:xfrm>
          <a:off x="2592688" y="356523"/>
          <a:ext cx="2400453" cy="2880544"/>
        </a:xfrm>
        <a:prstGeom prst="rect">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7111" tIns="0" rIns="237111" bIns="330200" numCol="1" spcCol="1270" anchor="t" anchorCtr="0">
          <a:noAutofit/>
        </a:bodyPr>
        <a:lstStyle/>
        <a:p>
          <a:pPr marL="0" lvl="0" indent="0" algn="l" defTabSz="933450">
            <a:lnSpc>
              <a:spcPct val="90000"/>
            </a:lnSpc>
            <a:spcBef>
              <a:spcPct val="0"/>
            </a:spcBef>
            <a:spcAft>
              <a:spcPct val="35000"/>
            </a:spcAft>
            <a:buNone/>
          </a:pPr>
          <a:r>
            <a:rPr lang="en-GB" sz="2100" kern="1200"/>
            <a:t>It is inconsistent with naturalism (it goes against Darwin’s theory of evolution) </a:t>
          </a:r>
          <a:endParaRPr lang="en-US" sz="2100" kern="1200"/>
        </a:p>
      </dsp:txBody>
      <dsp:txXfrm>
        <a:off x="2592688" y="1508741"/>
        <a:ext cx="2400453" cy="1728326"/>
      </dsp:txXfrm>
    </dsp:sp>
    <dsp:sp modelId="{EC217CBC-D075-5943-BBBD-A87EA4EBB6F5}">
      <dsp:nvSpPr>
        <dsp:cNvPr id="0" name=""/>
        <dsp:cNvSpPr/>
      </dsp:nvSpPr>
      <dsp:spPr>
        <a:xfrm>
          <a:off x="2592688" y="356523"/>
          <a:ext cx="2400453" cy="1152217"/>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37111" tIns="165100" rIns="237111" bIns="165100" numCol="1" spcCol="1270" anchor="ctr" anchorCtr="0">
          <a:noAutofit/>
        </a:bodyPr>
        <a:lstStyle/>
        <a:p>
          <a:pPr marL="0" lvl="0" indent="0" algn="l" defTabSz="2755900">
            <a:lnSpc>
              <a:spcPct val="90000"/>
            </a:lnSpc>
            <a:spcBef>
              <a:spcPct val="0"/>
            </a:spcBef>
            <a:spcAft>
              <a:spcPct val="35000"/>
            </a:spcAft>
            <a:buNone/>
          </a:pPr>
          <a:r>
            <a:rPr lang="en-US" sz="6200" kern="1200"/>
            <a:t>02</a:t>
          </a:r>
        </a:p>
      </dsp:txBody>
      <dsp:txXfrm>
        <a:off x="2592688" y="356523"/>
        <a:ext cx="2400453" cy="1152217"/>
      </dsp:txXfrm>
    </dsp:sp>
    <dsp:sp modelId="{FC2C93B5-6DE1-B242-B824-0298682F6BCC}">
      <dsp:nvSpPr>
        <dsp:cNvPr id="0" name=""/>
        <dsp:cNvSpPr/>
      </dsp:nvSpPr>
      <dsp:spPr>
        <a:xfrm>
          <a:off x="5185179" y="356523"/>
          <a:ext cx="2400453" cy="2880544"/>
        </a:xfrm>
        <a:prstGeom prst="rect">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7111" tIns="0" rIns="237111" bIns="330200" numCol="1" spcCol="1270" anchor="t" anchorCtr="0">
          <a:noAutofit/>
        </a:bodyPr>
        <a:lstStyle/>
        <a:p>
          <a:pPr marL="0" lvl="0" indent="0" algn="l" defTabSz="933450">
            <a:lnSpc>
              <a:spcPct val="90000"/>
            </a:lnSpc>
            <a:spcBef>
              <a:spcPct val="0"/>
            </a:spcBef>
            <a:spcAft>
              <a:spcPct val="35000"/>
            </a:spcAft>
            <a:buNone/>
          </a:pPr>
          <a:r>
            <a:rPr lang="en-GB" sz="2100" kern="1200"/>
            <a:t>It leads to the problem of other minds. </a:t>
          </a:r>
          <a:endParaRPr lang="en-US" sz="2100" kern="1200"/>
        </a:p>
      </dsp:txBody>
      <dsp:txXfrm>
        <a:off x="5185179" y="1508741"/>
        <a:ext cx="2400453" cy="1728326"/>
      </dsp:txXfrm>
    </dsp:sp>
    <dsp:sp modelId="{A0385966-086C-4B48-AF2E-1ACE49CC6745}">
      <dsp:nvSpPr>
        <dsp:cNvPr id="0" name=""/>
        <dsp:cNvSpPr/>
      </dsp:nvSpPr>
      <dsp:spPr>
        <a:xfrm>
          <a:off x="5185179" y="356523"/>
          <a:ext cx="2400453" cy="1152217"/>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37111" tIns="165100" rIns="237111" bIns="165100" numCol="1" spcCol="1270" anchor="ctr" anchorCtr="0">
          <a:noAutofit/>
        </a:bodyPr>
        <a:lstStyle/>
        <a:p>
          <a:pPr marL="0" lvl="0" indent="0" algn="l" defTabSz="2755900">
            <a:lnSpc>
              <a:spcPct val="90000"/>
            </a:lnSpc>
            <a:spcBef>
              <a:spcPct val="0"/>
            </a:spcBef>
            <a:spcAft>
              <a:spcPct val="35000"/>
            </a:spcAft>
            <a:buNone/>
          </a:pPr>
          <a:r>
            <a:rPr lang="en-US" sz="6200" kern="1200"/>
            <a:t>03</a:t>
          </a:r>
        </a:p>
      </dsp:txBody>
      <dsp:txXfrm>
        <a:off x="5185179" y="356523"/>
        <a:ext cx="2400453" cy="1152217"/>
      </dsp:txXfrm>
    </dsp:sp>
    <dsp:sp modelId="{504BB3A3-B6B5-F046-88FB-AD0761C9B199}">
      <dsp:nvSpPr>
        <dsp:cNvPr id="0" name=""/>
        <dsp:cNvSpPr/>
      </dsp:nvSpPr>
      <dsp:spPr>
        <a:xfrm>
          <a:off x="7777669" y="356523"/>
          <a:ext cx="2400453" cy="2880544"/>
        </a:xfrm>
        <a:prstGeom prst="rect">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7111" tIns="0" rIns="237111" bIns="330200" numCol="1" spcCol="1270" anchor="t" anchorCtr="0">
          <a:noAutofit/>
        </a:bodyPr>
        <a:lstStyle/>
        <a:p>
          <a:pPr marL="0" lvl="0" indent="0" algn="l" defTabSz="933450">
            <a:lnSpc>
              <a:spcPct val="90000"/>
            </a:lnSpc>
            <a:spcBef>
              <a:spcPct val="0"/>
            </a:spcBef>
            <a:spcAft>
              <a:spcPct val="35000"/>
            </a:spcAft>
            <a:buNone/>
          </a:pPr>
          <a:r>
            <a:rPr lang="en-GB" sz="2100" kern="1200"/>
            <a:t>A category error?</a:t>
          </a:r>
          <a:endParaRPr lang="en-US" sz="2100" kern="1200"/>
        </a:p>
      </dsp:txBody>
      <dsp:txXfrm>
        <a:off x="7777669" y="1508741"/>
        <a:ext cx="2400453" cy="1728326"/>
      </dsp:txXfrm>
    </dsp:sp>
    <dsp:sp modelId="{B7A11E75-9A8D-9346-AD04-9D8D0849CFE2}">
      <dsp:nvSpPr>
        <dsp:cNvPr id="0" name=""/>
        <dsp:cNvSpPr/>
      </dsp:nvSpPr>
      <dsp:spPr>
        <a:xfrm>
          <a:off x="7777669" y="356523"/>
          <a:ext cx="2400453" cy="1152217"/>
        </a:xfrm>
        <a:prstGeom prst="rect">
          <a:avLst/>
        </a:prstGeom>
        <a:noFill/>
        <a:ln w="12700" cap="flat" cmpd="sng" algn="in">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37111" tIns="165100" rIns="237111" bIns="165100" numCol="1" spcCol="1270" anchor="ctr" anchorCtr="0">
          <a:noAutofit/>
        </a:bodyPr>
        <a:lstStyle/>
        <a:p>
          <a:pPr marL="0" lvl="0" indent="0" algn="l" defTabSz="2755900">
            <a:lnSpc>
              <a:spcPct val="90000"/>
            </a:lnSpc>
            <a:spcBef>
              <a:spcPct val="0"/>
            </a:spcBef>
            <a:spcAft>
              <a:spcPct val="35000"/>
            </a:spcAft>
            <a:buNone/>
          </a:pPr>
          <a:r>
            <a:rPr lang="en-US" sz="6200" kern="1200"/>
            <a:t>04</a:t>
          </a:r>
        </a:p>
      </dsp:txBody>
      <dsp:txXfrm>
        <a:off x="7777669" y="356523"/>
        <a:ext cx="2400453" cy="115221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71404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120481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96151911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2112074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8/10/24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60961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8/10/24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136407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8/10/24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156420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5714002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561011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299297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0477638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79424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9429C-3DDF-6B77-E08A-D6676E0169DB}"/>
              </a:ext>
            </a:extLst>
          </p:cNvPr>
          <p:cNvSpPr>
            <a:spLocks noGrp="1"/>
          </p:cNvSpPr>
          <p:nvPr>
            <p:ph type="ctrTitle"/>
          </p:nvPr>
        </p:nvSpPr>
        <p:spPr/>
        <p:txBody>
          <a:bodyPr/>
          <a:lstStyle/>
          <a:p>
            <a:r>
              <a:rPr lang="en-US" sz="6000" dirty="0">
                <a:latin typeface="Avenir Book" panose="02000503020000020003" pitchFamily="2" charset="0"/>
              </a:rPr>
              <a:t>Property dualism</a:t>
            </a:r>
          </a:p>
        </p:txBody>
      </p:sp>
      <p:sp>
        <p:nvSpPr>
          <p:cNvPr id="3" name="Subtitle 2">
            <a:extLst>
              <a:ext uri="{FF2B5EF4-FFF2-40B4-BE49-F238E27FC236}">
                <a16:creationId xmlns:a16="http://schemas.microsoft.com/office/drawing/2014/main" id="{88B02304-79C6-1BB5-D7DA-54057BF2CF4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62201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black and white image of a brain&#10;&#10;Description automatically generated">
            <a:extLst>
              <a:ext uri="{FF2B5EF4-FFF2-40B4-BE49-F238E27FC236}">
                <a16:creationId xmlns:a16="http://schemas.microsoft.com/office/drawing/2014/main" id="{A6583461-D62E-A0D4-FE0B-6E4B9582B76E}"/>
              </a:ext>
            </a:extLst>
          </p:cNvPr>
          <p:cNvPicPr>
            <a:picLocks noChangeAspect="1"/>
          </p:cNvPicPr>
          <p:nvPr/>
        </p:nvPicPr>
        <p:blipFill rotWithShape="1">
          <a:blip r:embed="rId2"/>
          <a:srcRect b="7201"/>
          <a:stretch/>
        </p:blipFill>
        <p:spPr>
          <a:xfrm>
            <a:off x="7407680" y="1804416"/>
            <a:ext cx="4261588" cy="4535204"/>
          </a:xfrm>
          <a:prstGeom prst="rect">
            <a:avLst/>
          </a:prstGeom>
        </p:spPr>
      </p:pic>
      <p:sp>
        <p:nvSpPr>
          <p:cNvPr id="10" name="Freeform 8">
            <a:extLst>
              <a:ext uri="{FF2B5EF4-FFF2-40B4-BE49-F238E27FC236}">
                <a16:creationId xmlns:a16="http://schemas.microsoft.com/office/drawing/2014/main" id="{438E2B1E-5364-451C-8B5F-2D1BFF5A6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9528486 w 12192000"/>
              <a:gd name="connsiteY5" fmla="*/ 2197353 h 6858000"/>
              <a:gd name="connsiteX6" fmla="*/ 9491031 w 12192000"/>
              <a:gd name="connsiteY6" fmla="*/ 2200864 h 6858000"/>
              <a:gd name="connsiteX7" fmla="*/ 9454747 w 12192000"/>
              <a:gd name="connsiteY7" fmla="*/ 2210228 h 6858000"/>
              <a:gd name="connsiteX8" fmla="*/ 9419633 w 12192000"/>
              <a:gd name="connsiteY8" fmla="*/ 2224273 h 6858000"/>
              <a:gd name="connsiteX9" fmla="*/ 9383349 w 12192000"/>
              <a:gd name="connsiteY9" fmla="*/ 2241830 h 6858000"/>
              <a:gd name="connsiteX10" fmla="*/ 9349405 w 12192000"/>
              <a:gd name="connsiteY10" fmla="*/ 2261728 h 6858000"/>
              <a:gd name="connsiteX11" fmla="*/ 9314292 w 12192000"/>
              <a:gd name="connsiteY11" fmla="*/ 2282796 h 6858000"/>
              <a:gd name="connsiteX12" fmla="*/ 9279178 w 12192000"/>
              <a:gd name="connsiteY12" fmla="*/ 2301524 h 6858000"/>
              <a:gd name="connsiteX13" fmla="*/ 9244064 w 12192000"/>
              <a:gd name="connsiteY13" fmla="*/ 2320251 h 6858000"/>
              <a:gd name="connsiteX14" fmla="*/ 9208950 w 12192000"/>
              <a:gd name="connsiteY14" fmla="*/ 2334296 h 6858000"/>
              <a:gd name="connsiteX15" fmla="*/ 9172666 w 12192000"/>
              <a:gd name="connsiteY15" fmla="*/ 2343660 h 6858000"/>
              <a:gd name="connsiteX16" fmla="*/ 9136382 w 12192000"/>
              <a:gd name="connsiteY16" fmla="*/ 2348342 h 6858000"/>
              <a:gd name="connsiteX17" fmla="*/ 9097757 w 12192000"/>
              <a:gd name="connsiteY17" fmla="*/ 2348342 h 6858000"/>
              <a:gd name="connsiteX18" fmla="*/ 9057961 w 12192000"/>
              <a:gd name="connsiteY18" fmla="*/ 2346001 h 6858000"/>
              <a:gd name="connsiteX19" fmla="*/ 9018166 w 12192000"/>
              <a:gd name="connsiteY19" fmla="*/ 2341319 h 6858000"/>
              <a:gd name="connsiteX20" fmla="*/ 8978370 w 12192000"/>
              <a:gd name="connsiteY20" fmla="*/ 2335467 h 6858000"/>
              <a:gd name="connsiteX21" fmla="*/ 8938575 w 12192000"/>
              <a:gd name="connsiteY21" fmla="*/ 2330785 h 6858000"/>
              <a:gd name="connsiteX22" fmla="*/ 8898779 w 12192000"/>
              <a:gd name="connsiteY22" fmla="*/ 2327274 h 6858000"/>
              <a:gd name="connsiteX23" fmla="*/ 8861324 w 12192000"/>
              <a:gd name="connsiteY23" fmla="*/ 2328444 h 6858000"/>
              <a:gd name="connsiteX24" fmla="*/ 8825040 w 12192000"/>
              <a:gd name="connsiteY24" fmla="*/ 2333126 h 6858000"/>
              <a:gd name="connsiteX25" fmla="*/ 8789926 w 12192000"/>
              <a:gd name="connsiteY25" fmla="*/ 2343660 h 6858000"/>
              <a:gd name="connsiteX26" fmla="*/ 8760665 w 12192000"/>
              <a:gd name="connsiteY26" fmla="*/ 2358876 h 6858000"/>
              <a:gd name="connsiteX27" fmla="*/ 8732574 w 12192000"/>
              <a:gd name="connsiteY27" fmla="*/ 2378774 h 6858000"/>
              <a:gd name="connsiteX28" fmla="*/ 8707994 w 12192000"/>
              <a:gd name="connsiteY28" fmla="*/ 2402183 h 6858000"/>
              <a:gd name="connsiteX29" fmla="*/ 8683415 w 12192000"/>
              <a:gd name="connsiteY29" fmla="*/ 2429103 h 6858000"/>
              <a:gd name="connsiteX30" fmla="*/ 8661176 w 12192000"/>
              <a:gd name="connsiteY30" fmla="*/ 2457194 h 6858000"/>
              <a:gd name="connsiteX31" fmla="*/ 8638937 w 12192000"/>
              <a:gd name="connsiteY31" fmla="*/ 2486456 h 6858000"/>
              <a:gd name="connsiteX32" fmla="*/ 8616699 w 12192000"/>
              <a:gd name="connsiteY32" fmla="*/ 2515717 h 6858000"/>
              <a:gd name="connsiteX33" fmla="*/ 8594460 w 12192000"/>
              <a:gd name="connsiteY33" fmla="*/ 2543808 h 6858000"/>
              <a:gd name="connsiteX34" fmla="*/ 8571051 w 12192000"/>
              <a:gd name="connsiteY34" fmla="*/ 2570729 h 6858000"/>
              <a:gd name="connsiteX35" fmla="*/ 8544130 w 12192000"/>
              <a:gd name="connsiteY35" fmla="*/ 2594138 h 6858000"/>
              <a:gd name="connsiteX36" fmla="*/ 8518380 w 12192000"/>
              <a:gd name="connsiteY36" fmla="*/ 2615206 h 6858000"/>
              <a:gd name="connsiteX37" fmla="*/ 8489119 w 12192000"/>
              <a:gd name="connsiteY37" fmla="*/ 2631593 h 6858000"/>
              <a:gd name="connsiteX38" fmla="*/ 8457516 w 12192000"/>
              <a:gd name="connsiteY38" fmla="*/ 2645638 h 6858000"/>
              <a:gd name="connsiteX39" fmla="*/ 8423573 w 12192000"/>
              <a:gd name="connsiteY39" fmla="*/ 2657343 h 6858000"/>
              <a:gd name="connsiteX40" fmla="*/ 8388459 w 12192000"/>
              <a:gd name="connsiteY40" fmla="*/ 2667877 h 6858000"/>
              <a:gd name="connsiteX41" fmla="*/ 8353346 w 12192000"/>
              <a:gd name="connsiteY41" fmla="*/ 2677241 h 6858000"/>
              <a:gd name="connsiteX42" fmla="*/ 8317062 w 12192000"/>
              <a:gd name="connsiteY42" fmla="*/ 2686604 h 6858000"/>
              <a:gd name="connsiteX43" fmla="*/ 8283118 w 12192000"/>
              <a:gd name="connsiteY43" fmla="*/ 2697138 h 6858000"/>
              <a:gd name="connsiteX44" fmla="*/ 8249175 w 12192000"/>
              <a:gd name="connsiteY44" fmla="*/ 2708843 h 6858000"/>
              <a:gd name="connsiteX45" fmla="*/ 8217573 w 12192000"/>
              <a:gd name="connsiteY45" fmla="*/ 2722888 h 6858000"/>
              <a:gd name="connsiteX46" fmla="*/ 8189482 w 12192000"/>
              <a:gd name="connsiteY46" fmla="*/ 2740445 h 6858000"/>
              <a:gd name="connsiteX47" fmla="*/ 8163732 w 12192000"/>
              <a:gd name="connsiteY47" fmla="*/ 2761514 h 6858000"/>
              <a:gd name="connsiteX48" fmla="*/ 8142663 w 12192000"/>
              <a:gd name="connsiteY48" fmla="*/ 2787264 h 6858000"/>
              <a:gd name="connsiteX49" fmla="*/ 8125106 w 12192000"/>
              <a:gd name="connsiteY49" fmla="*/ 2815355 h 6858000"/>
              <a:gd name="connsiteX50" fmla="*/ 8111061 w 12192000"/>
              <a:gd name="connsiteY50" fmla="*/ 2846957 h 6858000"/>
              <a:gd name="connsiteX51" fmla="*/ 8099356 w 12192000"/>
              <a:gd name="connsiteY51" fmla="*/ 2880900 h 6858000"/>
              <a:gd name="connsiteX52" fmla="*/ 8088822 w 12192000"/>
              <a:gd name="connsiteY52" fmla="*/ 2914844 h 6858000"/>
              <a:gd name="connsiteX53" fmla="*/ 8079459 w 12192000"/>
              <a:gd name="connsiteY53" fmla="*/ 2951128 h 6858000"/>
              <a:gd name="connsiteX54" fmla="*/ 8070095 w 12192000"/>
              <a:gd name="connsiteY54" fmla="*/ 2986242 h 6858000"/>
              <a:gd name="connsiteX55" fmla="*/ 8059561 w 12192000"/>
              <a:gd name="connsiteY55" fmla="*/ 3021355 h 6858000"/>
              <a:gd name="connsiteX56" fmla="*/ 8047856 w 12192000"/>
              <a:gd name="connsiteY56" fmla="*/ 3055299 h 6858000"/>
              <a:gd name="connsiteX57" fmla="*/ 8033811 w 12192000"/>
              <a:gd name="connsiteY57" fmla="*/ 3086901 h 6858000"/>
              <a:gd name="connsiteX58" fmla="*/ 8017424 w 12192000"/>
              <a:gd name="connsiteY58" fmla="*/ 3116162 h 6858000"/>
              <a:gd name="connsiteX59" fmla="*/ 7996356 w 12192000"/>
              <a:gd name="connsiteY59" fmla="*/ 3141913 h 6858000"/>
              <a:gd name="connsiteX60" fmla="*/ 7972947 w 12192000"/>
              <a:gd name="connsiteY60" fmla="*/ 3168833 h 6858000"/>
              <a:gd name="connsiteX61" fmla="*/ 7946026 w 12192000"/>
              <a:gd name="connsiteY61" fmla="*/ 3192242 h 6858000"/>
              <a:gd name="connsiteX62" fmla="*/ 7916765 w 12192000"/>
              <a:gd name="connsiteY62" fmla="*/ 3214481 h 6858000"/>
              <a:gd name="connsiteX63" fmla="*/ 7887503 w 12192000"/>
              <a:gd name="connsiteY63" fmla="*/ 3236720 h 6858000"/>
              <a:gd name="connsiteX64" fmla="*/ 7858242 w 12192000"/>
              <a:gd name="connsiteY64" fmla="*/ 3258958 h 6858000"/>
              <a:gd name="connsiteX65" fmla="*/ 7830151 w 12192000"/>
              <a:gd name="connsiteY65" fmla="*/ 3281197 h 6858000"/>
              <a:gd name="connsiteX66" fmla="*/ 7803230 w 12192000"/>
              <a:gd name="connsiteY66" fmla="*/ 3305777 h 6858000"/>
              <a:gd name="connsiteX67" fmla="*/ 7779821 w 12192000"/>
              <a:gd name="connsiteY67" fmla="*/ 3330356 h 6858000"/>
              <a:gd name="connsiteX68" fmla="*/ 7759923 w 12192000"/>
              <a:gd name="connsiteY68" fmla="*/ 3358447 h 6858000"/>
              <a:gd name="connsiteX69" fmla="*/ 7744708 w 12192000"/>
              <a:gd name="connsiteY69" fmla="*/ 3387709 h 6858000"/>
              <a:gd name="connsiteX70" fmla="*/ 7734173 w 12192000"/>
              <a:gd name="connsiteY70" fmla="*/ 3422822 h 6858000"/>
              <a:gd name="connsiteX71" fmla="*/ 7729492 w 12192000"/>
              <a:gd name="connsiteY71" fmla="*/ 3459107 h 6858000"/>
              <a:gd name="connsiteX72" fmla="*/ 7728321 w 12192000"/>
              <a:gd name="connsiteY72" fmla="*/ 3496561 h 6858000"/>
              <a:gd name="connsiteX73" fmla="*/ 7731832 w 12192000"/>
              <a:gd name="connsiteY73" fmla="*/ 3536357 h 6858000"/>
              <a:gd name="connsiteX74" fmla="*/ 7736514 w 12192000"/>
              <a:gd name="connsiteY74" fmla="*/ 3576152 h 6858000"/>
              <a:gd name="connsiteX75" fmla="*/ 7742367 w 12192000"/>
              <a:gd name="connsiteY75" fmla="*/ 3615948 h 6858000"/>
              <a:gd name="connsiteX76" fmla="*/ 7747048 w 12192000"/>
              <a:gd name="connsiteY76" fmla="*/ 3655744 h 6858000"/>
              <a:gd name="connsiteX77" fmla="*/ 7749389 w 12192000"/>
              <a:gd name="connsiteY77" fmla="*/ 3695539 h 6858000"/>
              <a:gd name="connsiteX78" fmla="*/ 7749389 w 12192000"/>
              <a:gd name="connsiteY78" fmla="*/ 3734164 h 6858000"/>
              <a:gd name="connsiteX79" fmla="*/ 7744708 w 12192000"/>
              <a:gd name="connsiteY79" fmla="*/ 3770449 h 6858000"/>
              <a:gd name="connsiteX80" fmla="*/ 7735344 w 12192000"/>
              <a:gd name="connsiteY80" fmla="*/ 3806733 h 6858000"/>
              <a:gd name="connsiteX81" fmla="*/ 7721298 w 12192000"/>
              <a:gd name="connsiteY81" fmla="*/ 3840676 h 6858000"/>
              <a:gd name="connsiteX82" fmla="*/ 7703741 w 12192000"/>
              <a:gd name="connsiteY82" fmla="*/ 3875790 h 6858000"/>
              <a:gd name="connsiteX83" fmla="*/ 7683844 w 12192000"/>
              <a:gd name="connsiteY83" fmla="*/ 3910903 h 6858000"/>
              <a:gd name="connsiteX84" fmla="*/ 7662775 w 12192000"/>
              <a:gd name="connsiteY84" fmla="*/ 3946017 h 6858000"/>
              <a:gd name="connsiteX85" fmla="*/ 7642878 w 12192000"/>
              <a:gd name="connsiteY85" fmla="*/ 3979961 h 6858000"/>
              <a:gd name="connsiteX86" fmla="*/ 7625321 w 12192000"/>
              <a:gd name="connsiteY86" fmla="*/ 4016245 h 6858000"/>
              <a:gd name="connsiteX87" fmla="*/ 7611275 w 12192000"/>
              <a:gd name="connsiteY87" fmla="*/ 4051358 h 6858000"/>
              <a:gd name="connsiteX88" fmla="*/ 7601912 w 12192000"/>
              <a:gd name="connsiteY88" fmla="*/ 4087643 h 6858000"/>
              <a:gd name="connsiteX89" fmla="*/ 7598400 w 12192000"/>
              <a:gd name="connsiteY89" fmla="*/ 4125097 h 6858000"/>
              <a:gd name="connsiteX90" fmla="*/ 7601912 w 12192000"/>
              <a:gd name="connsiteY90" fmla="*/ 4162552 h 6858000"/>
              <a:gd name="connsiteX91" fmla="*/ 7611275 w 12192000"/>
              <a:gd name="connsiteY91" fmla="*/ 4198836 h 6858000"/>
              <a:gd name="connsiteX92" fmla="*/ 7625321 w 12192000"/>
              <a:gd name="connsiteY92" fmla="*/ 4233950 h 6858000"/>
              <a:gd name="connsiteX93" fmla="*/ 7642878 w 12192000"/>
              <a:gd name="connsiteY93" fmla="*/ 4270234 h 6858000"/>
              <a:gd name="connsiteX94" fmla="*/ 7662775 w 12192000"/>
              <a:gd name="connsiteY94" fmla="*/ 4304177 h 6858000"/>
              <a:gd name="connsiteX95" fmla="*/ 7683844 w 12192000"/>
              <a:gd name="connsiteY95" fmla="*/ 4339291 h 6858000"/>
              <a:gd name="connsiteX96" fmla="*/ 7703741 w 12192000"/>
              <a:gd name="connsiteY96" fmla="*/ 4374405 h 6858000"/>
              <a:gd name="connsiteX97" fmla="*/ 7721298 w 12192000"/>
              <a:gd name="connsiteY97" fmla="*/ 4409519 h 6858000"/>
              <a:gd name="connsiteX98" fmla="*/ 7735344 w 12192000"/>
              <a:gd name="connsiteY98" fmla="*/ 4443462 h 6858000"/>
              <a:gd name="connsiteX99" fmla="*/ 7744708 w 12192000"/>
              <a:gd name="connsiteY99" fmla="*/ 4479746 h 6858000"/>
              <a:gd name="connsiteX100" fmla="*/ 7749389 w 12192000"/>
              <a:gd name="connsiteY100" fmla="*/ 4516030 h 6858000"/>
              <a:gd name="connsiteX101" fmla="*/ 7749389 w 12192000"/>
              <a:gd name="connsiteY101" fmla="*/ 4554655 h 6858000"/>
              <a:gd name="connsiteX102" fmla="*/ 7747048 w 12192000"/>
              <a:gd name="connsiteY102" fmla="*/ 4594451 h 6858000"/>
              <a:gd name="connsiteX103" fmla="*/ 7742367 w 12192000"/>
              <a:gd name="connsiteY103" fmla="*/ 4634247 h 6858000"/>
              <a:gd name="connsiteX104" fmla="*/ 7736514 w 12192000"/>
              <a:gd name="connsiteY104" fmla="*/ 4674042 h 6858000"/>
              <a:gd name="connsiteX105" fmla="*/ 7731832 w 12192000"/>
              <a:gd name="connsiteY105" fmla="*/ 4713838 h 6858000"/>
              <a:gd name="connsiteX106" fmla="*/ 7728321 w 12192000"/>
              <a:gd name="connsiteY106" fmla="*/ 4753633 h 6858000"/>
              <a:gd name="connsiteX107" fmla="*/ 7729492 w 12192000"/>
              <a:gd name="connsiteY107" fmla="*/ 4791088 h 6858000"/>
              <a:gd name="connsiteX108" fmla="*/ 7734173 w 12192000"/>
              <a:gd name="connsiteY108" fmla="*/ 4827372 h 6858000"/>
              <a:gd name="connsiteX109" fmla="*/ 7744708 w 12192000"/>
              <a:gd name="connsiteY109" fmla="*/ 4862486 h 6858000"/>
              <a:gd name="connsiteX110" fmla="*/ 7759923 w 12192000"/>
              <a:gd name="connsiteY110" fmla="*/ 4891747 h 6858000"/>
              <a:gd name="connsiteX111" fmla="*/ 7779821 w 12192000"/>
              <a:gd name="connsiteY111" fmla="*/ 4919838 h 6858000"/>
              <a:gd name="connsiteX112" fmla="*/ 7803230 w 12192000"/>
              <a:gd name="connsiteY112" fmla="*/ 4944418 h 6858000"/>
              <a:gd name="connsiteX113" fmla="*/ 7830151 w 12192000"/>
              <a:gd name="connsiteY113" fmla="*/ 4968998 h 6858000"/>
              <a:gd name="connsiteX114" fmla="*/ 7858242 w 12192000"/>
              <a:gd name="connsiteY114" fmla="*/ 4991236 h 6858000"/>
              <a:gd name="connsiteX115" fmla="*/ 7887503 w 12192000"/>
              <a:gd name="connsiteY115" fmla="*/ 5013475 h 6858000"/>
              <a:gd name="connsiteX116" fmla="*/ 7916765 w 12192000"/>
              <a:gd name="connsiteY116" fmla="*/ 5035714 h 6858000"/>
              <a:gd name="connsiteX117" fmla="*/ 7946026 w 12192000"/>
              <a:gd name="connsiteY117" fmla="*/ 5057952 h 6858000"/>
              <a:gd name="connsiteX118" fmla="*/ 7972947 w 12192000"/>
              <a:gd name="connsiteY118" fmla="*/ 5081362 h 6858000"/>
              <a:gd name="connsiteX119" fmla="*/ 7996356 w 12192000"/>
              <a:gd name="connsiteY119" fmla="*/ 5108282 h 6858000"/>
              <a:gd name="connsiteX120" fmla="*/ 8017424 w 12192000"/>
              <a:gd name="connsiteY120" fmla="*/ 5134032 h 6858000"/>
              <a:gd name="connsiteX121" fmla="*/ 8033811 w 12192000"/>
              <a:gd name="connsiteY121" fmla="*/ 5163294 h 6858000"/>
              <a:gd name="connsiteX122" fmla="*/ 8047856 w 12192000"/>
              <a:gd name="connsiteY122" fmla="*/ 5194896 h 6858000"/>
              <a:gd name="connsiteX123" fmla="*/ 8059561 w 12192000"/>
              <a:gd name="connsiteY123" fmla="*/ 5228839 h 6858000"/>
              <a:gd name="connsiteX124" fmla="*/ 8070095 w 12192000"/>
              <a:gd name="connsiteY124" fmla="*/ 5263953 h 6858000"/>
              <a:gd name="connsiteX125" fmla="*/ 8079459 w 12192000"/>
              <a:gd name="connsiteY125" fmla="*/ 5299067 h 6858000"/>
              <a:gd name="connsiteX126" fmla="*/ 8088822 w 12192000"/>
              <a:gd name="connsiteY126" fmla="*/ 5335351 h 6858000"/>
              <a:gd name="connsiteX127" fmla="*/ 8099356 w 12192000"/>
              <a:gd name="connsiteY127" fmla="*/ 5369294 h 6858000"/>
              <a:gd name="connsiteX128" fmla="*/ 8111061 w 12192000"/>
              <a:gd name="connsiteY128" fmla="*/ 5403238 h 6858000"/>
              <a:gd name="connsiteX129" fmla="*/ 8125106 w 12192000"/>
              <a:gd name="connsiteY129" fmla="*/ 5434840 h 6858000"/>
              <a:gd name="connsiteX130" fmla="*/ 8142663 w 12192000"/>
              <a:gd name="connsiteY130" fmla="*/ 5462931 h 6858000"/>
              <a:gd name="connsiteX131" fmla="*/ 8163732 w 12192000"/>
              <a:gd name="connsiteY131" fmla="*/ 5488681 h 6858000"/>
              <a:gd name="connsiteX132" fmla="*/ 8189482 w 12192000"/>
              <a:gd name="connsiteY132" fmla="*/ 5509749 h 6858000"/>
              <a:gd name="connsiteX133" fmla="*/ 8217573 w 12192000"/>
              <a:gd name="connsiteY133" fmla="*/ 5527306 h 6858000"/>
              <a:gd name="connsiteX134" fmla="*/ 8249175 w 12192000"/>
              <a:gd name="connsiteY134" fmla="*/ 5541352 h 6858000"/>
              <a:gd name="connsiteX135" fmla="*/ 8283118 w 12192000"/>
              <a:gd name="connsiteY135" fmla="*/ 5553056 h 6858000"/>
              <a:gd name="connsiteX136" fmla="*/ 8317062 w 12192000"/>
              <a:gd name="connsiteY136" fmla="*/ 5563590 h 6858000"/>
              <a:gd name="connsiteX137" fmla="*/ 8353346 w 12192000"/>
              <a:gd name="connsiteY137" fmla="*/ 5572954 h 6858000"/>
              <a:gd name="connsiteX138" fmla="*/ 8388459 w 12192000"/>
              <a:gd name="connsiteY138" fmla="*/ 5582318 h 6858000"/>
              <a:gd name="connsiteX139" fmla="*/ 8423573 w 12192000"/>
              <a:gd name="connsiteY139" fmla="*/ 5592852 h 6858000"/>
              <a:gd name="connsiteX140" fmla="*/ 8457516 w 12192000"/>
              <a:gd name="connsiteY140" fmla="*/ 5604556 h 6858000"/>
              <a:gd name="connsiteX141" fmla="*/ 8489119 w 12192000"/>
              <a:gd name="connsiteY141" fmla="*/ 5618602 h 6858000"/>
              <a:gd name="connsiteX142" fmla="*/ 8518380 w 12192000"/>
              <a:gd name="connsiteY142" fmla="*/ 5634988 h 6858000"/>
              <a:gd name="connsiteX143" fmla="*/ 8544130 w 12192000"/>
              <a:gd name="connsiteY143" fmla="*/ 5656057 h 6858000"/>
              <a:gd name="connsiteX144" fmla="*/ 8571051 w 12192000"/>
              <a:gd name="connsiteY144" fmla="*/ 5679466 h 6858000"/>
              <a:gd name="connsiteX145" fmla="*/ 8594460 w 12192000"/>
              <a:gd name="connsiteY145" fmla="*/ 5706386 h 6858000"/>
              <a:gd name="connsiteX146" fmla="*/ 8616699 w 12192000"/>
              <a:gd name="connsiteY146" fmla="*/ 5734477 h 6858000"/>
              <a:gd name="connsiteX147" fmla="*/ 8638937 w 12192000"/>
              <a:gd name="connsiteY147" fmla="*/ 5763739 h 6858000"/>
              <a:gd name="connsiteX148" fmla="*/ 8661176 w 12192000"/>
              <a:gd name="connsiteY148" fmla="*/ 5793000 h 6858000"/>
              <a:gd name="connsiteX149" fmla="*/ 8683415 w 12192000"/>
              <a:gd name="connsiteY149" fmla="*/ 5821091 h 6858000"/>
              <a:gd name="connsiteX150" fmla="*/ 8707994 w 12192000"/>
              <a:gd name="connsiteY150" fmla="*/ 5848012 h 6858000"/>
              <a:gd name="connsiteX151" fmla="*/ 8732574 w 12192000"/>
              <a:gd name="connsiteY151" fmla="*/ 5871421 h 6858000"/>
              <a:gd name="connsiteX152" fmla="*/ 8760665 w 12192000"/>
              <a:gd name="connsiteY152" fmla="*/ 5891319 h 6858000"/>
              <a:gd name="connsiteX153" fmla="*/ 8789926 w 12192000"/>
              <a:gd name="connsiteY153" fmla="*/ 5906535 h 6858000"/>
              <a:gd name="connsiteX154" fmla="*/ 8825040 w 12192000"/>
              <a:gd name="connsiteY154" fmla="*/ 5917069 h 6858000"/>
              <a:gd name="connsiteX155" fmla="*/ 8861324 w 12192000"/>
              <a:gd name="connsiteY155" fmla="*/ 5921751 h 6858000"/>
              <a:gd name="connsiteX156" fmla="*/ 8898779 w 12192000"/>
              <a:gd name="connsiteY156" fmla="*/ 5922921 h 6858000"/>
              <a:gd name="connsiteX157" fmla="*/ 8938575 w 12192000"/>
              <a:gd name="connsiteY157" fmla="*/ 5919410 h 6858000"/>
              <a:gd name="connsiteX158" fmla="*/ 8978370 w 12192000"/>
              <a:gd name="connsiteY158" fmla="*/ 5914728 h 6858000"/>
              <a:gd name="connsiteX159" fmla="*/ 9018166 w 12192000"/>
              <a:gd name="connsiteY159" fmla="*/ 5908876 h 6858000"/>
              <a:gd name="connsiteX160" fmla="*/ 9057961 w 12192000"/>
              <a:gd name="connsiteY160" fmla="*/ 5904194 h 6858000"/>
              <a:gd name="connsiteX161" fmla="*/ 9097757 w 12192000"/>
              <a:gd name="connsiteY161" fmla="*/ 5901853 h 6858000"/>
              <a:gd name="connsiteX162" fmla="*/ 9136382 w 12192000"/>
              <a:gd name="connsiteY162" fmla="*/ 5901853 h 6858000"/>
              <a:gd name="connsiteX163" fmla="*/ 9172666 w 12192000"/>
              <a:gd name="connsiteY163" fmla="*/ 5906535 h 6858000"/>
              <a:gd name="connsiteX164" fmla="*/ 9208950 w 12192000"/>
              <a:gd name="connsiteY164" fmla="*/ 5915898 h 6858000"/>
              <a:gd name="connsiteX165" fmla="*/ 9244064 w 12192000"/>
              <a:gd name="connsiteY165" fmla="*/ 5929944 h 6858000"/>
              <a:gd name="connsiteX166" fmla="*/ 9279178 w 12192000"/>
              <a:gd name="connsiteY166" fmla="*/ 5948671 h 6858000"/>
              <a:gd name="connsiteX167" fmla="*/ 9314292 w 12192000"/>
              <a:gd name="connsiteY167" fmla="*/ 5967398 h 6858000"/>
              <a:gd name="connsiteX168" fmla="*/ 9349405 w 12192000"/>
              <a:gd name="connsiteY168" fmla="*/ 5988467 h 6858000"/>
              <a:gd name="connsiteX169" fmla="*/ 9383349 w 12192000"/>
              <a:gd name="connsiteY169" fmla="*/ 6008364 h 6858000"/>
              <a:gd name="connsiteX170" fmla="*/ 9419633 w 12192000"/>
              <a:gd name="connsiteY170" fmla="*/ 6025921 h 6858000"/>
              <a:gd name="connsiteX171" fmla="*/ 9454747 w 12192000"/>
              <a:gd name="connsiteY171" fmla="*/ 6039967 h 6858000"/>
              <a:gd name="connsiteX172" fmla="*/ 9491031 w 12192000"/>
              <a:gd name="connsiteY172" fmla="*/ 6049331 h 6858000"/>
              <a:gd name="connsiteX173" fmla="*/ 9528486 w 12192000"/>
              <a:gd name="connsiteY173" fmla="*/ 6052842 h 6858000"/>
              <a:gd name="connsiteX174" fmla="*/ 9565940 w 12192000"/>
              <a:gd name="connsiteY174" fmla="*/ 6049331 h 6858000"/>
              <a:gd name="connsiteX175" fmla="*/ 9602224 w 12192000"/>
              <a:gd name="connsiteY175" fmla="*/ 6039967 h 6858000"/>
              <a:gd name="connsiteX176" fmla="*/ 9637338 w 12192000"/>
              <a:gd name="connsiteY176" fmla="*/ 6025921 h 6858000"/>
              <a:gd name="connsiteX177" fmla="*/ 9673622 w 12192000"/>
              <a:gd name="connsiteY177" fmla="*/ 6008364 h 6858000"/>
              <a:gd name="connsiteX178" fmla="*/ 9707566 w 12192000"/>
              <a:gd name="connsiteY178" fmla="*/ 5988467 h 6858000"/>
              <a:gd name="connsiteX179" fmla="*/ 9742679 w 12192000"/>
              <a:gd name="connsiteY179" fmla="*/ 5967398 h 6858000"/>
              <a:gd name="connsiteX180" fmla="*/ 9777793 w 12192000"/>
              <a:gd name="connsiteY180" fmla="*/ 5948671 h 6858000"/>
              <a:gd name="connsiteX181" fmla="*/ 9812907 w 12192000"/>
              <a:gd name="connsiteY181" fmla="*/ 5929944 h 6858000"/>
              <a:gd name="connsiteX182" fmla="*/ 9846850 w 12192000"/>
              <a:gd name="connsiteY182" fmla="*/ 5915898 h 6858000"/>
              <a:gd name="connsiteX183" fmla="*/ 9884305 w 12192000"/>
              <a:gd name="connsiteY183" fmla="*/ 5906535 h 6858000"/>
              <a:gd name="connsiteX184" fmla="*/ 9920589 w 12192000"/>
              <a:gd name="connsiteY184" fmla="*/ 5901853 h 6858000"/>
              <a:gd name="connsiteX185" fmla="*/ 9959214 w 12192000"/>
              <a:gd name="connsiteY185" fmla="*/ 5901853 h 6858000"/>
              <a:gd name="connsiteX186" fmla="*/ 9999010 w 12192000"/>
              <a:gd name="connsiteY186" fmla="*/ 5904194 h 6858000"/>
              <a:gd name="connsiteX187" fmla="*/ 10038805 w 12192000"/>
              <a:gd name="connsiteY187" fmla="*/ 5908876 h 6858000"/>
              <a:gd name="connsiteX188" fmla="*/ 10078601 w 12192000"/>
              <a:gd name="connsiteY188" fmla="*/ 5914728 h 6858000"/>
              <a:gd name="connsiteX189" fmla="*/ 10118396 w 12192000"/>
              <a:gd name="connsiteY189" fmla="*/ 5919410 h 6858000"/>
              <a:gd name="connsiteX190" fmla="*/ 10158192 w 12192000"/>
              <a:gd name="connsiteY190" fmla="*/ 5922921 h 6858000"/>
              <a:gd name="connsiteX191" fmla="*/ 10195647 w 12192000"/>
              <a:gd name="connsiteY191" fmla="*/ 5921751 h 6858000"/>
              <a:gd name="connsiteX192" fmla="*/ 10231931 w 12192000"/>
              <a:gd name="connsiteY192" fmla="*/ 5917069 h 6858000"/>
              <a:gd name="connsiteX193" fmla="*/ 10267044 w 12192000"/>
              <a:gd name="connsiteY193" fmla="*/ 5906535 h 6858000"/>
              <a:gd name="connsiteX194" fmla="*/ 10296306 w 12192000"/>
              <a:gd name="connsiteY194" fmla="*/ 5891319 h 6858000"/>
              <a:gd name="connsiteX195" fmla="*/ 10324397 w 12192000"/>
              <a:gd name="connsiteY195" fmla="*/ 5871421 h 6858000"/>
              <a:gd name="connsiteX196" fmla="*/ 10348977 w 12192000"/>
              <a:gd name="connsiteY196" fmla="*/ 5848012 h 6858000"/>
              <a:gd name="connsiteX197" fmla="*/ 10373556 w 12192000"/>
              <a:gd name="connsiteY197" fmla="*/ 5821091 h 6858000"/>
              <a:gd name="connsiteX198" fmla="*/ 10395795 w 12192000"/>
              <a:gd name="connsiteY198" fmla="*/ 5793000 h 6858000"/>
              <a:gd name="connsiteX199" fmla="*/ 10418034 w 12192000"/>
              <a:gd name="connsiteY199" fmla="*/ 5763739 h 6858000"/>
              <a:gd name="connsiteX200" fmla="*/ 10440272 w 12192000"/>
              <a:gd name="connsiteY200" fmla="*/ 5734477 h 6858000"/>
              <a:gd name="connsiteX201" fmla="*/ 10462511 w 12192000"/>
              <a:gd name="connsiteY201" fmla="*/ 5706386 h 6858000"/>
              <a:gd name="connsiteX202" fmla="*/ 10485920 w 12192000"/>
              <a:gd name="connsiteY202" fmla="*/ 5679466 h 6858000"/>
              <a:gd name="connsiteX203" fmla="*/ 10512841 w 12192000"/>
              <a:gd name="connsiteY203" fmla="*/ 5656057 h 6858000"/>
              <a:gd name="connsiteX204" fmla="*/ 10538591 w 12192000"/>
              <a:gd name="connsiteY204" fmla="*/ 5634988 h 6858000"/>
              <a:gd name="connsiteX205" fmla="*/ 10567852 w 12192000"/>
              <a:gd name="connsiteY205" fmla="*/ 5618602 h 6858000"/>
              <a:gd name="connsiteX206" fmla="*/ 10599455 w 12192000"/>
              <a:gd name="connsiteY206" fmla="*/ 5604556 h 6858000"/>
              <a:gd name="connsiteX207" fmla="*/ 10633398 w 12192000"/>
              <a:gd name="connsiteY207" fmla="*/ 5592852 h 6858000"/>
              <a:gd name="connsiteX208" fmla="*/ 10668512 w 12192000"/>
              <a:gd name="connsiteY208" fmla="*/ 5582318 h 6858000"/>
              <a:gd name="connsiteX209" fmla="*/ 10703626 w 12192000"/>
              <a:gd name="connsiteY209" fmla="*/ 5572954 h 6858000"/>
              <a:gd name="connsiteX210" fmla="*/ 10739910 w 12192000"/>
              <a:gd name="connsiteY210" fmla="*/ 5563590 h 6858000"/>
              <a:gd name="connsiteX211" fmla="*/ 10773853 w 12192000"/>
              <a:gd name="connsiteY211" fmla="*/ 5553056 h 6858000"/>
              <a:gd name="connsiteX212" fmla="*/ 10807796 w 12192000"/>
              <a:gd name="connsiteY212" fmla="*/ 5541352 h 6858000"/>
              <a:gd name="connsiteX213" fmla="*/ 10839399 w 12192000"/>
              <a:gd name="connsiteY213" fmla="*/ 5527306 h 6858000"/>
              <a:gd name="connsiteX214" fmla="*/ 10867490 w 12192000"/>
              <a:gd name="connsiteY214" fmla="*/ 5509749 h 6858000"/>
              <a:gd name="connsiteX215" fmla="*/ 10893240 w 12192000"/>
              <a:gd name="connsiteY215" fmla="*/ 5488681 h 6858000"/>
              <a:gd name="connsiteX216" fmla="*/ 10914308 w 12192000"/>
              <a:gd name="connsiteY216" fmla="*/ 5462931 h 6858000"/>
              <a:gd name="connsiteX217" fmla="*/ 10931865 w 12192000"/>
              <a:gd name="connsiteY217" fmla="*/ 5434840 h 6858000"/>
              <a:gd name="connsiteX218" fmla="*/ 10945910 w 12192000"/>
              <a:gd name="connsiteY218" fmla="*/ 5403238 h 6858000"/>
              <a:gd name="connsiteX219" fmla="*/ 10957615 w 12192000"/>
              <a:gd name="connsiteY219" fmla="*/ 5369294 h 6858000"/>
              <a:gd name="connsiteX220" fmla="*/ 10968149 w 12192000"/>
              <a:gd name="connsiteY220" fmla="*/ 5335351 h 6858000"/>
              <a:gd name="connsiteX221" fmla="*/ 10977513 w 12192000"/>
              <a:gd name="connsiteY221" fmla="*/ 5299067 h 6858000"/>
              <a:gd name="connsiteX222" fmla="*/ 10986876 w 12192000"/>
              <a:gd name="connsiteY222" fmla="*/ 5263953 h 6858000"/>
              <a:gd name="connsiteX223" fmla="*/ 10997410 w 12192000"/>
              <a:gd name="connsiteY223" fmla="*/ 5228839 h 6858000"/>
              <a:gd name="connsiteX224" fmla="*/ 11009115 w 12192000"/>
              <a:gd name="connsiteY224" fmla="*/ 5194896 h 6858000"/>
              <a:gd name="connsiteX225" fmla="*/ 11023160 w 12192000"/>
              <a:gd name="connsiteY225" fmla="*/ 5163294 h 6858000"/>
              <a:gd name="connsiteX226" fmla="*/ 11039547 w 12192000"/>
              <a:gd name="connsiteY226" fmla="*/ 5134032 h 6858000"/>
              <a:gd name="connsiteX227" fmla="*/ 11060615 w 12192000"/>
              <a:gd name="connsiteY227" fmla="*/ 5108282 h 6858000"/>
              <a:gd name="connsiteX228" fmla="*/ 11084024 w 12192000"/>
              <a:gd name="connsiteY228" fmla="*/ 5081362 h 6858000"/>
              <a:gd name="connsiteX229" fmla="*/ 11110945 w 12192000"/>
              <a:gd name="connsiteY229" fmla="*/ 5057952 h 6858000"/>
              <a:gd name="connsiteX230" fmla="*/ 11139036 w 12192000"/>
              <a:gd name="connsiteY230" fmla="*/ 5035714 h 6858000"/>
              <a:gd name="connsiteX231" fmla="*/ 11169468 w 12192000"/>
              <a:gd name="connsiteY231" fmla="*/ 5013475 h 6858000"/>
              <a:gd name="connsiteX232" fmla="*/ 11198729 w 12192000"/>
              <a:gd name="connsiteY232" fmla="*/ 4991236 h 6858000"/>
              <a:gd name="connsiteX233" fmla="*/ 11226820 w 12192000"/>
              <a:gd name="connsiteY233" fmla="*/ 4968998 h 6858000"/>
              <a:gd name="connsiteX234" fmla="*/ 11253741 w 12192000"/>
              <a:gd name="connsiteY234" fmla="*/ 4944418 h 6858000"/>
              <a:gd name="connsiteX235" fmla="*/ 11277150 w 12192000"/>
              <a:gd name="connsiteY235" fmla="*/ 4919838 h 6858000"/>
              <a:gd name="connsiteX236" fmla="*/ 11297048 w 12192000"/>
              <a:gd name="connsiteY236" fmla="*/ 4891747 h 6858000"/>
              <a:gd name="connsiteX237" fmla="*/ 11312264 w 12192000"/>
              <a:gd name="connsiteY237" fmla="*/ 4862486 h 6858000"/>
              <a:gd name="connsiteX238" fmla="*/ 11322798 w 12192000"/>
              <a:gd name="connsiteY238" fmla="*/ 4827372 h 6858000"/>
              <a:gd name="connsiteX239" fmla="*/ 11327480 w 12192000"/>
              <a:gd name="connsiteY239" fmla="*/ 4791088 h 6858000"/>
              <a:gd name="connsiteX240" fmla="*/ 11328650 w 12192000"/>
              <a:gd name="connsiteY240" fmla="*/ 4753633 h 6858000"/>
              <a:gd name="connsiteX241" fmla="*/ 11325139 w 12192000"/>
              <a:gd name="connsiteY241" fmla="*/ 4713838 h 6858000"/>
              <a:gd name="connsiteX242" fmla="*/ 11320457 w 12192000"/>
              <a:gd name="connsiteY242" fmla="*/ 4674042 h 6858000"/>
              <a:gd name="connsiteX243" fmla="*/ 11314605 w 12192000"/>
              <a:gd name="connsiteY243" fmla="*/ 4634247 h 6858000"/>
              <a:gd name="connsiteX244" fmla="*/ 11309923 w 12192000"/>
              <a:gd name="connsiteY244" fmla="*/ 4594451 h 6858000"/>
              <a:gd name="connsiteX245" fmla="*/ 11307582 w 12192000"/>
              <a:gd name="connsiteY245" fmla="*/ 4554655 h 6858000"/>
              <a:gd name="connsiteX246" fmla="*/ 11307582 w 12192000"/>
              <a:gd name="connsiteY246" fmla="*/ 4516030 h 6858000"/>
              <a:gd name="connsiteX247" fmla="*/ 11312264 w 12192000"/>
              <a:gd name="connsiteY247" fmla="*/ 4479746 h 6858000"/>
              <a:gd name="connsiteX248" fmla="*/ 11321628 w 12192000"/>
              <a:gd name="connsiteY248" fmla="*/ 4443462 h 6858000"/>
              <a:gd name="connsiteX249" fmla="*/ 11335673 w 12192000"/>
              <a:gd name="connsiteY249" fmla="*/ 4409519 h 6858000"/>
              <a:gd name="connsiteX250" fmla="*/ 11354400 w 12192000"/>
              <a:gd name="connsiteY250" fmla="*/ 4374405 h 6858000"/>
              <a:gd name="connsiteX251" fmla="*/ 11373128 w 12192000"/>
              <a:gd name="connsiteY251" fmla="*/ 4339291 h 6858000"/>
              <a:gd name="connsiteX252" fmla="*/ 11394196 w 12192000"/>
              <a:gd name="connsiteY252" fmla="*/ 4304177 h 6858000"/>
              <a:gd name="connsiteX253" fmla="*/ 11414094 w 12192000"/>
              <a:gd name="connsiteY253" fmla="*/ 4270234 h 6858000"/>
              <a:gd name="connsiteX254" fmla="*/ 11431650 w 12192000"/>
              <a:gd name="connsiteY254" fmla="*/ 4233950 h 6858000"/>
              <a:gd name="connsiteX255" fmla="*/ 11445696 w 12192000"/>
              <a:gd name="connsiteY255" fmla="*/ 4198836 h 6858000"/>
              <a:gd name="connsiteX256" fmla="*/ 11455060 w 12192000"/>
              <a:gd name="connsiteY256" fmla="*/ 4162552 h 6858000"/>
              <a:gd name="connsiteX257" fmla="*/ 11458571 w 12192000"/>
              <a:gd name="connsiteY257" fmla="*/ 4125097 h 6858000"/>
              <a:gd name="connsiteX258" fmla="*/ 11455060 w 12192000"/>
              <a:gd name="connsiteY258" fmla="*/ 4087643 h 6858000"/>
              <a:gd name="connsiteX259" fmla="*/ 11445696 w 12192000"/>
              <a:gd name="connsiteY259" fmla="*/ 4051358 h 6858000"/>
              <a:gd name="connsiteX260" fmla="*/ 11431650 w 12192000"/>
              <a:gd name="connsiteY260" fmla="*/ 4016245 h 6858000"/>
              <a:gd name="connsiteX261" fmla="*/ 11414094 w 12192000"/>
              <a:gd name="connsiteY261" fmla="*/ 3979961 h 6858000"/>
              <a:gd name="connsiteX262" fmla="*/ 11394196 w 12192000"/>
              <a:gd name="connsiteY262" fmla="*/ 3946017 h 6858000"/>
              <a:gd name="connsiteX263" fmla="*/ 11373128 w 12192000"/>
              <a:gd name="connsiteY263" fmla="*/ 3910903 h 6858000"/>
              <a:gd name="connsiteX264" fmla="*/ 11354400 w 12192000"/>
              <a:gd name="connsiteY264" fmla="*/ 3875790 h 6858000"/>
              <a:gd name="connsiteX265" fmla="*/ 11335673 w 12192000"/>
              <a:gd name="connsiteY265" fmla="*/ 3840676 h 6858000"/>
              <a:gd name="connsiteX266" fmla="*/ 11321628 w 12192000"/>
              <a:gd name="connsiteY266" fmla="*/ 3806733 h 6858000"/>
              <a:gd name="connsiteX267" fmla="*/ 11312264 w 12192000"/>
              <a:gd name="connsiteY267" fmla="*/ 3770449 h 6858000"/>
              <a:gd name="connsiteX268" fmla="*/ 11307582 w 12192000"/>
              <a:gd name="connsiteY268" fmla="*/ 3734164 h 6858000"/>
              <a:gd name="connsiteX269" fmla="*/ 11307582 w 12192000"/>
              <a:gd name="connsiteY269" fmla="*/ 3695539 h 6858000"/>
              <a:gd name="connsiteX270" fmla="*/ 11309923 w 12192000"/>
              <a:gd name="connsiteY270" fmla="*/ 3655744 h 6858000"/>
              <a:gd name="connsiteX271" fmla="*/ 11314605 w 12192000"/>
              <a:gd name="connsiteY271" fmla="*/ 3615948 h 6858000"/>
              <a:gd name="connsiteX272" fmla="*/ 11320457 w 12192000"/>
              <a:gd name="connsiteY272" fmla="*/ 3576152 h 6858000"/>
              <a:gd name="connsiteX273" fmla="*/ 11325139 w 12192000"/>
              <a:gd name="connsiteY273" fmla="*/ 3536357 h 6858000"/>
              <a:gd name="connsiteX274" fmla="*/ 11328650 w 12192000"/>
              <a:gd name="connsiteY274" fmla="*/ 3496561 h 6858000"/>
              <a:gd name="connsiteX275" fmla="*/ 11327480 w 12192000"/>
              <a:gd name="connsiteY275" fmla="*/ 3459107 h 6858000"/>
              <a:gd name="connsiteX276" fmla="*/ 11322798 w 12192000"/>
              <a:gd name="connsiteY276" fmla="*/ 3422822 h 6858000"/>
              <a:gd name="connsiteX277" fmla="*/ 11312264 w 12192000"/>
              <a:gd name="connsiteY277" fmla="*/ 3387709 h 6858000"/>
              <a:gd name="connsiteX278" fmla="*/ 11297048 w 12192000"/>
              <a:gd name="connsiteY278" fmla="*/ 3358447 h 6858000"/>
              <a:gd name="connsiteX279" fmla="*/ 11277150 w 12192000"/>
              <a:gd name="connsiteY279" fmla="*/ 3330356 h 6858000"/>
              <a:gd name="connsiteX280" fmla="*/ 11253741 w 12192000"/>
              <a:gd name="connsiteY280" fmla="*/ 3305777 h 6858000"/>
              <a:gd name="connsiteX281" fmla="*/ 11226820 w 12192000"/>
              <a:gd name="connsiteY281" fmla="*/ 3281197 h 6858000"/>
              <a:gd name="connsiteX282" fmla="*/ 11198729 w 12192000"/>
              <a:gd name="connsiteY282" fmla="*/ 3258958 h 6858000"/>
              <a:gd name="connsiteX283" fmla="*/ 11169468 w 12192000"/>
              <a:gd name="connsiteY283" fmla="*/ 3236720 h 6858000"/>
              <a:gd name="connsiteX284" fmla="*/ 11139036 w 12192000"/>
              <a:gd name="connsiteY284" fmla="*/ 3214481 h 6858000"/>
              <a:gd name="connsiteX285" fmla="*/ 11110945 w 12192000"/>
              <a:gd name="connsiteY285" fmla="*/ 3192242 h 6858000"/>
              <a:gd name="connsiteX286" fmla="*/ 11084024 w 12192000"/>
              <a:gd name="connsiteY286" fmla="*/ 3168833 h 6858000"/>
              <a:gd name="connsiteX287" fmla="*/ 11060615 w 12192000"/>
              <a:gd name="connsiteY287" fmla="*/ 3141913 h 6858000"/>
              <a:gd name="connsiteX288" fmla="*/ 11039547 w 12192000"/>
              <a:gd name="connsiteY288" fmla="*/ 3116162 h 6858000"/>
              <a:gd name="connsiteX289" fmla="*/ 11023160 w 12192000"/>
              <a:gd name="connsiteY289" fmla="*/ 3086901 h 6858000"/>
              <a:gd name="connsiteX290" fmla="*/ 11009115 w 12192000"/>
              <a:gd name="connsiteY290" fmla="*/ 3055299 h 6858000"/>
              <a:gd name="connsiteX291" fmla="*/ 10997410 w 12192000"/>
              <a:gd name="connsiteY291" fmla="*/ 3021355 h 6858000"/>
              <a:gd name="connsiteX292" fmla="*/ 10986876 w 12192000"/>
              <a:gd name="connsiteY292" fmla="*/ 2986242 h 6858000"/>
              <a:gd name="connsiteX293" fmla="*/ 10977513 w 12192000"/>
              <a:gd name="connsiteY293" fmla="*/ 2951128 h 6858000"/>
              <a:gd name="connsiteX294" fmla="*/ 10968149 w 12192000"/>
              <a:gd name="connsiteY294" fmla="*/ 2914844 h 6858000"/>
              <a:gd name="connsiteX295" fmla="*/ 10957615 w 12192000"/>
              <a:gd name="connsiteY295" fmla="*/ 2880900 h 6858000"/>
              <a:gd name="connsiteX296" fmla="*/ 10945910 w 12192000"/>
              <a:gd name="connsiteY296" fmla="*/ 2846957 h 6858000"/>
              <a:gd name="connsiteX297" fmla="*/ 10931865 w 12192000"/>
              <a:gd name="connsiteY297" fmla="*/ 2815355 h 6858000"/>
              <a:gd name="connsiteX298" fmla="*/ 10914308 w 12192000"/>
              <a:gd name="connsiteY298" fmla="*/ 2787264 h 6858000"/>
              <a:gd name="connsiteX299" fmla="*/ 10893240 w 12192000"/>
              <a:gd name="connsiteY299" fmla="*/ 2761514 h 6858000"/>
              <a:gd name="connsiteX300" fmla="*/ 10867490 w 12192000"/>
              <a:gd name="connsiteY300" fmla="*/ 2740445 h 6858000"/>
              <a:gd name="connsiteX301" fmla="*/ 10839399 w 12192000"/>
              <a:gd name="connsiteY301" fmla="*/ 2722888 h 6858000"/>
              <a:gd name="connsiteX302" fmla="*/ 10807796 w 12192000"/>
              <a:gd name="connsiteY302" fmla="*/ 2708843 h 6858000"/>
              <a:gd name="connsiteX303" fmla="*/ 10773853 w 12192000"/>
              <a:gd name="connsiteY303" fmla="*/ 2697138 h 6858000"/>
              <a:gd name="connsiteX304" fmla="*/ 10739910 w 12192000"/>
              <a:gd name="connsiteY304" fmla="*/ 2686604 h 6858000"/>
              <a:gd name="connsiteX305" fmla="*/ 10703626 w 12192000"/>
              <a:gd name="connsiteY305" fmla="*/ 2677241 h 6858000"/>
              <a:gd name="connsiteX306" fmla="*/ 10668512 w 12192000"/>
              <a:gd name="connsiteY306" fmla="*/ 2667877 h 6858000"/>
              <a:gd name="connsiteX307" fmla="*/ 10633398 w 12192000"/>
              <a:gd name="connsiteY307" fmla="*/ 2657343 h 6858000"/>
              <a:gd name="connsiteX308" fmla="*/ 10599455 w 12192000"/>
              <a:gd name="connsiteY308" fmla="*/ 2645638 h 6858000"/>
              <a:gd name="connsiteX309" fmla="*/ 10567852 w 12192000"/>
              <a:gd name="connsiteY309" fmla="*/ 2631593 h 6858000"/>
              <a:gd name="connsiteX310" fmla="*/ 10538591 w 12192000"/>
              <a:gd name="connsiteY310" fmla="*/ 2615206 h 6858000"/>
              <a:gd name="connsiteX311" fmla="*/ 10512841 w 12192000"/>
              <a:gd name="connsiteY311" fmla="*/ 2594138 h 6858000"/>
              <a:gd name="connsiteX312" fmla="*/ 10485920 w 12192000"/>
              <a:gd name="connsiteY312" fmla="*/ 2570729 h 6858000"/>
              <a:gd name="connsiteX313" fmla="*/ 10462511 w 12192000"/>
              <a:gd name="connsiteY313" fmla="*/ 2543808 h 6858000"/>
              <a:gd name="connsiteX314" fmla="*/ 10440272 w 12192000"/>
              <a:gd name="connsiteY314" fmla="*/ 2515717 h 6858000"/>
              <a:gd name="connsiteX315" fmla="*/ 10418034 w 12192000"/>
              <a:gd name="connsiteY315" fmla="*/ 2486456 h 6858000"/>
              <a:gd name="connsiteX316" fmla="*/ 10395795 w 12192000"/>
              <a:gd name="connsiteY316" fmla="*/ 2457194 h 6858000"/>
              <a:gd name="connsiteX317" fmla="*/ 10373556 w 12192000"/>
              <a:gd name="connsiteY317" fmla="*/ 2429103 h 6858000"/>
              <a:gd name="connsiteX318" fmla="*/ 10348977 w 12192000"/>
              <a:gd name="connsiteY318" fmla="*/ 2402183 h 6858000"/>
              <a:gd name="connsiteX319" fmla="*/ 10324397 w 12192000"/>
              <a:gd name="connsiteY319" fmla="*/ 2378774 h 6858000"/>
              <a:gd name="connsiteX320" fmla="*/ 10296306 w 12192000"/>
              <a:gd name="connsiteY320" fmla="*/ 2358876 h 6858000"/>
              <a:gd name="connsiteX321" fmla="*/ 10267044 w 12192000"/>
              <a:gd name="connsiteY321" fmla="*/ 2343660 h 6858000"/>
              <a:gd name="connsiteX322" fmla="*/ 10231931 w 12192000"/>
              <a:gd name="connsiteY322" fmla="*/ 2333126 h 6858000"/>
              <a:gd name="connsiteX323" fmla="*/ 10195647 w 12192000"/>
              <a:gd name="connsiteY323" fmla="*/ 2328444 h 6858000"/>
              <a:gd name="connsiteX324" fmla="*/ 10158192 w 12192000"/>
              <a:gd name="connsiteY324" fmla="*/ 2327274 h 6858000"/>
              <a:gd name="connsiteX325" fmla="*/ 10118396 w 12192000"/>
              <a:gd name="connsiteY325" fmla="*/ 2330785 h 6858000"/>
              <a:gd name="connsiteX326" fmla="*/ 10078601 w 12192000"/>
              <a:gd name="connsiteY326" fmla="*/ 2335467 h 6858000"/>
              <a:gd name="connsiteX327" fmla="*/ 10038805 w 12192000"/>
              <a:gd name="connsiteY327" fmla="*/ 2341319 h 6858000"/>
              <a:gd name="connsiteX328" fmla="*/ 9999010 w 12192000"/>
              <a:gd name="connsiteY328" fmla="*/ 2346001 h 6858000"/>
              <a:gd name="connsiteX329" fmla="*/ 9959214 w 12192000"/>
              <a:gd name="connsiteY329" fmla="*/ 2348342 h 6858000"/>
              <a:gd name="connsiteX330" fmla="*/ 9920589 w 12192000"/>
              <a:gd name="connsiteY330" fmla="*/ 2348342 h 6858000"/>
              <a:gd name="connsiteX331" fmla="*/ 9884305 w 12192000"/>
              <a:gd name="connsiteY331" fmla="*/ 2343660 h 6858000"/>
              <a:gd name="connsiteX332" fmla="*/ 9846850 w 12192000"/>
              <a:gd name="connsiteY332" fmla="*/ 2334296 h 6858000"/>
              <a:gd name="connsiteX333" fmla="*/ 9812907 w 12192000"/>
              <a:gd name="connsiteY333" fmla="*/ 2320251 h 6858000"/>
              <a:gd name="connsiteX334" fmla="*/ 9777793 w 12192000"/>
              <a:gd name="connsiteY334" fmla="*/ 2301524 h 6858000"/>
              <a:gd name="connsiteX335" fmla="*/ 9742679 w 12192000"/>
              <a:gd name="connsiteY335" fmla="*/ 2282796 h 6858000"/>
              <a:gd name="connsiteX336" fmla="*/ 9707566 w 12192000"/>
              <a:gd name="connsiteY336" fmla="*/ 2261728 h 6858000"/>
              <a:gd name="connsiteX337" fmla="*/ 9673622 w 12192000"/>
              <a:gd name="connsiteY337" fmla="*/ 2241830 h 6858000"/>
              <a:gd name="connsiteX338" fmla="*/ 9637338 w 12192000"/>
              <a:gd name="connsiteY338" fmla="*/ 2224273 h 6858000"/>
              <a:gd name="connsiteX339" fmla="*/ 9602224 w 12192000"/>
              <a:gd name="connsiteY339" fmla="*/ 2210228 h 6858000"/>
              <a:gd name="connsiteX340" fmla="*/ 9565940 w 12192000"/>
              <a:gd name="connsiteY340" fmla="*/ 2200864 h 6858000"/>
              <a:gd name="connsiteX341" fmla="*/ 9528486 w 12192000"/>
              <a:gd name="connsiteY341" fmla="*/ 21973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192000" h="6858000">
                <a:moveTo>
                  <a:pt x="0" y="0"/>
                </a:moveTo>
                <a:lnTo>
                  <a:pt x="12192000" y="0"/>
                </a:lnTo>
                <a:lnTo>
                  <a:pt x="12192000" y="6858000"/>
                </a:lnTo>
                <a:lnTo>
                  <a:pt x="0" y="6858000"/>
                </a:lnTo>
                <a:lnTo>
                  <a:pt x="0" y="0"/>
                </a:lnTo>
                <a:close/>
                <a:moveTo>
                  <a:pt x="9528486" y="2197353"/>
                </a:moveTo>
                <a:lnTo>
                  <a:pt x="9491031" y="2200864"/>
                </a:lnTo>
                <a:lnTo>
                  <a:pt x="9454747" y="2210228"/>
                </a:lnTo>
                <a:lnTo>
                  <a:pt x="9419633" y="2224273"/>
                </a:lnTo>
                <a:lnTo>
                  <a:pt x="9383349" y="2241830"/>
                </a:lnTo>
                <a:lnTo>
                  <a:pt x="9349405" y="2261728"/>
                </a:lnTo>
                <a:lnTo>
                  <a:pt x="9314292" y="2282796"/>
                </a:lnTo>
                <a:lnTo>
                  <a:pt x="9279178" y="2301524"/>
                </a:lnTo>
                <a:lnTo>
                  <a:pt x="9244064" y="2320251"/>
                </a:lnTo>
                <a:lnTo>
                  <a:pt x="9208950" y="2334296"/>
                </a:lnTo>
                <a:lnTo>
                  <a:pt x="9172666" y="2343660"/>
                </a:lnTo>
                <a:lnTo>
                  <a:pt x="9136382" y="2348342"/>
                </a:lnTo>
                <a:lnTo>
                  <a:pt x="9097757" y="2348342"/>
                </a:lnTo>
                <a:lnTo>
                  <a:pt x="9057961" y="2346001"/>
                </a:lnTo>
                <a:lnTo>
                  <a:pt x="9018166" y="2341319"/>
                </a:lnTo>
                <a:lnTo>
                  <a:pt x="8978370" y="2335467"/>
                </a:lnTo>
                <a:lnTo>
                  <a:pt x="8938575" y="2330785"/>
                </a:lnTo>
                <a:lnTo>
                  <a:pt x="8898779" y="2327274"/>
                </a:lnTo>
                <a:lnTo>
                  <a:pt x="8861324" y="2328444"/>
                </a:lnTo>
                <a:lnTo>
                  <a:pt x="8825040" y="2333126"/>
                </a:lnTo>
                <a:lnTo>
                  <a:pt x="8789926" y="2343660"/>
                </a:lnTo>
                <a:lnTo>
                  <a:pt x="8760665" y="2358876"/>
                </a:lnTo>
                <a:lnTo>
                  <a:pt x="8732574" y="2378774"/>
                </a:lnTo>
                <a:lnTo>
                  <a:pt x="8707994" y="2402183"/>
                </a:lnTo>
                <a:lnTo>
                  <a:pt x="8683415" y="2429103"/>
                </a:lnTo>
                <a:lnTo>
                  <a:pt x="8661176" y="2457194"/>
                </a:lnTo>
                <a:lnTo>
                  <a:pt x="8638937" y="2486456"/>
                </a:lnTo>
                <a:lnTo>
                  <a:pt x="8616699" y="2515717"/>
                </a:lnTo>
                <a:lnTo>
                  <a:pt x="8594460" y="2543808"/>
                </a:lnTo>
                <a:lnTo>
                  <a:pt x="8571051" y="2570729"/>
                </a:lnTo>
                <a:lnTo>
                  <a:pt x="8544130" y="2594138"/>
                </a:lnTo>
                <a:lnTo>
                  <a:pt x="8518380" y="2615206"/>
                </a:lnTo>
                <a:lnTo>
                  <a:pt x="8489119" y="2631593"/>
                </a:lnTo>
                <a:lnTo>
                  <a:pt x="8457516" y="2645638"/>
                </a:lnTo>
                <a:lnTo>
                  <a:pt x="8423573" y="2657343"/>
                </a:lnTo>
                <a:lnTo>
                  <a:pt x="8388459" y="2667877"/>
                </a:lnTo>
                <a:lnTo>
                  <a:pt x="8353346" y="2677241"/>
                </a:lnTo>
                <a:lnTo>
                  <a:pt x="8317062" y="2686604"/>
                </a:lnTo>
                <a:lnTo>
                  <a:pt x="8283118" y="2697138"/>
                </a:lnTo>
                <a:lnTo>
                  <a:pt x="8249175" y="2708843"/>
                </a:lnTo>
                <a:lnTo>
                  <a:pt x="8217573" y="2722888"/>
                </a:lnTo>
                <a:lnTo>
                  <a:pt x="8189482" y="2740445"/>
                </a:lnTo>
                <a:lnTo>
                  <a:pt x="8163732" y="2761514"/>
                </a:lnTo>
                <a:lnTo>
                  <a:pt x="8142663" y="2787264"/>
                </a:lnTo>
                <a:lnTo>
                  <a:pt x="8125106" y="2815355"/>
                </a:lnTo>
                <a:lnTo>
                  <a:pt x="8111061" y="2846957"/>
                </a:lnTo>
                <a:lnTo>
                  <a:pt x="8099356" y="2880900"/>
                </a:lnTo>
                <a:lnTo>
                  <a:pt x="8088822" y="2914844"/>
                </a:lnTo>
                <a:lnTo>
                  <a:pt x="8079459" y="2951128"/>
                </a:lnTo>
                <a:lnTo>
                  <a:pt x="8070095" y="2986242"/>
                </a:lnTo>
                <a:lnTo>
                  <a:pt x="8059561" y="3021355"/>
                </a:lnTo>
                <a:lnTo>
                  <a:pt x="8047856" y="3055299"/>
                </a:lnTo>
                <a:lnTo>
                  <a:pt x="8033811" y="3086901"/>
                </a:lnTo>
                <a:lnTo>
                  <a:pt x="8017424" y="3116162"/>
                </a:lnTo>
                <a:lnTo>
                  <a:pt x="7996356" y="3141913"/>
                </a:lnTo>
                <a:lnTo>
                  <a:pt x="7972947" y="3168833"/>
                </a:lnTo>
                <a:lnTo>
                  <a:pt x="7946026" y="3192242"/>
                </a:lnTo>
                <a:lnTo>
                  <a:pt x="7916765" y="3214481"/>
                </a:lnTo>
                <a:lnTo>
                  <a:pt x="7887503" y="3236720"/>
                </a:lnTo>
                <a:lnTo>
                  <a:pt x="7858242" y="3258958"/>
                </a:lnTo>
                <a:lnTo>
                  <a:pt x="7830151" y="3281197"/>
                </a:lnTo>
                <a:lnTo>
                  <a:pt x="7803230" y="3305777"/>
                </a:lnTo>
                <a:lnTo>
                  <a:pt x="7779821" y="3330356"/>
                </a:lnTo>
                <a:lnTo>
                  <a:pt x="7759923" y="3358447"/>
                </a:lnTo>
                <a:lnTo>
                  <a:pt x="7744708" y="3387709"/>
                </a:lnTo>
                <a:lnTo>
                  <a:pt x="7734173" y="3422822"/>
                </a:lnTo>
                <a:lnTo>
                  <a:pt x="7729492" y="3459107"/>
                </a:lnTo>
                <a:lnTo>
                  <a:pt x="7728321" y="3496561"/>
                </a:lnTo>
                <a:lnTo>
                  <a:pt x="7731832" y="3536357"/>
                </a:lnTo>
                <a:lnTo>
                  <a:pt x="7736514" y="3576152"/>
                </a:lnTo>
                <a:lnTo>
                  <a:pt x="7742367" y="3615948"/>
                </a:lnTo>
                <a:lnTo>
                  <a:pt x="7747048" y="3655744"/>
                </a:lnTo>
                <a:lnTo>
                  <a:pt x="7749389" y="3695539"/>
                </a:lnTo>
                <a:lnTo>
                  <a:pt x="7749389" y="3734164"/>
                </a:lnTo>
                <a:lnTo>
                  <a:pt x="7744708" y="3770449"/>
                </a:lnTo>
                <a:lnTo>
                  <a:pt x="7735344" y="3806733"/>
                </a:lnTo>
                <a:lnTo>
                  <a:pt x="7721298" y="3840676"/>
                </a:lnTo>
                <a:lnTo>
                  <a:pt x="7703741" y="3875790"/>
                </a:lnTo>
                <a:lnTo>
                  <a:pt x="7683844" y="3910903"/>
                </a:lnTo>
                <a:lnTo>
                  <a:pt x="7662775" y="3946017"/>
                </a:lnTo>
                <a:lnTo>
                  <a:pt x="7642878" y="3979961"/>
                </a:lnTo>
                <a:lnTo>
                  <a:pt x="7625321" y="4016245"/>
                </a:lnTo>
                <a:lnTo>
                  <a:pt x="7611275" y="4051358"/>
                </a:lnTo>
                <a:lnTo>
                  <a:pt x="7601912" y="4087643"/>
                </a:lnTo>
                <a:lnTo>
                  <a:pt x="7598400" y="4125097"/>
                </a:lnTo>
                <a:lnTo>
                  <a:pt x="7601912" y="4162552"/>
                </a:lnTo>
                <a:lnTo>
                  <a:pt x="7611275" y="4198836"/>
                </a:lnTo>
                <a:lnTo>
                  <a:pt x="7625321" y="4233950"/>
                </a:lnTo>
                <a:lnTo>
                  <a:pt x="7642878" y="4270234"/>
                </a:lnTo>
                <a:lnTo>
                  <a:pt x="7662775" y="4304177"/>
                </a:lnTo>
                <a:lnTo>
                  <a:pt x="7683844" y="4339291"/>
                </a:lnTo>
                <a:lnTo>
                  <a:pt x="7703741" y="4374405"/>
                </a:lnTo>
                <a:lnTo>
                  <a:pt x="7721298" y="4409519"/>
                </a:lnTo>
                <a:lnTo>
                  <a:pt x="7735344" y="4443462"/>
                </a:lnTo>
                <a:lnTo>
                  <a:pt x="7744708" y="4479746"/>
                </a:lnTo>
                <a:lnTo>
                  <a:pt x="7749389" y="4516030"/>
                </a:lnTo>
                <a:lnTo>
                  <a:pt x="7749389" y="4554655"/>
                </a:lnTo>
                <a:lnTo>
                  <a:pt x="7747048" y="4594451"/>
                </a:lnTo>
                <a:lnTo>
                  <a:pt x="7742367" y="4634247"/>
                </a:lnTo>
                <a:lnTo>
                  <a:pt x="7736514" y="4674042"/>
                </a:lnTo>
                <a:lnTo>
                  <a:pt x="7731832" y="4713838"/>
                </a:lnTo>
                <a:lnTo>
                  <a:pt x="7728321" y="4753633"/>
                </a:lnTo>
                <a:lnTo>
                  <a:pt x="7729492" y="4791088"/>
                </a:lnTo>
                <a:lnTo>
                  <a:pt x="7734173" y="4827372"/>
                </a:lnTo>
                <a:lnTo>
                  <a:pt x="7744708" y="4862486"/>
                </a:lnTo>
                <a:lnTo>
                  <a:pt x="7759923" y="4891747"/>
                </a:lnTo>
                <a:lnTo>
                  <a:pt x="7779821" y="4919838"/>
                </a:lnTo>
                <a:lnTo>
                  <a:pt x="7803230" y="4944418"/>
                </a:lnTo>
                <a:lnTo>
                  <a:pt x="7830151" y="4968998"/>
                </a:lnTo>
                <a:lnTo>
                  <a:pt x="7858242" y="4991236"/>
                </a:lnTo>
                <a:lnTo>
                  <a:pt x="7887503" y="5013475"/>
                </a:lnTo>
                <a:lnTo>
                  <a:pt x="7916765" y="5035714"/>
                </a:lnTo>
                <a:lnTo>
                  <a:pt x="7946026" y="5057952"/>
                </a:lnTo>
                <a:lnTo>
                  <a:pt x="7972947" y="5081362"/>
                </a:lnTo>
                <a:lnTo>
                  <a:pt x="7996356" y="5108282"/>
                </a:lnTo>
                <a:lnTo>
                  <a:pt x="8017424" y="5134032"/>
                </a:lnTo>
                <a:lnTo>
                  <a:pt x="8033811" y="5163294"/>
                </a:lnTo>
                <a:lnTo>
                  <a:pt x="8047856" y="5194896"/>
                </a:lnTo>
                <a:lnTo>
                  <a:pt x="8059561" y="5228839"/>
                </a:lnTo>
                <a:lnTo>
                  <a:pt x="8070095" y="5263953"/>
                </a:lnTo>
                <a:lnTo>
                  <a:pt x="8079459" y="5299067"/>
                </a:lnTo>
                <a:lnTo>
                  <a:pt x="8088822" y="5335351"/>
                </a:lnTo>
                <a:lnTo>
                  <a:pt x="8099356" y="5369294"/>
                </a:lnTo>
                <a:lnTo>
                  <a:pt x="8111061" y="5403238"/>
                </a:lnTo>
                <a:lnTo>
                  <a:pt x="8125106" y="5434840"/>
                </a:lnTo>
                <a:lnTo>
                  <a:pt x="8142663" y="5462931"/>
                </a:lnTo>
                <a:lnTo>
                  <a:pt x="8163732" y="5488681"/>
                </a:lnTo>
                <a:lnTo>
                  <a:pt x="8189482" y="5509749"/>
                </a:lnTo>
                <a:lnTo>
                  <a:pt x="8217573" y="5527306"/>
                </a:lnTo>
                <a:lnTo>
                  <a:pt x="8249175" y="5541352"/>
                </a:lnTo>
                <a:lnTo>
                  <a:pt x="8283118" y="5553056"/>
                </a:lnTo>
                <a:lnTo>
                  <a:pt x="8317062" y="5563590"/>
                </a:lnTo>
                <a:lnTo>
                  <a:pt x="8353346" y="5572954"/>
                </a:lnTo>
                <a:lnTo>
                  <a:pt x="8388459" y="5582318"/>
                </a:lnTo>
                <a:lnTo>
                  <a:pt x="8423573" y="5592852"/>
                </a:lnTo>
                <a:lnTo>
                  <a:pt x="8457516" y="5604556"/>
                </a:lnTo>
                <a:lnTo>
                  <a:pt x="8489119" y="5618602"/>
                </a:lnTo>
                <a:lnTo>
                  <a:pt x="8518380" y="5634988"/>
                </a:lnTo>
                <a:lnTo>
                  <a:pt x="8544130" y="5656057"/>
                </a:lnTo>
                <a:lnTo>
                  <a:pt x="8571051" y="5679466"/>
                </a:lnTo>
                <a:lnTo>
                  <a:pt x="8594460" y="5706386"/>
                </a:lnTo>
                <a:lnTo>
                  <a:pt x="8616699" y="5734477"/>
                </a:lnTo>
                <a:lnTo>
                  <a:pt x="8638937" y="5763739"/>
                </a:lnTo>
                <a:lnTo>
                  <a:pt x="8661176" y="5793000"/>
                </a:lnTo>
                <a:lnTo>
                  <a:pt x="8683415" y="5821091"/>
                </a:lnTo>
                <a:lnTo>
                  <a:pt x="8707994" y="5848012"/>
                </a:lnTo>
                <a:lnTo>
                  <a:pt x="8732574" y="5871421"/>
                </a:lnTo>
                <a:lnTo>
                  <a:pt x="8760665" y="5891319"/>
                </a:lnTo>
                <a:lnTo>
                  <a:pt x="8789926" y="5906535"/>
                </a:lnTo>
                <a:lnTo>
                  <a:pt x="8825040" y="5917069"/>
                </a:lnTo>
                <a:lnTo>
                  <a:pt x="8861324" y="5921751"/>
                </a:lnTo>
                <a:lnTo>
                  <a:pt x="8898779" y="5922921"/>
                </a:lnTo>
                <a:lnTo>
                  <a:pt x="8938575" y="5919410"/>
                </a:lnTo>
                <a:lnTo>
                  <a:pt x="8978370" y="5914728"/>
                </a:lnTo>
                <a:lnTo>
                  <a:pt x="9018166" y="5908876"/>
                </a:lnTo>
                <a:lnTo>
                  <a:pt x="9057961" y="5904194"/>
                </a:lnTo>
                <a:lnTo>
                  <a:pt x="9097757" y="5901853"/>
                </a:lnTo>
                <a:lnTo>
                  <a:pt x="9136382" y="5901853"/>
                </a:lnTo>
                <a:lnTo>
                  <a:pt x="9172666" y="5906535"/>
                </a:lnTo>
                <a:lnTo>
                  <a:pt x="9208950" y="5915898"/>
                </a:lnTo>
                <a:lnTo>
                  <a:pt x="9244064" y="5929944"/>
                </a:lnTo>
                <a:lnTo>
                  <a:pt x="9279178" y="5948671"/>
                </a:lnTo>
                <a:lnTo>
                  <a:pt x="9314292" y="5967398"/>
                </a:lnTo>
                <a:lnTo>
                  <a:pt x="9349405" y="5988467"/>
                </a:lnTo>
                <a:lnTo>
                  <a:pt x="9383349" y="6008364"/>
                </a:lnTo>
                <a:lnTo>
                  <a:pt x="9419633" y="6025921"/>
                </a:lnTo>
                <a:lnTo>
                  <a:pt x="9454747" y="6039967"/>
                </a:lnTo>
                <a:lnTo>
                  <a:pt x="9491031" y="6049331"/>
                </a:lnTo>
                <a:lnTo>
                  <a:pt x="9528486" y="6052842"/>
                </a:lnTo>
                <a:lnTo>
                  <a:pt x="9565940" y="6049331"/>
                </a:lnTo>
                <a:lnTo>
                  <a:pt x="9602224" y="6039967"/>
                </a:lnTo>
                <a:lnTo>
                  <a:pt x="9637338" y="6025921"/>
                </a:lnTo>
                <a:lnTo>
                  <a:pt x="9673622" y="6008364"/>
                </a:lnTo>
                <a:lnTo>
                  <a:pt x="9707566" y="5988467"/>
                </a:lnTo>
                <a:lnTo>
                  <a:pt x="9742679" y="5967398"/>
                </a:lnTo>
                <a:lnTo>
                  <a:pt x="9777793" y="5948671"/>
                </a:lnTo>
                <a:lnTo>
                  <a:pt x="9812907" y="5929944"/>
                </a:lnTo>
                <a:lnTo>
                  <a:pt x="9846850" y="5915898"/>
                </a:lnTo>
                <a:lnTo>
                  <a:pt x="9884305" y="5906535"/>
                </a:lnTo>
                <a:lnTo>
                  <a:pt x="9920589" y="5901853"/>
                </a:lnTo>
                <a:lnTo>
                  <a:pt x="9959214" y="5901853"/>
                </a:lnTo>
                <a:lnTo>
                  <a:pt x="9999010" y="5904194"/>
                </a:lnTo>
                <a:lnTo>
                  <a:pt x="10038805" y="5908876"/>
                </a:lnTo>
                <a:lnTo>
                  <a:pt x="10078601" y="5914728"/>
                </a:lnTo>
                <a:lnTo>
                  <a:pt x="10118396" y="5919410"/>
                </a:lnTo>
                <a:lnTo>
                  <a:pt x="10158192" y="5922921"/>
                </a:lnTo>
                <a:lnTo>
                  <a:pt x="10195647" y="5921751"/>
                </a:lnTo>
                <a:lnTo>
                  <a:pt x="10231931" y="5917069"/>
                </a:lnTo>
                <a:lnTo>
                  <a:pt x="10267044" y="5906535"/>
                </a:lnTo>
                <a:lnTo>
                  <a:pt x="10296306" y="5891319"/>
                </a:lnTo>
                <a:lnTo>
                  <a:pt x="10324397" y="5871421"/>
                </a:lnTo>
                <a:lnTo>
                  <a:pt x="10348977" y="5848012"/>
                </a:lnTo>
                <a:lnTo>
                  <a:pt x="10373556" y="5821091"/>
                </a:lnTo>
                <a:lnTo>
                  <a:pt x="10395795" y="5793000"/>
                </a:lnTo>
                <a:lnTo>
                  <a:pt x="10418034" y="5763739"/>
                </a:lnTo>
                <a:lnTo>
                  <a:pt x="10440272" y="5734477"/>
                </a:lnTo>
                <a:lnTo>
                  <a:pt x="10462511" y="5706386"/>
                </a:lnTo>
                <a:lnTo>
                  <a:pt x="10485920" y="5679466"/>
                </a:lnTo>
                <a:lnTo>
                  <a:pt x="10512841" y="5656057"/>
                </a:lnTo>
                <a:lnTo>
                  <a:pt x="10538591" y="5634988"/>
                </a:lnTo>
                <a:lnTo>
                  <a:pt x="10567852" y="5618602"/>
                </a:lnTo>
                <a:lnTo>
                  <a:pt x="10599455" y="5604556"/>
                </a:lnTo>
                <a:lnTo>
                  <a:pt x="10633398" y="5592852"/>
                </a:lnTo>
                <a:lnTo>
                  <a:pt x="10668512" y="5582318"/>
                </a:lnTo>
                <a:lnTo>
                  <a:pt x="10703626" y="5572954"/>
                </a:lnTo>
                <a:lnTo>
                  <a:pt x="10739910" y="5563590"/>
                </a:lnTo>
                <a:lnTo>
                  <a:pt x="10773853" y="5553056"/>
                </a:lnTo>
                <a:lnTo>
                  <a:pt x="10807796" y="5541352"/>
                </a:lnTo>
                <a:lnTo>
                  <a:pt x="10839399" y="5527306"/>
                </a:lnTo>
                <a:lnTo>
                  <a:pt x="10867490" y="5509749"/>
                </a:lnTo>
                <a:lnTo>
                  <a:pt x="10893240" y="5488681"/>
                </a:lnTo>
                <a:lnTo>
                  <a:pt x="10914308" y="5462931"/>
                </a:lnTo>
                <a:lnTo>
                  <a:pt x="10931865" y="5434840"/>
                </a:lnTo>
                <a:lnTo>
                  <a:pt x="10945910" y="5403238"/>
                </a:lnTo>
                <a:lnTo>
                  <a:pt x="10957615" y="5369294"/>
                </a:lnTo>
                <a:lnTo>
                  <a:pt x="10968149" y="5335351"/>
                </a:lnTo>
                <a:lnTo>
                  <a:pt x="10977513" y="5299067"/>
                </a:lnTo>
                <a:lnTo>
                  <a:pt x="10986876" y="5263953"/>
                </a:lnTo>
                <a:lnTo>
                  <a:pt x="10997410" y="5228839"/>
                </a:lnTo>
                <a:lnTo>
                  <a:pt x="11009115" y="5194896"/>
                </a:lnTo>
                <a:lnTo>
                  <a:pt x="11023160" y="5163294"/>
                </a:lnTo>
                <a:lnTo>
                  <a:pt x="11039547" y="5134032"/>
                </a:lnTo>
                <a:lnTo>
                  <a:pt x="11060615" y="5108282"/>
                </a:lnTo>
                <a:lnTo>
                  <a:pt x="11084024" y="5081362"/>
                </a:lnTo>
                <a:lnTo>
                  <a:pt x="11110945" y="5057952"/>
                </a:lnTo>
                <a:lnTo>
                  <a:pt x="11139036" y="5035714"/>
                </a:lnTo>
                <a:lnTo>
                  <a:pt x="11169468" y="5013475"/>
                </a:lnTo>
                <a:lnTo>
                  <a:pt x="11198729" y="4991236"/>
                </a:lnTo>
                <a:lnTo>
                  <a:pt x="11226820" y="4968998"/>
                </a:lnTo>
                <a:lnTo>
                  <a:pt x="11253741" y="4944418"/>
                </a:lnTo>
                <a:lnTo>
                  <a:pt x="11277150" y="4919838"/>
                </a:lnTo>
                <a:lnTo>
                  <a:pt x="11297048" y="4891747"/>
                </a:lnTo>
                <a:lnTo>
                  <a:pt x="11312264" y="4862486"/>
                </a:lnTo>
                <a:lnTo>
                  <a:pt x="11322798" y="4827372"/>
                </a:lnTo>
                <a:lnTo>
                  <a:pt x="11327480" y="4791088"/>
                </a:lnTo>
                <a:lnTo>
                  <a:pt x="11328650" y="4753633"/>
                </a:lnTo>
                <a:lnTo>
                  <a:pt x="11325139" y="4713838"/>
                </a:lnTo>
                <a:lnTo>
                  <a:pt x="11320457" y="4674042"/>
                </a:lnTo>
                <a:lnTo>
                  <a:pt x="11314605" y="4634247"/>
                </a:lnTo>
                <a:lnTo>
                  <a:pt x="11309923" y="4594451"/>
                </a:lnTo>
                <a:lnTo>
                  <a:pt x="11307582" y="4554655"/>
                </a:lnTo>
                <a:lnTo>
                  <a:pt x="11307582" y="4516030"/>
                </a:lnTo>
                <a:lnTo>
                  <a:pt x="11312264" y="4479746"/>
                </a:lnTo>
                <a:lnTo>
                  <a:pt x="11321628" y="4443462"/>
                </a:lnTo>
                <a:lnTo>
                  <a:pt x="11335673" y="4409519"/>
                </a:lnTo>
                <a:lnTo>
                  <a:pt x="11354400" y="4374405"/>
                </a:lnTo>
                <a:lnTo>
                  <a:pt x="11373128" y="4339291"/>
                </a:lnTo>
                <a:lnTo>
                  <a:pt x="11394196" y="4304177"/>
                </a:lnTo>
                <a:lnTo>
                  <a:pt x="11414094" y="4270234"/>
                </a:lnTo>
                <a:lnTo>
                  <a:pt x="11431650" y="4233950"/>
                </a:lnTo>
                <a:lnTo>
                  <a:pt x="11445696" y="4198836"/>
                </a:lnTo>
                <a:lnTo>
                  <a:pt x="11455060" y="4162552"/>
                </a:lnTo>
                <a:lnTo>
                  <a:pt x="11458571" y="4125097"/>
                </a:lnTo>
                <a:lnTo>
                  <a:pt x="11455060" y="4087643"/>
                </a:lnTo>
                <a:lnTo>
                  <a:pt x="11445696" y="4051358"/>
                </a:lnTo>
                <a:lnTo>
                  <a:pt x="11431650" y="4016245"/>
                </a:lnTo>
                <a:lnTo>
                  <a:pt x="11414094" y="3979961"/>
                </a:lnTo>
                <a:lnTo>
                  <a:pt x="11394196" y="3946017"/>
                </a:lnTo>
                <a:lnTo>
                  <a:pt x="11373128" y="3910903"/>
                </a:lnTo>
                <a:lnTo>
                  <a:pt x="11354400" y="3875790"/>
                </a:lnTo>
                <a:lnTo>
                  <a:pt x="11335673" y="3840676"/>
                </a:lnTo>
                <a:lnTo>
                  <a:pt x="11321628" y="3806733"/>
                </a:lnTo>
                <a:lnTo>
                  <a:pt x="11312264" y="3770449"/>
                </a:lnTo>
                <a:lnTo>
                  <a:pt x="11307582" y="3734164"/>
                </a:lnTo>
                <a:lnTo>
                  <a:pt x="11307582" y="3695539"/>
                </a:lnTo>
                <a:lnTo>
                  <a:pt x="11309923" y="3655744"/>
                </a:lnTo>
                <a:lnTo>
                  <a:pt x="11314605" y="3615948"/>
                </a:lnTo>
                <a:lnTo>
                  <a:pt x="11320457" y="3576152"/>
                </a:lnTo>
                <a:lnTo>
                  <a:pt x="11325139" y="3536357"/>
                </a:lnTo>
                <a:lnTo>
                  <a:pt x="11328650" y="3496561"/>
                </a:lnTo>
                <a:lnTo>
                  <a:pt x="11327480" y="3459107"/>
                </a:lnTo>
                <a:lnTo>
                  <a:pt x="11322798" y="3422822"/>
                </a:lnTo>
                <a:lnTo>
                  <a:pt x="11312264" y="3387709"/>
                </a:lnTo>
                <a:lnTo>
                  <a:pt x="11297048" y="3358447"/>
                </a:lnTo>
                <a:lnTo>
                  <a:pt x="11277150" y="3330356"/>
                </a:lnTo>
                <a:lnTo>
                  <a:pt x="11253741" y="3305777"/>
                </a:lnTo>
                <a:lnTo>
                  <a:pt x="11226820" y="3281197"/>
                </a:lnTo>
                <a:lnTo>
                  <a:pt x="11198729" y="3258958"/>
                </a:lnTo>
                <a:lnTo>
                  <a:pt x="11169468" y="3236720"/>
                </a:lnTo>
                <a:lnTo>
                  <a:pt x="11139036" y="3214481"/>
                </a:lnTo>
                <a:lnTo>
                  <a:pt x="11110945" y="3192242"/>
                </a:lnTo>
                <a:lnTo>
                  <a:pt x="11084024" y="3168833"/>
                </a:lnTo>
                <a:lnTo>
                  <a:pt x="11060615" y="3141913"/>
                </a:lnTo>
                <a:lnTo>
                  <a:pt x="11039547" y="3116162"/>
                </a:lnTo>
                <a:lnTo>
                  <a:pt x="11023160" y="3086901"/>
                </a:lnTo>
                <a:lnTo>
                  <a:pt x="11009115" y="3055299"/>
                </a:lnTo>
                <a:lnTo>
                  <a:pt x="10997410" y="3021355"/>
                </a:lnTo>
                <a:lnTo>
                  <a:pt x="10986876" y="2986242"/>
                </a:lnTo>
                <a:lnTo>
                  <a:pt x="10977513" y="2951128"/>
                </a:lnTo>
                <a:lnTo>
                  <a:pt x="10968149" y="2914844"/>
                </a:lnTo>
                <a:lnTo>
                  <a:pt x="10957615" y="2880900"/>
                </a:lnTo>
                <a:lnTo>
                  <a:pt x="10945910" y="2846957"/>
                </a:lnTo>
                <a:lnTo>
                  <a:pt x="10931865" y="2815355"/>
                </a:lnTo>
                <a:lnTo>
                  <a:pt x="10914308" y="2787264"/>
                </a:lnTo>
                <a:lnTo>
                  <a:pt x="10893240" y="2761514"/>
                </a:lnTo>
                <a:lnTo>
                  <a:pt x="10867490" y="2740445"/>
                </a:lnTo>
                <a:lnTo>
                  <a:pt x="10839399" y="2722888"/>
                </a:lnTo>
                <a:lnTo>
                  <a:pt x="10807796" y="2708843"/>
                </a:lnTo>
                <a:lnTo>
                  <a:pt x="10773853" y="2697138"/>
                </a:lnTo>
                <a:lnTo>
                  <a:pt x="10739910" y="2686604"/>
                </a:lnTo>
                <a:lnTo>
                  <a:pt x="10703626" y="2677241"/>
                </a:lnTo>
                <a:lnTo>
                  <a:pt x="10668512" y="2667877"/>
                </a:lnTo>
                <a:lnTo>
                  <a:pt x="10633398" y="2657343"/>
                </a:lnTo>
                <a:lnTo>
                  <a:pt x="10599455" y="2645638"/>
                </a:lnTo>
                <a:lnTo>
                  <a:pt x="10567852" y="2631593"/>
                </a:lnTo>
                <a:lnTo>
                  <a:pt x="10538591" y="2615206"/>
                </a:lnTo>
                <a:lnTo>
                  <a:pt x="10512841" y="2594138"/>
                </a:lnTo>
                <a:lnTo>
                  <a:pt x="10485920" y="2570729"/>
                </a:lnTo>
                <a:lnTo>
                  <a:pt x="10462511" y="2543808"/>
                </a:lnTo>
                <a:lnTo>
                  <a:pt x="10440272" y="2515717"/>
                </a:lnTo>
                <a:lnTo>
                  <a:pt x="10418034" y="2486456"/>
                </a:lnTo>
                <a:lnTo>
                  <a:pt x="10395795" y="2457194"/>
                </a:lnTo>
                <a:lnTo>
                  <a:pt x="10373556" y="2429103"/>
                </a:lnTo>
                <a:lnTo>
                  <a:pt x="10348977" y="2402183"/>
                </a:lnTo>
                <a:lnTo>
                  <a:pt x="10324397" y="2378774"/>
                </a:lnTo>
                <a:lnTo>
                  <a:pt x="10296306" y="2358876"/>
                </a:lnTo>
                <a:lnTo>
                  <a:pt x="10267044" y="2343660"/>
                </a:lnTo>
                <a:lnTo>
                  <a:pt x="10231931" y="2333126"/>
                </a:lnTo>
                <a:lnTo>
                  <a:pt x="10195647" y="2328444"/>
                </a:lnTo>
                <a:lnTo>
                  <a:pt x="10158192" y="2327274"/>
                </a:lnTo>
                <a:lnTo>
                  <a:pt x="10118396" y="2330785"/>
                </a:lnTo>
                <a:lnTo>
                  <a:pt x="10078601" y="2335467"/>
                </a:lnTo>
                <a:lnTo>
                  <a:pt x="10038805" y="2341319"/>
                </a:lnTo>
                <a:lnTo>
                  <a:pt x="9999010" y="2346001"/>
                </a:lnTo>
                <a:lnTo>
                  <a:pt x="9959214" y="2348342"/>
                </a:lnTo>
                <a:lnTo>
                  <a:pt x="9920589" y="2348342"/>
                </a:lnTo>
                <a:lnTo>
                  <a:pt x="9884305" y="2343660"/>
                </a:lnTo>
                <a:lnTo>
                  <a:pt x="9846850" y="2334296"/>
                </a:lnTo>
                <a:lnTo>
                  <a:pt x="9812907" y="2320251"/>
                </a:lnTo>
                <a:lnTo>
                  <a:pt x="9777793" y="2301524"/>
                </a:lnTo>
                <a:lnTo>
                  <a:pt x="9742679" y="2282796"/>
                </a:lnTo>
                <a:lnTo>
                  <a:pt x="9707566" y="2261728"/>
                </a:lnTo>
                <a:lnTo>
                  <a:pt x="9673622" y="2241830"/>
                </a:lnTo>
                <a:lnTo>
                  <a:pt x="9637338" y="2224273"/>
                </a:lnTo>
                <a:lnTo>
                  <a:pt x="9602224" y="2210228"/>
                </a:lnTo>
                <a:lnTo>
                  <a:pt x="9565940" y="2200864"/>
                </a:lnTo>
                <a:lnTo>
                  <a:pt x="9528486" y="2197353"/>
                </a:lnTo>
                <a:close/>
              </a:path>
            </a:pathLst>
          </a:custGeom>
          <a:solidFill>
            <a:schemeClr val="bg2"/>
          </a:solidFill>
          <a:ln w="10160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7C247D25-EBEB-3774-CC7B-CC106DB6A8EB}"/>
              </a:ext>
            </a:extLst>
          </p:cNvPr>
          <p:cNvSpPr>
            <a:spLocks noGrp="1"/>
          </p:cNvSpPr>
          <p:nvPr>
            <p:ph type="title"/>
          </p:nvPr>
        </p:nvSpPr>
        <p:spPr>
          <a:xfrm>
            <a:off x="1251678" y="518380"/>
            <a:ext cx="10178322" cy="1158022"/>
          </a:xfrm>
        </p:spPr>
        <p:txBody>
          <a:bodyPr>
            <a:normAutofit/>
          </a:bodyPr>
          <a:lstStyle/>
          <a:p>
            <a:r>
              <a:rPr lang="en-US" dirty="0">
                <a:latin typeface="Avenir Book" panose="02000503020000020003" pitchFamily="2" charset="0"/>
              </a:rPr>
              <a:t>What is property dualism?</a:t>
            </a:r>
          </a:p>
        </p:txBody>
      </p:sp>
      <p:sp>
        <p:nvSpPr>
          <p:cNvPr id="12" name="Freeform 6">
            <a:extLst>
              <a:ext uri="{FF2B5EF4-FFF2-40B4-BE49-F238E27FC236}">
                <a16:creationId xmlns:a16="http://schemas.microsoft.com/office/drawing/2014/main" id="{0D3B0D10-EF29-472A-8E3D-EBEDDD162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3" name="Content Placeholder 2">
            <a:extLst>
              <a:ext uri="{FF2B5EF4-FFF2-40B4-BE49-F238E27FC236}">
                <a16:creationId xmlns:a16="http://schemas.microsoft.com/office/drawing/2014/main" id="{EB257B7A-5320-F9CC-D432-90E887E19368}"/>
              </a:ext>
            </a:extLst>
          </p:cNvPr>
          <p:cNvSpPr>
            <a:spLocks noGrp="1"/>
          </p:cNvSpPr>
          <p:nvPr>
            <p:ph idx="1"/>
          </p:nvPr>
        </p:nvSpPr>
        <p:spPr>
          <a:xfrm>
            <a:off x="1188386" y="1591059"/>
            <a:ext cx="5916733" cy="4608576"/>
          </a:xfrm>
        </p:spPr>
        <p:txBody>
          <a:bodyPr>
            <a:normAutofit fontScale="92500" lnSpcReduction="10000"/>
          </a:bodyPr>
          <a:lstStyle/>
          <a:p>
            <a:pPr marL="0" indent="0" algn="just">
              <a:lnSpc>
                <a:spcPct val="150000"/>
              </a:lnSpc>
              <a:buNone/>
            </a:pPr>
            <a:r>
              <a:rPr lang="en-GB"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Key thesis: Property dualism is the thesis that there is only one category of substance, physical substance, but that there are two categories of properties, physical and mental properties. As regards consciousness, the mind needs the brain as a physical substance in order to exist; however, the brain has both physical properties, such as its size, and weight (for example it might be 1 kilo). It also has mental properties such as being elated or seeing a bright colour. Property dualism is an umbrella term which covers several theories. </a:t>
            </a:r>
            <a:endParaRPr lang="en-US" dirty="0">
              <a:solidFill>
                <a:schemeClr val="tx1"/>
              </a:solidFill>
              <a:latin typeface="Avenir Book" panose="02000503020000020003" pitchFamily="2" charset="0"/>
            </a:endParaRPr>
          </a:p>
        </p:txBody>
      </p:sp>
      <p:sp>
        <p:nvSpPr>
          <p:cNvPr id="14" name="Rectangle 13">
            <a:extLst>
              <a:ext uri="{FF2B5EF4-FFF2-40B4-BE49-F238E27FC236}">
                <a16:creationId xmlns:a16="http://schemas.microsoft.com/office/drawing/2014/main" id="{44FF49E3-3CF7-467D-BE04-86D18D249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71524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472DF-2038-007B-57B8-F36006B1E584}"/>
              </a:ext>
            </a:extLst>
          </p:cNvPr>
          <p:cNvSpPr>
            <a:spLocks noGrp="1"/>
          </p:cNvSpPr>
          <p:nvPr>
            <p:ph type="title"/>
          </p:nvPr>
        </p:nvSpPr>
        <p:spPr>
          <a:xfrm>
            <a:off x="1251678" y="382385"/>
            <a:ext cx="10178322" cy="1492132"/>
          </a:xfrm>
        </p:spPr>
        <p:txBody>
          <a:bodyPr anchor="ctr">
            <a:normAutofit/>
          </a:bodyPr>
          <a:lstStyle/>
          <a:p>
            <a:r>
              <a:rPr lang="en-US">
                <a:latin typeface="Optima" panose="02000503060000020004" pitchFamily="2" charset="0"/>
              </a:rPr>
              <a:t>There are two categories of property dualism</a:t>
            </a:r>
          </a:p>
        </p:txBody>
      </p:sp>
      <p:graphicFrame>
        <p:nvGraphicFramePr>
          <p:cNvPr id="5" name="Content Placeholder 2">
            <a:extLst>
              <a:ext uri="{FF2B5EF4-FFF2-40B4-BE49-F238E27FC236}">
                <a16:creationId xmlns:a16="http://schemas.microsoft.com/office/drawing/2014/main" id="{E4BEDED7-4F18-ADF3-73F2-312CC4FFE64E}"/>
              </a:ext>
            </a:extLst>
          </p:cNvPr>
          <p:cNvGraphicFramePr>
            <a:graphicFrameLocks noGrp="1"/>
          </p:cNvGraphicFramePr>
          <p:nvPr>
            <p:ph idx="1"/>
            <p:extLst>
              <p:ext uri="{D42A27DB-BD31-4B8C-83A1-F6EECF244321}">
                <p14:modId xmlns:p14="http://schemas.microsoft.com/office/powerpoint/2010/main" val="1895196989"/>
              </p:ext>
            </p:extLst>
          </p:nvPr>
        </p:nvGraphicFramePr>
        <p:xfrm>
          <a:off x="1250950" y="2286000"/>
          <a:ext cx="10178322" cy="3557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9605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screen shot of a computer screen&#10;&#10;Description automatically generated">
            <a:extLst>
              <a:ext uri="{FF2B5EF4-FFF2-40B4-BE49-F238E27FC236}">
                <a16:creationId xmlns:a16="http://schemas.microsoft.com/office/drawing/2014/main" id="{2D958D64-E9DA-38F6-EBC7-EAEE62CD0CBE}"/>
              </a:ext>
            </a:extLst>
          </p:cNvPr>
          <p:cNvPicPr>
            <a:picLocks noChangeAspect="1"/>
          </p:cNvPicPr>
          <p:nvPr/>
        </p:nvPicPr>
        <p:blipFill rotWithShape="1">
          <a:blip r:embed="rId2"/>
          <a:srcRect t="65" b="7137"/>
          <a:stretch/>
        </p:blipFill>
        <p:spPr>
          <a:xfrm>
            <a:off x="7110386" y="2034713"/>
            <a:ext cx="4691752" cy="4353895"/>
          </a:xfrm>
          <a:prstGeom prst="rect">
            <a:avLst/>
          </a:prstGeom>
        </p:spPr>
      </p:pic>
      <p:sp>
        <p:nvSpPr>
          <p:cNvPr id="10" name="Freeform 8">
            <a:extLst>
              <a:ext uri="{FF2B5EF4-FFF2-40B4-BE49-F238E27FC236}">
                <a16:creationId xmlns:a16="http://schemas.microsoft.com/office/drawing/2014/main" id="{438E2B1E-5364-451C-8B5F-2D1BFF5A6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9528486 w 12192000"/>
              <a:gd name="connsiteY5" fmla="*/ 2197353 h 6858000"/>
              <a:gd name="connsiteX6" fmla="*/ 9491031 w 12192000"/>
              <a:gd name="connsiteY6" fmla="*/ 2200864 h 6858000"/>
              <a:gd name="connsiteX7" fmla="*/ 9454747 w 12192000"/>
              <a:gd name="connsiteY7" fmla="*/ 2210228 h 6858000"/>
              <a:gd name="connsiteX8" fmla="*/ 9419633 w 12192000"/>
              <a:gd name="connsiteY8" fmla="*/ 2224273 h 6858000"/>
              <a:gd name="connsiteX9" fmla="*/ 9383349 w 12192000"/>
              <a:gd name="connsiteY9" fmla="*/ 2241830 h 6858000"/>
              <a:gd name="connsiteX10" fmla="*/ 9349405 w 12192000"/>
              <a:gd name="connsiteY10" fmla="*/ 2261728 h 6858000"/>
              <a:gd name="connsiteX11" fmla="*/ 9314292 w 12192000"/>
              <a:gd name="connsiteY11" fmla="*/ 2282796 h 6858000"/>
              <a:gd name="connsiteX12" fmla="*/ 9279178 w 12192000"/>
              <a:gd name="connsiteY12" fmla="*/ 2301524 h 6858000"/>
              <a:gd name="connsiteX13" fmla="*/ 9244064 w 12192000"/>
              <a:gd name="connsiteY13" fmla="*/ 2320251 h 6858000"/>
              <a:gd name="connsiteX14" fmla="*/ 9208950 w 12192000"/>
              <a:gd name="connsiteY14" fmla="*/ 2334296 h 6858000"/>
              <a:gd name="connsiteX15" fmla="*/ 9172666 w 12192000"/>
              <a:gd name="connsiteY15" fmla="*/ 2343660 h 6858000"/>
              <a:gd name="connsiteX16" fmla="*/ 9136382 w 12192000"/>
              <a:gd name="connsiteY16" fmla="*/ 2348342 h 6858000"/>
              <a:gd name="connsiteX17" fmla="*/ 9097757 w 12192000"/>
              <a:gd name="connsiteY17" fmla="*/ 2348342 h 6858000"/>
              <a:gd name="connsiteX18" fmla="*/ 9057961 w 12192000"/>
              <a:gd name="connsiteY18" fmla="*/ 2346001 h 6858000"/>
              <a:gd name="connsiteX19" fmla="*/ 9018166 w 12192000"/>
              <a:gd name="connsiteY19" fmla="*/ 2341319 h 6858000"/>
              <a:gd name="connsiteX20" fmla="*/ 8978370 w 12192000"/>
              <a:gd name="connsiteY20" fmla="*/ 2335467 h 6858000"/>
              <a:gd name="connsiteX21" fmla="*/ 8938575 w 12192000"/>
              <a:gd name="connsiteY21" fmla="*/ 2330785 h 6858000"/>
              <a:gd name="connsiteX22" fmla="*/ 8898779 w 12192000"/>
              <a:gd name="connsiteY22" fmla="*/ 2327274 h 6858000"/>
              <a:gd name="connsiteX23" fmla="*/ 8861324 w 12192000"/>
              <a:gd name="connsiteY23" fmla="*/ 2328444 h 6858000"/>
              <a:gd name="connsiteX24" fmla="*/ 8825040 w 12192000"/>
              <a:gd name="connsiteY24" fmla="*/ 2333126 h 6858000"/>
              <a:gd name="connsiteX25" fmla="*/ 8789926 w 12192000"/>
              <a:gd name="connsiteY25" fmla="*/ 2343660 h 6858000"/>
              <a:gd name="connsiteX26" fmla="*/ 8760665 w 12192000"/>
              <a:gd name="connsiteY26" fmla="*/ 2358876 h 6858000"/>
              <a:gd name="connsiteX27" fmla="*/ 8732574 w 12192000"/>
              <a:gd name="connsiteY27" fmla="*/ 2378774 h 6858000"/>
              <a:gd name="connsiteX28" fmla="*/ 8707994 w 12192000"/>
              <a:gd name="connsiteY28" fmla="*/ 2402183 h 6858000"/>
              <a:gd name="connsiteX29" fmla="*/ 8683415 w 12192000"/>
              <a:gd name="connsiteY29" fmla="*/ 2429103 h 6858000"/>
              <a:gd name="connsiteX30" fmla="*/ 8661176 w 12192000"/>
              <a:gd name="connsiteY30" fmla="*/ 2457194 h 6858000"/>
              <a:gd name="connsiteX31" fmla="*/ 8638937 w 12192000"/>
              <a:gd name="connsiteY31" fmla="*/ 2486456 h 6858000"/>
              <a:gd name="connsiteX32" fmla="*/ 8616699 w 12192000"/>
              <a:gd name="connsiteY32" fmla="*/ 2515717 h 6858000"/>
              <a:gd name="connsiteX33" fmla="*/ 8594460 w 12192000"/>
              <a:gd name="connsiteY33" fmla="*/ 2543808 h 6858000"/>
              <a:gd name="connsiteX34" fmla="*/ 8571051 w 12192000"/>
              <a:gd name="connsiteY34" fmla="*/ 2570729 h 6858000"/>
              <a:gd name="connsiteX35" fmla="*/ 8544130 w 12192000"/>
              <a:gd name="connsiteY35" fmla="*/ 2594138 h 6858000"/>
              <a:gd name="connsiteX36" fmla="*/ 8518380 w 12192000"/>
              <a:gd name="connsiteY36" fmla="*/ 2615206 h 6858000"/>
              <a:gd name="connsiteX37" fmla="*/ 8489119 w 12192000"/>
              <a:gd name="connsiteY37" fmla="*/ 2631593 h 6858000"/>
              <a:gd name="connsiteX38" fmla="*/ 8457516 w 12192000"/>
              <a:gd name="connsiteY38" fmla="*/ 2645638 h 6858000"/>
              <a:gd name="connsiteX39" fmla="*/ 8423573 w 12192000"/>
              <a:gd name="connsiteY39" fmla="*/ 2657343 h 6858000"/>
              <a:gd name="connsiteX40" fmla="*/ 8388459 w 12192000"/>
              <a:gd name="connsiteY40" fmla="*/ 2667877 h 6858000"/>
              <a:gd name="connsiteX41" fmla="*/ 8353346 w 12192000"/>
              <a:gd name="connsiteY41" fmla="*/ 2677241 h 6858000"/>
              <a:gd name="connsiteX42" fmla="*/ 8317062 w 12192000"/>
              <a:gd name="connsiteY42" fmla="*/ 2686604 h 6858000"/>
              <a:gd name="connsiteX43" fmla="*/ 8283118 w 12192000"/>
              <a:gd name="connsiteY43" fmla="*/ 2697138 h 6858000"/>
              <a:gd name="connsiteX44" fmla="*/ 8249175 w 12192000"/>
              <a:gd name="connsiteY44" fmla="*/ 2708843 h 6858000"/>
              <a:gd name="connsiteX45" fmla="*/ 8217573 w 12192000"/>
              <a:gd name="connsiteY45" fmla="*/ 2722888 h 6858000"/>
              <a:gd name="connsiteX46" fmla="*/ 8189482 w 12192000"/>
              <a:gd name="connsiteY46" fmla="*/ 2740445 h 6858000"/>
              <a:gd name="connsiteX47" fmla="*/ 8163732 w 12192000"/>
              <a:gd name="connsiteY47" fmla="*/ 2761514 h 6858000"/>
              <a:gd name="connsiteX48" fmla="*/ 8142663 w 12192000"/>
              <a:gd name="connsiteY48" fmla="*/ 2787264 h 6858000"/>
              <a:gd name="connsiteX49" fmla="*/ 8125106 w 12192000"/>
              <a:gd name="connsiteY49" fmla="*/ 2815355 h 6858000"/>
              <a:gd name="connsiteX50" fmla="*/ 8111061 w 12192000"/>
              <a:gd name="connsiteY50" fmla="*/ 2846957 h 6858000"/>
              <a:gd name="connsiteX51" fmla="*/ 8099356 w 12192000"/>
              <a:gd name="connsiteY51" fmla="*/ 2880900 h 6858000"/>
              <a:gd name="connsiteX52" fmla="*/ 8088822 w 12192000"/>
              <a:gd name="connsiteY52" fmla="*/ 2914844 h 6858000"/>
              <a:gd name="connsiteX53" fmla="*/ 8079459 w 12192000"/>
              <a:gd name="connsiteY53" fmla="*/ 2951128 h 6858000"/>
              <a:gd name="connsiteX54" fmla="*/ 8070095 w 12192000"/>
              <a:gd name="connsiteY54" fmla="*/ 2986242 h 6858000"/>
              <a:gd name="connsiteX55" fmla="*/ 8059561 w 12192000"/>
              <a:gd name="connsiteY55" fmla="*/ 3021355 h 6858000"/>
              <a:gd name="connsiteX56" fmla="*/ 8047856 w 12192000"/>
              <a:gd name="connsiteY56" fmla="*/ 3055299 h 6858000"/>
              <a:gd name="connsiteX57" fmla="*/ 8033811 w 12192000"/>
              <a:gd name="connsiteY57" fmla="*/ 3086901 h 6858000"/>
              <a:gd name="connsiteX58" fmla="*/ 8017424 w 12192000"/>
              <a:gd name="connsiteY58" fmla="*/ 3116162 h 6858000"/>
              <a:gd name="connsiteX59" fmla="*/ 7996356 w 12192000"/>
              <a:gd name="connsiteY59" fmla="*/ 3141913 h 6858000"/>
              <a:gd name="connsiteX60" fmla="*/ 7972947 w 12192000"/>
              <a:gd name="connsiteY60" fmla="*/ 3168833 h 6858000"/>
              <a:gd name="connsiteX61" fmla="*/ 7946026 w 12192000"/>
              <a:gd name="connsiteY61" fmla="*/ 3192242 h 6858000"/>
              <a:gd name="connsiteX62" fmla="*/ 7916765 w 12192000"/>
              <a:gd name="connsiteY62" fmla="*/ 3214481 h 6858000"/>
              <a:gd name="connsiteX63" fmla="*/ 7887503 w 12192000"/>
              <a:gd name="connsiteY63" fmla="*/ 3236720 h 6858000"/>
              <a:gd name="connsiteX64" fmla="*/ 7858242 w 12192000"/>
              <a:gd name="connsiteY64" fmla="*/ 3258958 h 6858000"/>
              <a:gd name="connsiteX65" fmla="*/ 7830151 w 12192000"/>
              <a:gd name="connsiteY65" fmla="*/ 3281197 h 6858000"/>
              <a:gd name="connsiteX66" fmla="*/ 7803230 w 12192000"/>
              <a:gd name="connsiteY66" fmla="*/ 3305777 h 6858000"/>
              <a:gd name="connsiteX67" fmla="*/ 7779821 w 12192000"/>
              <a:gd name="connsiteY67" fmla="*/ 3330356 h 6858000"/>
              <a:gd name="connsiteX68" fmla="*/ 7759923 w 12192000"/>
              <a:gd name="connsiteY68" fmla="*/ 3358447 h 6858000"/>
              <a:gd name="connsiteX69" fmla="*/ 7744708 w 12192000"/>
              <a:gd name="connsiteY69" fmla="*/ 3387709 h 6858000"/>
              <a:gd name="connsiteX70" fmla="*/ 7734173 w 12192000"/>
              <a:gd name="connsiteY70" fmla="*/ 3422822 h 6858000"/>
              <a:gd name="connsiteX71" fmla="*/ 7729492 w 12192000"/>
              <a:gd name="connsiteY71" fmla="*/ 3459107 h 6858000"/>
              <a:gd name="connsiteX72" fmla="*/ 7728321 w 12192000"/>
              <a:gd name="connsiteY72" fmla="*/ 3496561 h 6858000"/>
              <a:gd name="connsiteX73" fmla="*/ 7731832 w 12192000"/>
              <a:gd name="connsiteY73" fmla="*/ 3536357 h 6858000"/>
              <a:gd name="connsiteX74" fmla="*/ 7736514 w 12192000"/>
              <a:gd name="connsiteY74" fmla="*/ 3576152 h 6858000"/>
              <a:gd name="connsiteX75" fmla="*/ 7742367 w 12192000"/>
              <a:gd name="connsiteY75" fmla="*/ 3615948 h 6858000"/>
              <a:gd name="connsiteX76" fmla="*/ 7747048 w 12192000"/>
              <a:gd name="connsiteY76" fmla="*/ 3655744 h 6858000"/>
              <a:gd name="connsiteX77" fmla="*/ 7749389 w 12192000"/>
              <a:gd name="connsiteY77" fmla="*/ 3695539 h 6858000"/>
              <a:gd name="connsiteX78" fmla="*/ 7749389 w 12192000"/>
              <a:gd name="connsiteY78" fmla="*/ 3734164 h 6858000"/>
              <a:gd name="connsiteX79" fmla="*/ 7744708 w 12192000"/>
              <a:gd name="connsiteY79" fmla="*/ 3770449 h 6858000"/>
              <a:gd name="connsiteX80" fmla="*/ 7735344 w 12192000"/>
              <a:gd name="connsiteY80" fmla="*/ 3806733 h 6858000"/>
              <a:gd name="connsiteX81" fmla="*/ 7721298 w 12192000"/>
              <a:gd name="connsiteY81" fmla="*/ 3840676 h 6858000"/>
              <a:gd name="connsiteX82" fmla="*/ 7703741 w 12192000"/>
              <a:gd name="connsiteY82" fmla="*/ 3875790 h 6858000"/>
              <a:gd name="connsiteX83" fmla="*/ 7683844 w 12192000"/>
              <a:gd name="connsiteY83" fmla="*/ 3910903 h 6858000"/>
              <a:gd name="connsiteX84" fmla="*/ 7662775 w 12192000"/>
              <a:gd name="connsiteY84" fmla="*/ 3946017 h 6858000"/>
              <a:gd name="connsiteX85" fmla="*/ 7642878 w 12192000"/>
              <a:gd name="connsiteY85" fmla="*/ 3979961 h 6858000"/>
              <a:gd name="connsiteX86" fmla="*/ 7625321 w 12192000"/>
              <a:gd name="connsiteY86" fmla="*/ 4016245 h 6858000"/>
              <a:gd name="connsiteX87" fmla="*/ 7611275 w 12192000"/>
              <a:gd name="connsiteY87" fmla="*/ 4051358 h 6858000"/>
              <a:gd name="connsiteX88" fmla="*/ 7601912 w 12192000"/>
              <a:gd name="connsiteY88" fmla="*/ 4087643 h 6858000"/>
              <a:gd name="connsiteX89" fmla="*/ 7598400 w 12192000"/>
              <a:gd name="connsiteY89" fmla="*/ 4125097 h 6858000"/>
              <a:gd name="connsiteX90" fmla="*/ 7601912 w 12192000"/>
              <a:gd name="connsiteY90" fmla="*/ 4162552 h 6858000"/>
              <a:gd name="connsiteX91" fmla="*/ 7611275 w 12192000"/>
              <a:gd name="connsiteY91" fmla="*/ 4198836 h 6858000"/>
              <a:gd name="connsiteX92" fmla="*/ 7625321 w 12192000"/>
              <a:gd name="connsiteY92" fmla="*/ 4233950 h 6858000"/>
              <a:gd name="connsiteX93" fmla="*/ 7642878 w 12192000"/>
              <a:gd name="connsiteY93" fmla="*/ 4270234 h 6858000"/>
              <a:gd name="connsiteX94" fmla="*/ 7662775 w 12192000"/>
              <a:gd name="connsiteY94" fmla="*/ 4304177 h 6858000"/>
              <a:gd name="connsiteX95" fmla="*/ 7683844 w 12192000"/>
              <a:gd name="connsiteY95" fmla="*/ 4339291 h 6858000"/>
              <a:gd name="connsiteX96" fmla="*/ 7703741 w 12192000"/>
              <a:gd name="connsiteY96" fmla="*/ 4374405 h 6858000"/>
              <a:gd name="connsiteX97" fmla="*/ 7721298 w 12192000"/>
              <a:gd name="connsiteY97" fmla="*/ 4409519 h 6858000"/>
              <a:gd name="connsiteX98" fmla="*/ 7735344 w 12192000"/>
              <a:gd name="connsiteY98" fmla="*/ 4443462 h 6858000"/>
              <a:gd name="connsiteX99" fmla="*/ 7744708 w 12192000"/>
              <a:gd name="connsiteY99" fmla="*/ 4479746 h 6858000"/>
              <a:gd name="connsiteX100" fmla="*/ 7749389 w 12192000"/>
              <a:gd name="connsiteY100" fmla="*/ 4516030 h 6858000"/>
              <a:gd name="connsiteX101" fmla="*/ 7749389 w 12192000"/>
              <a:gd name="connsiteY101" fmla="*/ 4554655 h 6858000"/>
              <a:gd name="connsiteX102" fmla="*/ 7747048 w 12192000"/>
              <a:gd name="connsiteY102" fmla="*/ 4594451 h 6858000"/>
              <a:gd name="connsiteX103" fmla="*/ 7742367 w 12192000"/>
              <a:gd name="connsiteY103" fmla="*/ 4634247 h 6858000"/>
              <a:gd name="connsiteX104" fmla="*/ 7736514 w 12192000"/>
              <a:gd name="connsiteY104" fmla="*/ 4674042 h 6858000"/>
              <a:gd name="connsiteX105" fmla="*/ 7731832 w 12192000"/>
              <a:gd name="connsiteY105" fmla="*/ 4713838 h 6858000"/>
              <a:gd name="connsiteX106" fmla="*/ 7728321 w 12192000"/>
              <a:gd name="connsiteY106" fmla="*/ 4753633 h 6858000"/>
              <a:gd name="connsiteX107" fmla="*/ 7729492 w 12192000"/>
              <a:gd name="connsiteY107" fmla="*/ 4791088 h 6858000"/>
              <a:gd name="connsiteX108" fmla="*/ 7734173 w 12192000"/>
              <a:gd name="connsiteY108" fmla="*/ 4827372 h 6858000"/>
              <a:gd name="connsiteX109" fmla="*/ 7744708 w 12192000"/>
              <a:gd name="connsiteY109" fmla="*/ 4862486 h 6858000"/>
              <a:gd name="connsiteX110" fmla="*/ 7759923 w 12192000"/>
              <a:gd name="connsiteY110" fmla="*/ 4891747 h 6858000"/>
              <a:gd name="connsiteX111" fmla="*/ 7779821 w 12192000"/>
              <a:gd name="connsiteY111" fmla="*/ 4919838 h 6858000"/>
              <a:gd name="connsiteX112" fmla="*/ 7803230 w 12192000"/>
              <a:gd name="connsiteY112" fmla="*/ 4944418 h 6858000"/>
              <a:gd name="connsiteX113" fmla="*/ 7830151 w 12192000"/>
              <a:gd name="connsiteY113" fmla="*/ 4968998 h 6858000"/>
              <a:gd name="connsiteX114" fmla="*/ 7858242 w 12192000"/>
              <a:gd name="connsiteY114" fmla="*/ 4991236 h 6858000"/>
              <a:gd name="connsiteX115" fmla="*/ 7887503 w 12192000"/>
              <a:gd name="connsiteY115" fmla="*/ 5013475 h 6858000"/>
              <a:gd name="connsiteX116" fmla="*/ 7916765 w 12192000"/>
              <a:gd name="connsiteY116" fmla="*/ 5035714 h 6858000"/>
              <a:gd name="connsiteX117" fmla="*/ 7946026 w 12192000"/>
              <a:gd name="connsiteY117" fmla="*/ 5057952 h 6858000"/>
              <a:gd name="connsiteX118" fmla="*/ 7972947 w 12192000"/>
              <a:gd name="connsiteY118" fmla="*/ 5081362 h 6858000"/>
              <a:gd name="connsiteX119" fmla="*/ 7996356 w 12192000"/>
              <a:gd name="connsiteY119" fmla="*/ 5108282 h 6858000"/>
              <a:gd name="connsiteX120" fmla="*/ 8017424 w 12192000"/>
              <a:gd name="connsiteY120" fmla="*/ 5134032 h 6858000"/>
              <a:gd name="connsiteX121" fmla="*/ 8033811 w 12192000"/>
              <a:gd name="connsiteY121" fmla="*/ 5163294 h 6858000"/>
              <a:gd name="connsiteX122" fmla="*/ 8047856 w 12192000"/>
              <a:gd name="connsiteY122" fmla="*/ 5194896 h 6858000"/>
              <a:gd name="connsiteX123" fmla="*/ 8059561 w 12192000"/>
              <a:gd name="connsiteY123" fmla="*/ 5228839 h 6858000"/>
              <a:gd name="connsiteX124" fmla="*/ 8070095 w 12192000"/>
              <a:gd name="connsiteY124" fmla="*/ 5263953 h 6858000"/>
              <a:gd name="connsiteX125" fmla="*/ 8079459 w 12192000"/>
              <a:gd name="connsiteY125" fmla="*/ 5299067 h 6858000"/>
              <a:gd name="connsiteX126" fmla="*/ 8088822 w 12192000"/>
              <a:gd name="connsiteY126" fmla="*/ 5335351 h 6858000"/>
              <a:gd name="connsiteX127" fmla="*/ 8099356 w 12192000"/>
              <a:gd name="connsiteY127" fmla="*/ 5369294 h 6858000"/>
              <a:gd name="connsiteX128" fmla="*/ 8111061 w 12192000"/>
              <a:gd name="connsiteY128" fmla="*/ 5403238 h 6858000"/>
              <a:gd name="connsiteX129" fmla="*/ 8125106 w 12192000"/>
              <a:gd name="connsiteY129" fmla="*/ 5434840 h 6858000"/>
              <a:gd name="connsiteX130" fmla="*/ 8142663 w 12192000"/>
              <a:gd name="connsiteY130" fmla="*/ 5462931 h 6858000"/>
              <a:gd name="connsiteX131" fmla="*/ 8163732 w 12192000"/>
              <a:gd name="connsiteY131" fmla="*/ 5488681 h 6858000"/>
              <a:gd name="connsiteX132" fmla="*/ 8189482 w 12192000"/>
              <a:gd name="connsiteY132" fmla="*/ 5509749 h 6858000"/>
              <a:gd name="connsiteX133" fmla="*/ 8217573 w 12192000"/>
              <a:gd name="connsiteY133" fmla="*/ 5527306 h 6858000"/>
              <a:gd name="connsiteX134" fmla="*/ 8249175 w 12192000"/>
              <a:gd name="connsiteY134" fmla="*/ 5541352 h 6858000"/>
              <a:gd name="connsiteX135" fmla="*/ 8283118 w 12192000"/>
              <a:gd name="connsiteY135" fmla="*/ 5553056 h 6858000"/>
              <a:gd name="connsiteX136" fmla="*/ 8317062 w 12192000"/>
              <a:gd name="connsiteY136" fmla="*/ 5563590 h 6858000"/>
              <a:gd name="connsiteX137" fmla="*/ 8353346 w 12192000"/>
              <a:gd name="connsiteY137" fmla="*/ 5572954 h 6858000"/>
              <a:gd name="connsiteX138" fmla="*/ 8388459 w 12192000"/>
              <a:gd name="connsiteY138" fmla="*/ 5582318 h 6858000"/>
              <a:gd name="connsiteX139" fmla="*/ 8423573 w 12192000"/>
              <a:gd name="connsiteY139" fmla="*/ 5592852 h 6858000"/>
              <a:gd name="connsiteX140" fmla="*/ 8457516 w 12192000"/>
              <a:gd name="connsiteY140" fmla="*/ 5604556 h 6858000"/>
              <a:gd name="connsiteX141" fmla="*/ 8489119 w 12192000"/>
              <a:gd name="connsiteY141" fmla="*/ 5618602 h 6858000"/>
              <a:gd name="connsiteX142" fmla="*/ 8518380 w 12192000"/>
              <a:gd name="connsiteY142" fmla="*/ 5634988 h 6858000"/>
              <a:gd name="connsiteX143" fmla="*/ 8544130 w 12192000"/>
              <a:gd name="connsiteY143" fmla="*/ 5656057 h 6858000"/>
              <a:gd name="connsiteX144" fmla="*/ 8571051 w 12192000"/>
              <a:gd name="connsiteY144" fmla="*/ 5679466 h 6858000"/>
              <a:gd name="connsiteX145" fmla="*/ 8594460 w 12192000"/>
              <a:gd name="connsiteY145" fmla="*/ 5706386 h 6858000"/>
              <a:gd name="connsiteX146" fmla="*/ 8616699 w 12192000"/>
              <a:gd name="connsiteY146" fmla="*/ 5734477 h 6858000"/>
              <a:gd name="connsiteX147" fmla="*/ 8638937 w 12192000"/>
              <a:gd name="connsiteY147" fmla="*/ 5763739 h 6858000"/>
              <a:gd name="connsiteX148" fmla="*/ 8661176 w 12192000"/>
              <a:gd name="connsiteY148" fmla="*/ 5793000 h 6858000"/>
              <a:gd name="connsiteX149" fmla="*/ 8683415 w 12192000"/>
              <a:gd name="connsiteY149" fmla="*/ 5821091 h 6858000"/>
              <a:gd name="connsiteX150" fmla="*/ 8707994 w 12192000"/>
              <a:gd name="connsiteY150" fmla="*/ 5848012 h 6858000"/>
              <a:gd name="connsiteX151" fmla="*/ 8732574 w 12192000"/>
              <a:gd name="connsiteY151" fmla="*/ 5871421 h 6858000"/>
              <a:gd name="connsiteX152" fmla="*/ 8760665 w 12192000"/>
              <a:gd name="connsiteY152" fmla="*/ 5891319 h 6858000"/>
              <a:gd name="connsiteX153" fmla="*/ 8789926 w 12192000"/>
              <a:gd name="connsiteY153" fmla="*/ 5906535 h 6858000"/>
              <a:gd name="connsiteX154" fmla="*/ 8825040 w 12192000"/>
              <a:gd name="connsiteY154" fmla="*/ 5917069 h 6858000"/>
              <a:gd name="connsiteX155" fmla="*/ 8861324 w 12192000"/>
              <a:gd name="connsiteY155" fmla="*/ 5921751 h 6858000"/>
              <a:gd name="connsiteX156" fmla="*/ 8898779 w 12192000"/>
              <a:gd name="connsiteY156" fmla="*/ 5922921 h 6858000"/>
              <a:gd name="connsiteX157" fmla="*/ 8938575 w 12192000"/>
              <a:gd name="connsiteY157" fmla="*/ 5919410 h 6858000"/>
              <a:gd name="connsiteX158" fmla="*/ 8978370 w 12192000"/>
              <a:gd name="connsiteY158" fmla="*/ 5914728 h 6858000"/>
              <a:gd name="connsiteX159" fmla="*/ 9018166 w 12192000"/>
              <a:gd name="connsiteY159" fmla="*/ 5908876 h 6858000"/>
              <a:gd name="connsiteX160" fmla="*/ 9057961 w 12192000"/>
              <a:gd name="connsiteY160" fmla="*/ 5904194 h 6858000"/>
              <a:gd name="connsiteX161" fmla="*/ 9097757 w 12192000"/>
              <a:gd name="connsiteY161" fmla="*/ 5901853 h 6858000"/>
              <a:gd name="connsiteX162" fmla="*/ 9136382 w 12192000"/>
              <a:gd name="connsiteY162" fmla="*/ 5901853 h 6858000"/>
              <a:gd name="connsiteX163" fmla="*/ 9172666 w 12192000"/>
              <a:gd name="connsiteY163" fmla="*/ 5906535 h 6858000"/>
              <a:gd name="connsiteX164" fmla="*/ 9208950 w 12192000"/>
              <a:gd name="connsiteY164" fmla="*/ 5915898 h 6858000"/>
              <a:gd name="connsiteX165" fmla="*/ 9244064 w 12192000"/>
              <a:gd name="connsiteY165" fmla="*/ 5929944 h 6858000"/>
              <a:gd name="connsiteX166" fmla="*/ 9279178 w 12192000"/>
              <a:gd name="connsiteY166" fmla="*/ 5948671 h 6858000"/>
              <a:gd name="connsiteX167" fmla="*/ 9314292 w 12192000"/>
              <a:gd name="connsiteY167" fmla="*/ 5967398 h 6858000"/>
              <a:gd name="connsiteX168" fmla="*/ 9349405 w 12192000"/>
              <a:gd name="connsiteY168" fmla="*/ 5988467 h 6858000"/>
              <a:gd name="connsiteX169" fmla="*/ 9383349 w 12192000"/>
              <a:gd name="connsiteY169" fmla="*/ 6008364 h 6858000"/>
              <a:gd name="connsiteX170" fmla="*/ 9419633 w 12192000"/>
              <a:gd name="connsiteY170" fmla="*/ 6025921 h 6858000"/>
              <a:gd name="connsiteX171" fmla="*/ 9454747 w 12192000"/>
              <a:gd name="connsiteY171" fmla="*/ 6039967 h 6858000"/>
              <a:gd name="connsiteX172" fmla="*/ 9491031 w 12192000"/>
              <a:gd name="connsiteY172" fmla="*/ 6049331 h 6858000"/>
              <a:gd name="connsiteX173" fmla="*/ 9528486 w 12192000"/>
              <a:gd name="connsiteY173" fmla="*/ 6052842 h 6858000"/>
              <a:gd name="connsiteX174" fmla="*/ 9565940 w 12192000"/>
              <a:gd name="connsiteY174" fmla="*/ 6049331 h 6858000"/>
              <a:gd name="connsiteX175" fmla="*/ 9602224 w 12192000"/>
              <a:gd name="connsiteY175" fmla="*/ 6039967 h 6858000"/>
              <a:gd name="connsiteX176" fmla="*/ 9637338 w 12192000"/>
              <a:gd name="connsiteY176" fmla="*/ 6025921 h 6858000"/>
              <a:gd name="connsiteX177" fmla="*/ 9673622 w 12192000"/>
              <a:gd name="connsiteY177" fmla="*/ 6008364 h 6858000"/>
              <a:gd name="connsiteX178" fmla="*/ 9707566 w 12192000"/>
              <a:gd name="connsiteY178" fmla="*/ 5988467 h 6858000"/>
              <a:gd name="connsiteX179" fmla="*/ 9742679 w 12192000"/>
              <a:gd name="connsiteY179" fmla="*/ 5967398 h 6858000"/>
              <a:gd name="connsiteX180" fmla="*/ 9777793 w 12192000"/>
              <a:gd name="connsiteY180" fmla="*/ 5948671 h 6858000"/>
              <a:gd name="connsiteX181" fmla="*/ 9812907 w 12192000"/>
              <a:gd name="connsiteY181" fmla="*/ 5929944 h 6858000"/>
              <a:gd name="connsiteX182" fmla="*/ 9846850 w 12192000"/>
              <a:gd name="connsiteY182" fmla="*/ 5915898 h 6858000"/>
              <a:gd name="connsiteX183" fmla="*/ 9884305 w 12192000"/>
              <a:gd name="connsiteY183" fmla="*/ 5906535 h 6858000"/>
              <a:gd name="connsiteX184" fmla="*/ 9920589 w 12192000"/>
              <a:gd name="connsiteY184" fmla="*/ 5901853 h 6858000"/>
              <a:gd name="connsiteX185" fmla="*/ 9959214 w 12192000"/>
              <a:gd name="connsiteY185" fmla="*/ 5901853 h 6858000"/>
              <a:gd name="connsiteX186" fmla="*/ 9999010 w 12192000"/>
              <a:gd name="connsiteY186" fmla="*/ 5904194 h 6858000"/>
              <a:gd name="connsiteX187" fmla="*/ 10038805 w 12192000"/>
              <a:gd name="connsiteY187" fmla="*/ 5908876 h 6858000"/>
              <a:gd name="connsiteX188" fmla="*/ 10078601 w 12192000"/>
              <a:gd name="connsiteY188" fmla="*/ 5914728 h 6858000"/>
              <a:gd name="connsiteX189" fmla="*/ 10118396 w 12192000"/>
              <a:gd name="connsiteY189" fmla="*/ 5919410 h 6858000"/>
              <a:gd name="connsiteX190" fmla="*/ 10158192 w 12192000"/>
              <a:gd name="connsiteY190" fmla="*/ 5922921 h 6858000"/>
              <a:gd name="connsiteX191" fmla="*/ 10195647 w 12192000"/>
              <a:gd name="connsiteY191" fmla="*/ 5921751 h 6858000"/>
              <a:gd name="connsiteX192" fmla="*/ 10231931 w 12192000"/>
              <a:gd name="connsiteY192" fmla="*/ 5917069 h 6858000"/>
              <a:gd name="connsiteX193" fmla="*/ 10267044 w 12192000"/>
              <a:gd name="connsiteY193" fmla="*/ 5906535 h 6858000"/>
              <a:gd name="connsiteX194" fmla="*/ 10296306 w 12192000"/>
              <a:gd name="connsiteY194" fmla="*/ 5891319 h 6858000"/>
              <a:gd name="connsiteX195" fmla="*/ 10324397 w 12192000"/>
              <a:gd name="connsiteY195" fmla="*/ 5871421 h 6858000"/>
              <a:gd name="connsiteX196" fmla="*/ 10348977 w 12192000"/>
              <a:gd name="connsiteY196" fmla="*/ 5848012 h 6858000"/>
              <a:gd name="connsiteX197" fmla="*/ 10373556 w 12192000"/>
              <a:gd name="connsiteY197" fmla="*/ 5821091 h 6858000"/>
              <a:gd name="connsiteX198" fmla="*/ 10395795 w 12192000"/>
              <a:gd name="connsiteY198" fmla="*/ 5793000 h 6858000"/>
              <a:gd name="connsiteX199" fmla="*/ 10418034 w 12192000"/>
              <a:gd name="connsiteY199" fmla="*/ 5763739 h 6858000"/>
              <a:gd name="connsiteX200" fmla="*/ 10440272 w 12192000"/>
              <a:gd name="connsiteY200" fmla="*/ 5734477 h 6858000"/>
              <a:gd name="connsiteX201" fmla="*/ 10462511 w 12192000"/>
              <a:gd name="connsiteY201" fmla="*/ 5706386 h 6858000"/>
              <a:gd name="connsiteX202" fmla="*/ 10485920 w 12192000"/>
              <a:gd name="connsiteY202" fmla="*/ 5679466 h 6858000"/>
              <a:gd name="connsiteX203" fmla="*/ 10512841 w 12192000"/>
              <a:gd name="connsiteY203" fmla="*/ 5656057 h 6858000"/>
              <a:gd name="connsiteX204" fmla="*/ 10538591 w 12192000"/>
              <a:gd name="connsiteY204" fmla="*/ 5634988 h 6858000"/>
              <a:gd name="connsiteX205" fmla="*/ 10567852 w 12192000"/>
              <a:gd name="connsiteY205" fmla="*/ 5618602 h 6858000"/>
              <a:gd name="connsiteX206" fmla="*/ 10599455 w 12192000"/>
              <a:gd name="connsiteY206" fmla="*/ 5604556 h 6858000"/>
              <a:gd name="connsiteX207" fmla="*/ 10633398 w 12192000"/>
              <a:gd name="connsiteY207" fmla="*/ 5592852 h 6858000"/>
              <a:gd name="connsiteX208" fmla="*/ 10668512 w 12192000"/>
              <a:gd name="connsiteY208" fmla="*/ 5582318 h 6858000"/>
              <a:gd name="connsiteX209" fmla="*/ 10703626 w 12192000"/>
              <a:gd name="connsiteY209" fmla="*/ 5572954 h 6858000"/>
              <a:gd name="connsiteX210" fmla="*/ 10739910 w 12192000"/>
              <a:gd name="connsiteY210" fmla="*/ 5563590 h 6858000"/>
              <a:gd name="connsiteX211" fmla="*/ 10773853 w 12192000"/>
              <a:gd name="connsiteY211" fmla="*/ 5553056 h 6858000"/>
              <a:gd name="connsiteX212" fmla="*/ 10807796 w 12192000"/>
              <a:gd name="connsiteY212" fmla="*/ 5541352 h 6858000"/>
              <a:gd name="connsiteX213" fmla="*/ 10839399 w 12192000"/>
              <a:gd name="connsiteY213" fmla="*/ 5527306 h 6858000"/>
              <a:gd name="connsiteX214" fmla="*/ 10867490 w 12192000"/>
              <a:gd name="connsiteY214" fmla="*/ 5509749 h 6858000"/>
              <a:gd name="connsiteX215" fmla="*/ 10893240 w 12192000"/>
              <a:gd name="connsiteY215" fmla="*/ 5488681 h 6858000"/>
              <a:gd name="connsiteX216" fmla="*/ 10914308 w 12192000"/>
              <a:gd name="connsiteY216" fmla="*/ 5462931 h 6858000"/>
              <a:gd name="connsiteX217" fmla="*/ 10931865 w 12192000"/>
              <a:gd name="connsiteY217" fmla="*/ 5434840 h 6858000"/>
              <a:gd name="connsiteX218" fmla="*/ 10945910 w 12192000"/>
              <a:gd name="connsiteY218" fmla="*/ 5403238 h 6858000"/>
              <a:gd name="connsiteX219" fmla="*/ 10957615 w 12192000"/>
              <a:gd name="connsiteY219" fmla="*/ 5369294 h 6858000"/>
              <a:gd name="connsiteX220" fmla="*/ 10968149 w 12192000"/>
              <a:gd name="connsiteY220" fmla="*/ 5335351 h 6858000"/>
              <a:gd name="connsiteX221" fmla="*/ 10977513 w 12192000"/>
              <a:gd name="connsiteY221" fmla="*/ 5299067 h 6858000"/>
              <a:gd name="connsiteX222" fmla="*/ 10986876 w 12192000"/>
              <a:gd name="connsiteY222" fmla="*/ 5263953 h 6858000"/>
              <a:gd name="connsiteX223" fmla="*/ 10997410 w 12192000"/>
              <a:gd name="connsiteY223" fmla="*/ 5228839 h 6858000"/>
              <a:gd name="connsiteX224" fmla="*/ 11009115 w 12192000"/>
              <a:gd name="connsiteY224" fmla="*/ 5194896 h 6858000"/>
              <a:gd name="connsiteX225" fmla="*/ 11023160 w 12192000"/>
              <a:gd name="connsiteY225" fmla="*/ 5163294 h 6858000"/>
              <a:gd name="connsiteX226" fmla="*/ 11039547 w 12192000"/>
              <a:gd name="connsiteY226" fmla="*/ 5134032 h 6858000"/>
              <a:gd name="connsiteX227" fmla="*/ 11060615 w 12192000"/>
              <a:gd name="connsiteY227" fmla="*/ 5108282 h 6858000"/>
              <a:gd name="connsiteX228" fmla="*/ 11084024 w 12192000"/>
              <a:gd name="connsiteY228" fmla="*/ 5081362 h 6858000"/>
              <a:gd name="connsiteX229" fmla="*/ 11110945 w 12192000"/>
              <a:gd name="connsiteY229" fmla="*/ 5057952 h 6858000"/>
              <a:gd name="connsiteX230" fmla="*/ 11139036 w 12192000"/>
              <a:gd name="connsiteY230" fmla="*/ 5035714 h 6858000"/>
              <a:gd name="connsiteX231" fmla="*/ 11169468 w 12192000"/>
              <a:gd name="connsiteY231" fmla="*/ 5013475 h 6858000"/>
              <a:gd name="connsiteX232" fmla="*/ 11198729 w 12192000"/>
              <a:gd name="connsiteY232" fmla="*/ 4991236 h 6858000"/>
              <a:gd name="connsiteX233" fmla="*/ 11226820 w 12192000"/>
              <a:gd name="connsiteY233" fmla="*/ 4968998 h 6858000"/>
              <a:gd name="connsiteX234" fmla="*/ 11253741 w 12192000"/>
              <a:gd name="connsiteY234" fmla="*/ 4944418 h 6858000"/>
              <a:gd name="connsiteX235" fmla="*/ 11277150 w 12192000"/>
              <a:gd name="connsiteY235" fmla="*/ 4919838 h 6858000"/>
              <a:gd name="connsiteX236" fmla="*/ 11297048 w 12192000"/>
              <a:gd name="connsiteY236" fmla="*/ 4891747 h 6858000"/>
              <a:gd name="connsiteX237" fmla="*/ 11312264 w 12192000"/>
              <a:gd name="connsiteY237" fmla="*/ 4862486 h 6858000"/>
              <a:gd name="connsiteX238" fmla="*/ 11322798 w 12192000"/>
              <a:gd name="connsiteY238" fmla="*/ 4827372 h 6858000"/>
              <a:gd name="connsiteX239" fmla="*/ 11327480 w 12192000"/>
              <a:gd name="connsiteY239" fmla="*/ 4791088 h 6858000"/>
              <a:gd name="connsiteX240" fmla="*/ 11328650 w 12192000"/>
              <a:gd name="connsiteY240" fmla="*/ 4753633 h 6858000"/>
              <a:gd name="connsiteX241" fmla="*/ 11325139 w 12192000"/>
              <a:gd name="connsiteY241" fmla="*/ 4713838 h 6858000"/>
              <a:gd name="connsiteX242" fmla="*/ 11320457 w 12192000"/>
              <a:gd name="connsiteY242" fmla="*/ 4674042 h 6858000"/>
              <a:gd name="connsiteX243" fmla="*/ 11314605 w 12192000"/>
              <a:gd name="connsiteY243" fmla="*/ 4634247 h 6858000"/>
              <a:gd name="connsiteX244" fmla="*/ 11309923 w 12192000"/>
              <a:gd name="connsiteY244" fmla="*/ 4594451 h 6858000"/>
              <a:gd name="connsiteX245" fmla="*/ 11307582 w 12192000"/>
              <a:gd name="connsiteY245" fmla="*/ 4554655 h 6858000"/>
              <a:gd name="connsiteX246" fmla="*/ 11307582 w 12192000"/>
              <a:gd name="connsiteY246" fmla="*/ 4516030 h 6858000"/>
              <a:gd name="connsiteX247" fmla="*/ 11312264 w 12192000"/>
              <a:gd name="connsiteY247" fmla="*/ 4479746 h 6858000"/>
              <a:gd name="connsiteX248" fmla="*/ 11321628 w 12192000"/>
              <a:gd name="connsiteY248" fmla="*/ 4443462 h 6858000"/>
              <a:gd name="connsiteX249" fmla="*/ 11335673 w 12192000"/>
              <a:gd name="connsiteY249" fmla="*/ 4409519 h 6858000"/>
              <a:gd name="connsiteX250" fmla="*/ 11354400 w 12192000"/>
              <a:gd name="connsiteY250" fmla="*/ 4374405 h 6858000"/>
              <a:gd name="connsiteX251" fmla="*/ 11373128 w 12192000"/>
              <a:gd name="connsiteY251" fmla="*/ 4339291 h 6858000"/>
              <a:gd name="connsiteX252" fmla="*/ 11394196 w 12192000"/>
              <a:gd name="connsiteY252" fmla="*/ 4304177 h 6858000"/>
              <a:gd name="connsiteX253" fmla="*/ 11414094 w 12192000"/>
              <a:gd name="connsiteY253" fmla="*/ 4270234 h 6858000"/>
              <a:gd name="connsiteX254" fmla="*/ 11431650 w 12192000"/>
              <a:gd name="connsiteY254" fmla="*/ 4233950 h 6858000"/>
              <a:gd name="connsiteX255" fmla="*/ 11445696 w 12192000"/>
              <a:gd name="connsiteY255" fmla="*/ 4198836 h 6858000"/>
              <a:gd name="connsiteX256" fmla="*/ 11455060 w 12192000"/>
              <a:gd name="connsiteY256" fmla="*/ 4162552 h 6858000"/>
              <a:gd name="connsiteX257" fmla="*/ 11458571 w 12192000"/>
              <a:gd name="connsiteY257" fmla="*/ 4125097 h 6858000"/>
              <a:gd name="connsiteX258" fmla="*/ 11455060 w 12192000"/>
              <a:gd name="connsiteY258" fmla="*/ 4087643 h 6858000"/>
              <a:gd name="connsiteX259" fmla="*/ 11445696 w 12192000"/>
              <a:gd name="connsiteY259" fmla="*/ 4051358 h 6858000"/>
              <a:gd name="connsiteX260" fmla="*/ 11431650 w 12192000"/>
              <a:gd name="connsiteY260" fmla="*/ 4016245 h 6858000"/>
              <a:gd name="connsiteX261" fmla="*/ 11414094 w 12192000"/>
              <a:gd name="connsiteY261" fmla="*/ 3979961 h 6858000"/>
              <a:gd name="connsiteX262" fmla="*/ 11394196 w 12192000"/>
              <a:gd name="connsiteY262" fmla="*/ 3946017 h 6858000"/>
              <a:gd name="connsiteX263" fmla="*/ 11373128 w 12192000"/>
              <a:gd name="connsiteY263" fmla="*/ 3910903 h 6858000"/>
              <a:gd name="connsiteX264" fmla="*/ 11354400 w 12192000"/>
              <a:gd name="connsiteY264" fmla="*/ 3875790 h 6858000"/>
              <a:gd name="connsiteX265" fmla="*/ 11335673 w 12192000"/>
              <a:gd name="connsiteY265" fmla="*/ 3840676 h 6858000"/>
              <a:gd name="connsiteX266" fmla="*/ 11321628 w 12192000"/>
              <a:gd name="connsiteY266" fmla="*/ 3806733 h 6858000"/>
              <a:gd name="connsiteX267" fmla="*/ 11312264 w 12192000"/>
              <a:gd name="connsiteY267" fmla="*/ 3770449 h 6858000"/>
              <a:gd name="connsiteX268" fmla="*/ 11307582 w 12192000"/>
              <a:gd name="connsiteY268" fmla="*/ 3734164 h 6858000"/>
              <a:gd name="connsiteX269" fmla="*/ 11307582 w 12192000"/>
              <a:gd name="connsiteY269" fmla="*/ 3695539 h 6858000"/>
              <a:gd name="connsiteX270" fmla="*/ 11309923 w 12192000"/>
              <a:gd name="connsiteY270" fmla="*/ 3655744 h 6858000"/>
              <a:gd name="connsiteX271" fmla="*/ 11314605 w 12192000"/>
              <a:gd name="connsiteY271" fmla="*/ 3615948 h 6858000"/>
              <a:gd name="connsiteX272" fmla="*/ 11320457 w 12192000"/>
              <a:gd name="connsiteY272" fmla="*/ 3576152 h 6858000"/>
              <a:gd name="connsiteX273" fmla="*/ 11325139 w 12192000"/>
              <a:gd name="connsiteY273" fmla="*/ 3536357 h 6858000"/>
              <a:gd name="connsiteX274" fmla="*/ 11328650 w 12192000"/>
              <a:gd name="connsiteY274" fmla="*/ 3496561 h 6858000"/>
              <a:gd name="connsiteX275" fmla="*/ 11327480 w 12192000"/>
              <a:gd name="connsiteY275" fmla="*/ 3459107 h 6858000"/>
              <a:gd name="connsiteX276" fmla="*/ 11322798 w 12192000"/>
              <a:gd name="connsiteY276" fmla="*/ 3422822 h 6858000"/>
              <a:gd name="connsiteX277" fmla="*/ 11312264 w 12192000"/>
              <a:gd name="connsiteY277" fmla="*/ 3387709 h 6858000"/>
              <a:gd name="connsiteX278" fmla="*/ 11297048 w 12192000"/>
              <a:gd name="connsiteY278" fmla="*/ 3358447 h 6858000"/>
              <a:gd name="connsiteX279" fmla="*/ 11277150 w 12192000"/>
              <a:gd name="connsiteY279" fmla="*/ 3330356 h 6858000"/>
              <a:gd name="connsiteX280" fmla="*/ 11253741 w 12192000"/>
              <a:gd name="connsiteY280" fmla="*/ 3305777 h 6858000"/>
              <a:gd name="connsiteX281" fmla="*/ 11226820 w 12192000"/>
              <a:gd name="connsiteY281" fmla="*/ 3281197 h 6858000"/>
              <a:gd name="connsiteX282" fmla="*/ 11198729 w 12192000"/>
              <a:gd name="connsiteY282" fmla="*/ 3258958 h 6858000"/>
              <a:gd name="connsiteX283" fmla="*/ 11169468 w 12192000"/>
              <a:gd name="connsiteY283" fmla="*/ 3236720 h 6858000"/>
              <a:gd name="connsiteX284" fmla="*/ 11139036 w 12192000"/>
              <a:gd name="connsiteY284" fmla="*/ 3214481 h 6858000"/>
              <a:gd name="connsiteX285" fmla="*/ 11110945 w 12192000"/>
              <a:gd name="connsiteY285" fmla="*/ 3192242 h 6858000"/>
              <a:gd name="connsiteX286" fmla="*/ 11084024 w 12192000"/>
              <a:gd name="connsiteY286" fmla="*/ 3168833 h 6858000"/>
              <a:gd name="connsiteX287" fmla="*/ 11060615 w 12192000"/>
              <a:gd name="connsiteY287" fmla="*/ 3141913 h 6858000"/>
              <a:gd name="connsiteX288" fmla="*/ 11039547 w 12192000"/>
              <a:gd name="connsiteY288" fmla="*/ 3116162 h 6858000"/>
              <a:gd name="connsiteX289" fmla="*/ 11023160 w 12192000"/>
              <a:gd name="connsiteY289" fmla="*/ 3086901 h 6858000"/>
              <a:gd name="connsiteX290" fmla="*/ 11009115 w 12192000"/>
              <a:gd name="connsiteY290" fmla="*/ 3055299 h 6858000"/>
              <a:gd name="connsiteX291" fmla="*/ 10997410 w 12192000"/>
              <a:gd name="connsiteY291" fmla="*/ 3021355 h 6858000"/>
              <a:gd name="connsiteX292" fmla="*/ 10986876 w 12192000"/>
              <a:gd name="connsiteY292" fmla="*/ 2986242 h 6858000"/>
              <a:gd name="connsiteX293" fmla="*/ 10977513 w 12192000"/>
              <a:gd name="connsiteY293" fmla="*/ 2951128 h 6858000"/>
              <a:gd name="connsiteX294" fmla="*/ 10968149 w 12192000"/>
              <a:gd name="connsiteY294" fmla="*/ 2914844 h 6858000"/>
              <a:gd name="connsiteX295" fmla="*/ 10957615 w 12192000"/>
              <a:gd name="connsiteY295" fmla="*/ 2880900 h 6858000"/>
              <a:gd name="connsiteX296" fmla="*/ 10945910 w 12192000"/>
              <a:gd name="connsiteY296" fmla="*/ 2846957 h 6858000"/>
              <a:gd name="connsiteX297" fmla="*/ 10931865 w 12192000"/>
              <a:gd name="connsiteY297" fmla="*/ 2815355 h 6858000"/>
              <a:gd name="connsiteX298" fmla="*/ 10914308 w 12192000"/>
              <a:gd name="connsiteY298" fmla="*/ 2787264 h 6858000"/>
              <a:gd name="connsiteX299" fmla="*/ 10893240 w 12192000"/>
              <a:gd name="connsiteY299" fmla="*/ 2761514 h 6858000"/>
              <a:gd name="connsiteX300" fmla="*/ 10867490 w 12192000"/>
              <a:gd name="connsiteY300" fmla="*/ 2740445 h 6858000"/>
              <a:gd name="connsiteX301" fmla="*/ 10839399 w 12192000"/>
              <a:gd name="connsiteY301" fmla="*/ 2722888 h 6858000"/>
              <a:gd name="connsiteX302" fmla="*/ 10807796 w 12192000"/>
              <a:gd name="connsiteY302" fmla="*/ 2708843 h 6858000"/>
              <a:gd name="connsiteX303" fmla="*/ 10773853 w 12192000"/>
              <a:gd name="connsiteY303" fmla="*/ 2697138 h 6858000"/>
              <a:gd name="connsiteX304" fmla="*/ 10739910 w 12192000"/>
              <a:gd name="connsiteY304" fmla="*/ 2686604 h 6858000"/>
              <a:gd name="connsiteX305" fmla="*/ 10703626 w 12192000"/>
              <a:gd name="connsiteY305" fmla="*/ 2677241 h 6858000"/>
              <a:gd name="connsiteX306" fmla="*/ 10668512 w 12192000"/>
              <a:gd name="connsiteY306" fmla="*/ 2667877 h 6858000"/>
              <a:gd name="connsiteX307" fmla="*/ 10633398 w 12192000"/>
              <a:gd name="connsiteY307" fmla="*/ 2657343 h 6858000"/>
              <a:gd name="connsiteX308" fmla="*/ 10599455 w 12192000"/>
              <a:gd name="connsiteY308" fmla="*/ 2645638 h 6858000"/>
              <a:gd name="connsiteX309" fmla="*/ 10567852 w 12192000"/>
              <a:gd name="connsiteY309" fmla="*/ 2631593 h 6858000"/>
              <a:gd name="connsiteX310" fmla="*/ 10538591 w 12192000"/>
              <a:gd name="connsiteY310" fmla="*/ 2615206 h 6858000"/>
              <a:gd name="connsiteX311" fmla="*/ 10512841 w 12192000"/>
              <a:gd name="connsiteY311" fmla="*/ 2594138 h 6858000"/>
              <a:gd name="connsiteX312" fmla="*/ 10485920 w 12192000"/>
              <a:gd name="connsiteY312" fmla="*/ 2570729 h 6858000"/>
              <a:gd name="connsiteX313" fmla="*/ 10462511 w 12192000"/>
              <a:gd name="connsiteY313" fmla="*/ 2543808 h 6858000"/>
              <a:gd name="connsiteX314" fmla="*/ 10440272 w 12192000"/>
              <a:gd name="connsiteY314" fmla="*/ 2515717 h 6858000"/>
              <a:gd name="connsiteX315" fmla="*/ 10418034 w 12192000"/>
              <a:gd name="connsiteY315" fmla="*/ 2486456 h 6858000"/>
              <a:gd name="connsiteX316" fmla="*/ 10395795 w 12192000"/>
              <a:gd name="connsiteY316" fmla="*/ 2457194 h 6858000"/>
              <a:gd name="connsiteX317" fmla="*/ 10373556 w 12192000"/>
              <a:gd name="connsiteY317" fmla="*/ 2429103 h 6858000"/>
              <a:gd name="connsiteX318" fmla="*/ 10348977 w 12192000"/>
              <a:gd name="connsiteY318" fmla="*/ 2402183 h 6858000"/>
              <a:gd name="connsiteX319" fmla="*/ 10324397 w 12192000"/>
              <a:gd name="connsiteY319" fmla="*/ 2378774 h 6858000"/>
              <a:gd name="connsiteX320" fmla="*/ 10296306 w 12192000"/>
              <a:gd name="connsiteY320" fmla="*/ 2358876 h 6858000"/>
              <a:gd name="connsiteX321" fmla="*/ 10267044 w 12192000"/>
              <a:gd name="connsiteY321" fmla="*/ 2343660 h 6858000"/>
              <a:gd name="connsiteX322" fmla="*/ 10231931 w 12192000"/>
              <a:gd name="connsiteY322" fmla="*/ 2333126 h 6858000"/>
              <a:gd name="connsiteX323" fmla="*/ 10195647 w 12192000"/>
              <a:gd name="connsiteY323" fmla="*/ 2328444 h 6858000"/>
              <a:gd name="connsiteX324" fmla="*/ 10158192 w 12192000"/>
              <a:gd name="connsiteY324" fmla="*/ 2327274 h 6858000"/>
              <a:gd name="connsiteX325" fmla="*/ 10118396 w 12192000"/>
              <a:gd name="connsiteY325" fmla="*/ 2330785 h 6858000"/>
              <a:gd name="connsiteX326" fmla="*/ 10078601 w 12192000"/>
              <a:gd name="connsiteY326" fmla="*/ 2335467 h 6858000"/>
              <a:gd name="connsiteX327" fmla="*/ 10038805 w 12192000"/>
              <a:gd name="connsiteY327" fmla="*/ 2341319 h 6858000"/>
              <a:gd name="connsiteX328" fmla="*/ 9999010 w 12192000"/>
              <a:gd name="connsiteY328" fmla="*/ 2346001 h 6858000"/>
              <a:gd name="connsiteX329" fmla="*/ 9959214 w 12192000"/>
              <a:gd name="connsiteY329" fmla="*/ 2348342 h 6858000"/>
              <a:gd name="connsiteX330" fmla="*/ 9920589 w 12192000"/>
              <a:gd name="connsiteY330" fmla="*/ 2348342 h 6858000"/>
              <a:gd name="connsiteX331" fmla="*/ 9884305 w 12192000"/>
              <a:gd name="connsiteY331" fmla="*/ 2343660 h 6858000"/>
              <a:gd name="connsiteX332" fmla="*/ 9846850 w 12192000"/>
              <a:gd name="connsiteY332" fmla="*/ 2334296 h 6858000"/>
              <a:gd name="connsiteX333" fmla="*/ 9812907 w 12192000"/>
              <a:gd name="connsiteY333" fmla="*/ 2320251 h 6858000"/>
              <a:gd name="connsiteX334" fmla="*/ 9777793 w 12192000"/>
              <a:gd name="connsiteY334" fmla="*/ 2301524 h 6858000"/>
              <a:gd name="connsiteX335" fmla="*/ 9742679 w 12192000"/>
              <a:gd name="connsiteY335" fmla="*/ 2282796 h 6858000"/>
              <a:gd name="connsiteX336" fmla="*/ 9707566 w 12192000"/>
              <a:gd name="connsiteY336" fmla="*/ 2261728 h 6858000"/>
              <a:gd name="connsiteX337" fmla="*/ 9673622 w 12192000"/>
              <a:gd name="connsiteY337" fmla="*/ 2241830 h 6858000"/>
              <a:gd name="connsiteX338" fmla="*/ 9637338 w 12192000"/>
              <a:gd name="connsiteY338" fmla="*/ 2224273 h 6858000"/>
              <a:gd name="connsiteX339" fmla="*/ 9602224 w 12192000"/>
              <a:gd name="connsiteY339" fmla="*/ 2210228 h 6858000"/>
              <a:gd name="connsiteX340" fmla="*/ 9565940 w 12192000"/>
              <a:gd name="connsiteY340" fmla="*/ 2200864 h 6858000"/>
              <a:gd name="connsiteX341" fmla="*/ 9528486 w 12192000"/>
              <a:gd name="connsiteY341" fmla="*/ 21973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192000" h="6858000">
                <a:moveTo>
                  <a:pt x="0" y="0"/>
                </a:moveTo>
                <a:lnTo>
                  <a:pt x="12192000" y="0"/>
                </a:lnTo>
                <a:lnTo>
                  <a:pt x="12192000" y="6858000"/>
                </a:lnTo>
                <a:lnTo>
                  <a:pt x="0" y="6858000"/>
                </a:lnTo>
                <a:lnTo>
                  <a:pt x="0" y="0"/>
                </a:lnTo>
                <a:close/>
                <a:moveTo>
                  <a:pt x="9528486" y="2197353"/>
                </a:moveTo>
                <a:lnTo>
                  <a:pt x="9491031" y="2200864"/>
                </a:lnTo>
                <a:lnTo>
                  <a:pt x="9454747" y="2210228"/>
                </a:lnTo>
                <a:lnTo>
                  <a:pt x="9419633" y="2224273"/>
                </a:lnTo>
                <a:lnTo>
                  <a:pt x="9383349" y="2241830"/>
                </a:lnTo>
                <a:lnTo>
                  <a:pt x="9349405" y="2261728"/>
                </a:lnTo>
                <a:lnTo>
                  <a:pt x="9314292" y="2282796"/>
                </a:lnTo>
                <a:lnTo>
                  <a:pt x="9279178" y="2301524"/>
                </a:lnTo>
                <a:lnTo>
                  <a:pt x="9244064" y="2320251"/>
                </a:lnTo>
                <a:lnTo>
                  <a:pt x="9208950" y="2334296"/>
                </a:lnTo>
                <a:lnTo>
                  <a:pt x="9172666" y="2343660"/>
                </a:lnTo>
                <a:lnTo>
                  <a:pt x="9136382" y="2348342"/>
                </a:lnTo>
                <a:lnTo>
                  <a:pt x="9097757" y="2348342"/>
                </a:lnTo>
                <a:lnTo>
                  <a:pt x="9057961" y="2346001"/>
                </a:lnTo>
                <a:lnTo>
                  <a:pt x="9018166" y="2341319"/>
                </a:lnTo>
                <a:lnTo>
                  <a:pt x="8978370" y="2335467"/>
                </a:lnTo>
                <a:lnTo>
                  <a:pt x="8938575" y="2330785"/>
                </a:lnTo>
                <a:lnTo>
                  <a:pt x="8898779" y="2327274"/>
                </a:lnTo>
                <a:lnTo>
                  <a:pt x="8861324" y="2328444"/>
                </a:lnTo>
                <a:lnTo>
                  <a:pt x="8825040" y="2333126"/>
                </a:lnTo>
                <a:lnTo>
                  <a:pt x="8789926" y="2343660"/>
                </a:lnTo>
                <a:lnTo>
                  <a:pt x="8760665" y="2358876"/>
                </a:lnTo>
                <a:lnTo>
                  <a:pt x="8732574" y="2378774"/>
                </a:lnTo>
                <a:lnTo>
                  <a:pt x="8707994" y="2402183"/>
                </a:lnTo>
                <a:lnTo>
                  <a:pt x="8683415" y="2429103"/>
                </a:lnTo>
                <a:lnTo>
                  <a:pt x="8661176" y="2457194"/>
                </a:lnTo>
                <a:lnTo>
                  <a:pt x="8638937" y="2486456"/>
                </a:lnTo>
                <a:lnTo>
                  <a:pt x="8616699" y="2515717"/>
                </a:lnTo>
                <a:lnTo>
                  <a:pt x="8594460" y="2543808"/>
                </a:lnTo>
                <a:lnTo>
                  <a:pt x="8571051" y="2570729"/>
                </a:lnTo>
                <a:lnTo>
                  <a:pt x="8544130" y="2594138"/>
                </a:lnTo>
                <a:lnTo>
                  <a:pt x="8518380" y="2615206"/>
                </a:lnTo>
                <a:lnTo>
                  <a:pt x="8489119" y="2631593"/>
                </a:lnTo>
                <a:lnTo>
                  <a:pt x="8457516" y="2645638"/>
                </a:lnTo>
                <a:lnTo>
                  <a:pt x="8423573" y="2657343"/>
                </a:lnTo>
                <a:lnTo>
                  <a:pt x="8388459" y="2667877"/>
                </a:lnTo>
                <a:lnTo>
                  <a:pt x="8353346" y="2677241"/>
                </a:lnTo>
                <a:lnTo>
                  <a:pt x="8317062" y="2686604"/>
                </a:lnTo>
                <a:lnTo>
                  <a:pt x="8283118" y="2697138"/>
                </a:lnTo>
                <a:lnTo>
                  <a:pt x="8249175" y="2708843"/>
                </a:lnTo>
                <a:lnTo>
                  <a:pt x="8217573" y="2722888"/>
                </a:lnTo>
                <a:lnTo>
                  <a:pt x="8189482" y="2740445"/>
                </a:lnTo>
                <a:lnTo>
                  <a:pt x="8163732" y="2761514"/>
                </a:lnTo>
                <a:lnTo>
                  <a:pt x="8142663" y="2787264"/>
                </a:lnTo>
                <a:lnTo>
                  <a:pt x="8125106" y="2815355"/>
                </a:lnTo>
                <a:lnTo>
                  <a:pt x="8111061" y="2846957"/>
                </a:lnTo>
                <a:lnTo>
                  <a:pt x="8099356" y="2880900"/>
                </a:lnTo>
                <a:lnTo>
                  <a:pt x="8088822" y="2914844"/>
                </a:lnTo>
                <a:lnTo>
                  <a:pt x="8079459" y="2951128"/>
                </a:lnTo>
                <a:lnTo>
                  <a:pt x="8070095" y="2986242"/>
                </a:lnTo>
                <a:lnTo>
                  <a:pt x="8059561" y="3021355"/>
                </a:lnTo>
                <a:lnTo>
                  <a:pt x="8047856" y="3055299"/>
                </a:lnTo>
                <a:lnTo>
                  <a:pt x="8033811" y="3086901"/>
                </a:lnTo>
                <a:lnTo>
                  <a:pt x="8017424" y="3116162"/>
                </a:lnTo>
                <a:lnTo>
                  <a:pt x="7996356" y="3141913"/>
                </a:lnTo>
                <a:lnTo>
                  <a:pt x="7972947" y="3168833"/>
                </a:lnTo>
                <a:lnTo>
                  <a:pt x="7946026" y="3192242"/>
                </a:lnTo>
                <a:lnTo>
                  <a:pt x="7916765" y="3214481"/>
                </a:lnTo>
                <a:lnTo>
                  <a:pt x="7887503" y="3236720"/>
                </a:lnTo>
                <a:lnTo>
                  <a:pt x="7858242" y="3258958"/>
                </a:lnTo>
                <a:lnTo>
                  <a:pt x="7830151" y="3281197"/>
                </a:lnTo>
                <a:lnTo>
                  <a:pt x="7803230" y="3305777"/>
                </a:lnTo>
                <a:lnTo>
                  <a:pt x="7779821" y="3330356"/>
                </a:lnTo>
                <a:lnTo>
                  <a:pt x="7759923" y="3358447"/>
                </a:lnTo>
                <a:lnTo>
                  <a:pt x="7744708" y="3387709"/>
                </a:lnTo>
                <a:lnTo>
                  <a:pt x="7734173" y="3422822"/>
                </a:lnTo>
                <a:lnTo>
                  <a:pt x="7729492" y="3459107"/>
                </a:lnTo>
                <a:lnTo>
                  <a:pt x="7728321" y="3496561"/>
                </a:lnTo>
                <a:lnTo>
                  <a:pt x="7731832" y="3536357"/>
                </a:lnTo>
                <a:lnTo>
                  <a:pt x="7736514" y="3576152"/>
                </a:lnTo>
                <a:lnTo>
                  <a:pt x="7742367" y="3615948"/>
                </a:lnTo>
                <a:lnTo>
                  <a:pt x="7747048" y="3655744"/>
                </a:lnTo>
                <a:lnTo>
                  <a:pt x="7749389" y="3695539"/>
                </a:lnTo>
                <a:lnTo>
                  <a:pt x="7749389" y="3734164"/>
                </a:lnTo>
                <a:lnTo>
                  <a:pt x="7744708" y="3770449"/>
                </a:lnTo>
                <a:lnTo>
                  <a:pt x="7735344" y="3806733"/>
                </a:lnTo>
                <a:lnTo>
                  <a:pt x="7721298" y="3840676"/>
                </a:lnTo>
                <a:lnTo>
                  <a:pt x="7703741" y="3875790"/>
                </a:lnTo>
                <a:lnTo>
                  <a:pt x="7683844" y="3910903"/>
                </a:lnTo>
                <a:lnTo>
                  <a:pt x="7662775" y="3946017"/>
                </a:lnTo>
                <a:lnTo>
                  <a:pt x="7642878" y="3979961"/>
                </a:lnTo>
                <a:lnTo>
                  <a:pt x="7625321" y="4016245"/>
                </a:lnTo>
                <a:lnTo>
                  <a:pt x="7611275" y="4051358"/>
                </a:lnTo>
                <a:lnTo>
                  <a:pt x="7601912" y="4087643"/>
                </a:lnTo>
                <a:lnTo>
                  <a:pt x="7598400" y="4125097"/>
                </a:lnTo>
                <a:lnTo>
                  <a:pt x="7601912" y="4162552"/>
                </a:lnTo>
                <a:lnTo>
                  <a:pt x="7611275" y="4198836"/>
                </a:lnTo>
                <a:lnTo>
                  <a:pt x="7625321" y="4233950"/>
                </a:lnTo>
                <a:lnTo>
                  <a:pt x="7642878" y="4270234"/>
                </a:lnTo>
                <a:lnTo>
                  <a:pt x="7662775" y="4304177"/>
                </a:lnTo>
                <a:lnTo>
                  <a:pt x="7683844" y="4339291"/>
                </a:lnTo>
                <a:lnTo>
                  <a:pt x="7703741" y="4374405"/>
                </a:lnTo>
                <a:lnTo>
                  <a:pt x="7721298" y="4409519"/>
                </a:lnTo>
                <a:lnTo>
                  <a:pt x="7735344" y="4443462"/>
                </a:lnTo>
                <a:lnTo>
                  <a:pt x="7744708" y="4479746"/>
                </a:lnTo>
                <a:lnTo>
                  <a:pt x="7749389" y="4516030"/>
                </a:lnTo>
                <a:lnTo>
                  <a:pt x="7749389" y="4554655"/>
                </a:lnTo>
                <a:lnTo>
                  <a:pt x="7747048" y="4594451"/>
                </a:lnTo>
                <a:lnTo>
                  <a:pt x="7742367" y="4634247"/>
                </a:lnTo>
                <a:lnTo>
                  <a:pt x="7736514" y="4674042"/>
                </a:lnTo>
                <a:lnTo>
                  <a:pt x="7731832" y="4713838"/>
                </a:lnTo>
                <a:lnTo>
                  <a:pt x="7728321" y="4753633"/>
                </a:lnTo>
                <a:lnTo>
                  <a:pt x="7729492" y="4791088"/>
                </a:lnTo>
                <a:lnTo>
                  <a:pt x="7734173" y="4827372"/>
                </a:lnTo>
                <a:lnTo>
                  <a:pt x="7744708" y="4862486"/>
                </a:lnTo>
                <a:lnTo>
                  <a:pt x="7759923" y="4891747"/>
                </a:lnTo>
                <a:lnTo>
                  <a:pt x="7779821" y="4919838"/>
                </a:lnTo>
                <a:lnTo>
                  <a:pt x="7803230" y="4944418"/>
                </a:lnTo>
                <a:lnTo>
                  <a:pt x="7830151" y="4968998"/>
                </a:lnTo>
                <a:lnTo>
                  <a:pt x="7858242" y="4991236"/>
                </a:lnTo>
                <a:lnTo>
                  <a:pt x="7887503" y="5013475"/>
                </a:lnTo>
                <a:lnTo>
                  <a:pt x="7916765" y="5035714"/>
                </a:lnTo>
                <a:lnTo>
                  <a:pt x="7946026" y="5057952"/>
                </a:lnTo>
                <a:lnTo>
                  <a:pt x="7972947" y="5081362"/>
                </a:lnTo>
                <a:lnTo>
                  <a:pt x="7996356" y="5108282"/>
                </a:lnTo>
                <a:lnTo>
                  <a:pt x="8017424" y="5134032"/>
                </a:lnTo>
                <a:lnTo>
                  <a:pt x="8033811" y="5163294"/>
                </a:lnTo>
                <a:lnTo>
                  <a:pt x="8047856" y="5194896"/>
                </a:lnTo>
                <a:lnTo>
                  <a:pt x="8059561" y="5228839"/>
                </a:lnTo>
                <a:lnTo>
                  <a:pt x="8070095" y="5263953"/>
                </a:lnTo>
                <a:lnTo>
                  <a:pt x="8079459" y="5299067"/>
                </a:lnTo>
                <a:lnTo>
                  <a:pt x="8088822" y="5335351"/>
                </a:lnTo>
                <a:lnTo>
                  <a:pt x="8099356" y="5369294"/>
                </a:lnTo>
                <a:lnTo>
                  <a:pt x="8111061" y="5403238"/>
                </a:lnTo>
                <a:lnTo>
                  <a:pt x="8125106" y="5434840"/>
                </a:lnTo>
                <a:lnTo>
                  <a:pt x="8142663" y="5462931"/>
                </a:lnTo>
                <a:lnTo>
                  <a:pt x="8163732" y="5488681"/>
                </a:lnTo>
                <a:lnTo>
                  <a:pt x="8189482" y="5509749"/>
                </a:lnTo>
                <a:lnTo>
                  <a:pt x="8217573" y="5527306"/>
                </a:lnTo>
                <a:lnTo>
                  <a:pt x="8249175" y="5541352"/>
                </a:lnTo>
                <a:lnTo>
                  <a:pt x="8283118" y="5553056"/>
                </a:lnTo>
                <a:lnTo>
                  <a:pt x="8317062" y="5563590"/>
                </a:lnTo>
                <a:lnTo>
                  <a:pt x="8353346" y="5572954"/>
                </a:lnTo>
                <a:lnTo>
                  <a:pt x="8388459" y="5582318"/>
                </a:lnTo>
                <a:lnTo>
                  <a:pt x="8423573" y="5592852"/>
                </a:lnTo>
                <a:lnTo>
                  <a:pt x="8457516" y="5604556"/>
                </a:lnTo>
                <a:lnTo>
                  <a:pt x="8489119" y="5618602"/>
                </a:lnTo>
                <a:lnTo>
                  <a:pt x="8518380" y="5634988"/>
                </a:lnTo>
                <a:lnTo>
                  <a:pt x="8544130" y="5656057"/>
                </a:lnTo>
                <a:lnTo>
                  <a:pt x="8571051" y="5679466"/>
                </a:lnTo>
                <a:lnTo>
                  <a:pt x="8594460" y="5706386"/>
                </a:lnTo>
                <a:lnTo>
                  <a:pt x="8616699" y="5734477"/>
                </a:lnTo>
                <a:lnTo>
                  <a:pt x="8638937" y="5763739"/>
                </a:lnTo>
                <a:lnTo>
                  <a:pt x="8661176" y="5793000"/>
                </a:lnTo>
                <a:lnTo>
                  <a:pt x="8683415" y="5821091"/>
                </a:lnTo>
                <a:lnTo>
                  <a:pt x="8707994" y="5848012"/>
                </a:lnTo>
                <a:lnTo>
                  <a:pt x="8732574" y="5871421"/>
                </a:lnTo>
                <a:lnTo>
                  <a:pt x="8760665" y="5891319"/>
                </a:lnTo>
                <a:lnTo>
                  <a:pt x="8789926" y="5906535"/>
                </a:lnTo>
                <a:lnTo>
                  <a:pt x="8825040" y="5917069"/>
                </a:lnTo>
                <a:lnTo>
                  <a:pt x="8861324" y="5921751"/>
                </a:lnTo>
                <a:lnTo>
                  <a:pt x="8898779" y="5922921"/>
                </a:lnTo>
                <a:lnTo>
                  <a:pt x="8938575" y="5919410"/>
                </a:lnTo>
                <a:lnTo>
                  <a:pt x="8978370" y="5914728"/>
                </a:lnTo>
                <a:lnTo>
                  <a:pt x="9018166" y="5908876"/>
                </a:lnTo>
                <a:lnTo>
                  <a:pt x="9057961" y="5904194"/>
                </a:lnTo>
                <a:lnTo>
                  <a:pt x="9097757" y="5901853"/>
                </a:lnTo>
                <a:lnTo>
                  <a:pt x="9136382" y="5901853"/>
                </a:lnTo>
                <a:lnTo>
                  <a:pt x="9172666" y="5906535"/>
                </a:lnTo>
                <a:lnTo>
                  <a:pt x="9208950" y="5915898"/>
                </a:lnTo>
                <a:lnTo>
                  <a:pt x="9244064" y="5929944"/>
                </a:lnTo>
                <a:lnTo>
                  <a:pt x="9279178" y="5948671"/>
                </a:lnTo>
                <a:lnTo>
                  <a:pt x="9314292" y="5967398"/>
                </a:lnTo>
                <a:lnTo>
                  <a:pt x="9349405" y="5988467"/>
                </a:lnTo>
                <a:lnTo>
                  <a:pt x="9383349" y="6008364"/>
                </a:lnTo>
                <a:lnTo>
                  <a:pt x="9419633" y="6025921"/>
                </a:lnTo>
                <a:lnTo>
                  <a:pt x="9454747" y="6039967"/>
                </a:lnTo>
                <a:lnTo>
                  <a:pt x="9491031" y="6049331"/>
                </a:lnTo>
                <a:lnTo>
                  <a:pt x="9528486" y="6052842"/>
                </a:lnTo>
                <a:lnTo>
                  <a:pt x="9565940" y="6049331"/>
                </a:lnTo>
                <a:lnTo>
                  <a:pt x="9602224" y="6039967"/>
                </a:lnTo>
                <a:lnTo>
                  <a:pt x="9637338" y="6025921"/>
                </a:lnTo>
                <a:lnTo>
                  <a:pt x="9673622" y="6008364"/>
                </a:lnTo>
                <a:lnTo>
                  <a:pt x="9707566" y="5988467"/>
                </a:lnTo>
                <a:lnTo>
                  <a:pt x="9742679" y="5967398"/>
                </a:lnTo>
                <a:lnTo>
                  <a:pt x="9777793" y="5948671"/>
                </a:lnTo>
                <a:lnTo>
                  <a:pt x="9812907" y="5929944"/>
                </a:lnTo>
                <a:lnTo>
                  <a:pt x="9846850" y="5915898"/>
                </a:lnTo>
                <a:lnTo>
                  <a:pt x="9884305" y="5906535"/>
                </a:lnTo>
                <a:lnTo>
                  <a:pt x="9920589" y="5901853"/>
                </a:lnTo>
                <a:lnTo>
                  <a:pt x="9959214" y="5901853"/>
                </a:lnTo>
                <a:lnTo>
                  <a:pt x="9999010" y="5904194"/>
                </a:lnTo>
                <a:lnTo>
                  <a:pt x="10038805" y="5908876"/>
                </a:lnTo>
                <a:lnTo>
                  <a:pt x="10078601" y="5914728"/>
                </a:lnTo>
                <a:lnTo>
                  <a:pt x="10118396" y="5919410"/>
                </a:lnTo>
                <a:lnTo>
                  <a:pt x="10158192" y="5922921"/>
                </a:lnTo>
                <a:lnTo>
                  <a:pt x="10195647" y="5921751"/>
                </a:lnTo>
                <a:lnTo>
                  <a:pt x="10231931" y="5917069"/>
                </a:lnTo>
                <a:lnTo>
                  <a:pt x="10267044" y="5906535"/>
                </a:lnTo>
                <a:lnTo>
                  <a:pt x="10296306" y="5891319"/>
                </a:lnTo>
                <a:lnTo>
                  <a:pt x="10324397" y="5871421"/>
                </a:lnTo>
                <a:lnTo>
                  <a:pt x="10348977" y="5848012"/>
                </a:lnTo>
                <a:lnTo>
                  <a:pt x="10373556" y="5821091"/>
                </a:lnTo>
                <a:lnTo>
                  <a:pt x="10395795" y="5793000"/>
                </a:lnTo>
                <a:lnTo>
                  <a:pt x="10418034" y="5763739"/>
                </a:lnTo>
                <a:lnTo>
                  <a:pt x="10440272" y="5734477"/>
                </a:lnTo>
                <a:lnTo>
                  <a:pt x="10462511" y="5706386"/>
                </a:lnTo>
                <a:lnTo>
                  <a:pt x="10485920" y="5679466"/>
                </a:lnTo>
                <a:lnTo>
                  <a:pt x="10512841" y="5656057"/>
                </a:lnTo>
                <a:lnTo>
                  <a:pt x="10538591" y="5634988"/>
                </a:lnTo>
                <a:lnTo>
                  <a:pt x="10567852" y="5618602"/>
                </a:lnTo>
                <a:lnTo>
                  <a:pt x="10599455" y="5604556"/>
                </a:lnTo>
                <a:lnTo>
                  <a:pt x="10633398" y="5592852"/>
                </a:lnTo>
                <a:lnTo>
                  <a:pt x="10668512" y="5582318"/>
                </a:lnTo>
                <a:lnTo>
                  <a:pt x="10703626" y="5572954"/>
                </a:lnTo>
                <a:lnTo>
                  <a:pt x="10739910" y="5563590"/>
                </a:lnTo>
                <a:lnTo>
                  <a:pt x="10773853" y="5553056"/>
                </a:lnTo>
                <a:lnTo>
                  <a:pt x="10807796" y="5541352"/>
                </a:lnTo>
                <a:lnTo>
                  <a:pt x="10839399" y="5527306"/>
                </a:lnTo>
                <a:lnTo>
                  <a:pt x="10867490" y="5509749"/>
                </a:lnTo>
                <a:lnTo>
                  <a:pt x="10893240" y="5488681"/>
                </a:lnTo>
                <a:lnTo>
                  <a:pt x="10914308" y="5462931"/>
                </a:lnTo>
                <a:lnTo>
                  <a:pt x="10931865" y="5434840"/>
                </a:lnTo>
                <a:lnTo>
                  <a:pt x="10945910" y="5403238"/>
                </a:lnTo>
                <a:lnTo>
                  <a:pt x="10957615" y="5369294"/>
                </a:lnTo>
                <a:lnTo>
                  <a:pt x="10968149" y="5335351"/>
                </a:lnTo>
                <a:lnTo>
                  <a:pt x="10977513" y="5299067"/>
                </a:lnTo>
                <a:lnTo>
                  <a:pt x="10986876" y="5263953"/>
                </a:lnTo>
                <a:lnTo>
                  <a:pt x="10997410" y="5228839"/>
                </a:lnTo>
                <a:lnTo>
                  <a:pt x="11009115" y="5194896"/>
                </a:lnTo>
                <a:lnTo>
                  <a:pt x="11023160" y="5163294"/>
                </a:lnTo>
                <a:lnTo>
                  <a:pt x="11039547" y="5134032"/>
                </a:lnTo>
                <a:lnTo>
                  <a:pt x="11060615" y="5108282"/>
                </a:lnTo>
                <a:lnTo>
                  <a:pt x="11084024" y="5081362"/>
                </a:lnTo>
                <a:lnTo>
                  <a:pt x="11110945" y="5057952"/>
                </a:lnTo>
                <a:lnTo>
                  <a:pt x="11139036" y="5035714"/>
                </a:lnTo>
                <a:lnTo>
                  <a:pt x="11169468" y="5013475"/>
                </a:lnTo>
                <a:lnTo>
                  <a:pt x="11198729" y="4991236"/>
                </a:lnTo>
                <a:lnTo>
                  <a:pt x="11226820" y="4968998"/>
                </a:lnTo>
                <a:lnTo>
                  <a:pt x="11253741" y="4944418"/>
                </a:lnTo>
                <a:lnTo>
                  <a:pt x="11277150" y="4919838"/>
                </a:lnTo>
                <a:lnTo>
                  <a:pt x="11297048" y="4891747"/>
                </a:lnTo>
                <a:lnTo>
                  <a:pt x="11312264" y="4862486"/>
                </a:lnTo>
                <a:lnTo>
                  <a:pt x="11322798" y="4827372"/>
                </a:lnTo>
                <a:lnTo>
                  <a:pt x="11327480" y="4791088"/>
                </a:lnTo>
                <a:lnTo>
                  <a:pt x="11328650" y="4753633"/>
                </a:lnTo>
                <a:lnTo>
                  <a:pt x="11325139" y="4713838"/>
                </a:lnTo>
                <a:lnTo>
                  <a:pt x="11320457" y="4674042"/>
                </a:lnTo>
                <a:lnTo>
                  <a:pt x="11314605" y="4634247"/>
                </a:lnTo>
                <a:lnTo>
                  <a:pt x="11309923" y="4594451"/>
                </a:lnTo>
                <a:lnTo>
                  <a:pt x="11307582" y="4554655"/>
                </a:lnTo>
                <a:lnTo>
                  <a:pt x="11307582" y="4516030"/>
                </a:lnTo>
                <a:lnTo>
                  <a:pt x="11312264" y="4479746"/>
                </a:lnTo>
                <a:lnTo>
                  <a:pt x="11321628" y="4443462"/>
                </a:lnTo>
                <a:lnTo>
                  <a:pt x="11335673" y="4409519"/>
                </a:lnTo>
                <a:lnTo>
                  <a:pt x="11354400" y="4374405"/>
                </a:lnTo>
                <a:lnTo>
                  <a:pt x="11373128" y="4339291"/>
                </a:lnTo>
                <a:lnTo>
                  <a:pt x="11394196" y="4304177"/>
                </a:lnTo>
                <a:lnTo>
                  <a:pt x="11414094" y="4270234"/>
                </a:lnTo>
                <a:lnTo>
                  <a:pt x="11431650" y="4233950"/>
                </a:lnTo>
                <a:lnTo>
                  <a:pt x="11445696" y="4198836"/>
                </a:lnTo>
                <a:lnTo>
                  <a:pt x="11455060" y="4162552"/>
                </a:lnTo>
                <a:lnTo>
                  <a:pt x="11458571" y="4125097"/>
                </a:lnTo>
                <a:lnTo>
                  <a:pt x="11455060" y="4087643"/>
                </a:lnTo>
                <a:lnTo>
                  <a:pt x="11445696" y="4051358"/>
                </a:lnTo>
                <a:lnTo>
                  <a:pt x="11431650" y="4016245"/>
                </a:lnTo>
                <a:lnTo>
                  <a:pt x="11414094" y="3979961"/>
                </a:lnTo>
                <a:lnTo>
                  <a:pt x="11394196" y="3946017"/>
                </a:lnTo>
                <a:lnTo>
                  <a:pt x="11373128" y="3910903"/>
                </a:lnTo>
                <a:lnTo>
                  <a:pt x="11354400" y="3875790"/>
                </a:lnTo>
                <a:lnTo>
                  <a:pt x="11335673" y="3840676"/>
                </a:lnTo>
                <a:lnTo>
                  <a:pt x="11321628" y="3806733"/>
                </a:lnTo>
                <a:lnTo>
                  <a:pt x="11312264" y="3770449"/>
                </a:lnTo>
                <a:lnTo>
                  <a:pt x="11307582" y="3734164"/>
                </a:lnTo>
                <a:lnTo>
                  <a:pt x="11307582" y="3695539"/>
                </a:lnTo>
                <a:lnTo>
                  <a:pt x="11309923" y="3655744"/>
                </a:lnTo>
                <a:lnTo>
                  <a:pt x="11314605" y="3615948"/>
                </a:lnTo>
                <a:lnTo>
                  <a:pt x="11320457" y="3576152"/>
                </a:lnTo>
                <a:lnTo>
                  <a:pt x="11325139" y="3536357"/>
                </a:lnTo>
                <a:lnTo>
                  <a:pt x="11328650" y="3496561"/>
                </a:lnTo>
                <a:lnTo>
                  <a:pt x="11327480" y="3459107"/>
                </a:lnTo>
                <a:lnTo>
                  <a:pt x="11322798" y="3422822"/>
                </a:lnTo>
                <a:lnTo>
                  <a:pt x="11312264" y="3387709"/>
                </a:lnTo>
                <a:lnTo>
                  <a:pt x="11297048" y="3358447"/>
                </a:lnTo>
                <a:lnTo>
                  <a:pt x="11277150" y="3330356"/>
                </a:lnTo>
                <a:lnTo>
                  <a:pt x="11253741" y="3305777"/>
                </a:lnTo>
                <a:lnTo>
                  <a:pt x="11226820" y="3281197"/>
                </a:lnTo>
                <a:lnTo>
                  <a:pt x="11198729" y="3258958"/>
                </a:lnTo>
                <a:lnTo>
                  <a:pt x="11169468" y="3236720"/>
                </a:lnTo>
                <a:lnTo>
                  <a:pt x="11139036" y="3214481"/>
                </a:lnTo>
                <a:lnTo>
                  <a:pt x="11110945" y="3192242"/>
                </a:lnTo>
                <a:lnTo>
                  <a:pt x="11084024" y="3168833"/>
                </a:lnTo>
                <a:lnTo>
                  <a:pt x="11060615" y="3141913"/>
                </a:lnTo>
                <a:lnTo>
                  <a:pt x="11039547" y="3116162"/>
                </a:lnTo>
                <a:lnTo>
                  <a:pt x="11023160" y="3086901"/>
                </a:lnTo>
                <a:lnTo>
                  <a:pt x="11009115" y="3055299"/>
                </a:lnTo>
                <a:lnTo>
                  <a:pt x="10997410" y="3021355"/>
                </a:lnTo>
                <a:lnTo>
                  <a:pt x="10986876" y="2986242"/>
                </a:lnTo>
                <a:lnTo>
                  <a:pt x="10977513" y="2951128"/>
                </a:lnTo>
                <a:lnTo>
                  <a:pt x="10968149" y="2914844"/>
                </a:lnTo>
                <a:lnTo>
                  <a:pt x="10957615" y="2880900"/>
                </a:lnTo>
                <a:lnTo>
                  <a:pt x="10945910" y="2846957"/>
                </a:lnTo>
                <a:lnTo>
                  <a:pt x="10931865" y="2815355"/>
                </a:lnTo>
                <a:lnTo>
                  <a:pt x="10914308" y="2787264"/>
                </a:lnTo>
                <a:lnTo>
                  <a:pt x="10893240" y="2761514"/>
                </a:lnTo>
                <a:lnTo>
                  <a:pt x="10867490" y="2740445"/>
                </a:lnTo>
                <a:lnTo>
                  <a:pt x="10839399" y="2722888"/>
                </a:lnTo>
                <a:lnTo>
                  <a:pt x="10807796" y="2708843"/>
                </a:lnTo>
                <a:lnTo>
                  <a:pt x="10773853" y="2697138"/>
                </a:lnTo>
                <a:lnTo>
                  <a:pt x="10739910" y="2686604"/>
                </a:lnTo>
                <a:lnTo>
                  <a:pt x="10703626" y="2677241"/>
                </a:lnTo>
                <a:lnTo>
                  <a:pt x="10668512" y="2667877"/>
                </a:lnTo>
                <a:lnTo>
                  <a:pt x="10633398" y="2657343"/>
                </a:lnTo>
                <a:lnTo>
                  <a:pt x="10599455" y="2645638"/>
                </a:lnTo>
                <a:lnTo>
                  <a:pt x="10567852" y="2631593"/>
                </a:lnTo>
                <a:lnTo>
                  <a:pt x="10538591" y="2615206"/>
                </a:lnTo>
                <a:lnTo>
                  <a:pt x="10512841" y="2594138"/>
                </a:lnTo>
                <a:lnTo>
                  <a:pt x="10485920" y="2570729"/>
                </a:lnTo>
                <a:lnTo>
                  <a:pt x="10462511" y="2543808"/>
                </a:lnTo>
                <a:lnTo>
                  <a:pt x="10440272" y="2515717"/>
                </a:lnTo>
                <a:lnTo>
                  <a:pt x="10418034" y="2486456"/>
                </a:lnTo>
                <a:lnTo>
                  <a:pt x="10395795" y="2457194"/>
                </a:lnTo>
                <a:lnTo>
                  <a:pt x="10373556" y="2429103"/>
                </a:lnTo>
                <a:lnTo>
                  <a:pt x="10348977" y="2402183"/>
                </a:lnTo>
                <a:lnTo>
                  <a:pt x="10324397" y="2378774"/>
                </a:lnTo>
                <a:lnTo>
                  <a:pt x="10296306" y="2358876"/>
                </a:lnTo>
                <a:lnTo>
                  <a:pt x="10267044" y="2343660"/>
                </a:lnTo>
                <a:lnTo>
                  <a:pt x="10231931" y="2333126"/>
                </a:lnTo>
                <a:lnTo>
                  <a:pt x="10195647" y="2328444"/>
                </a:lnTo>
                <a:lnTo>
                  <a:pt x="10158192" y="2327274"/>
                </a:lnTo>
                <a:lnTo>
                  <a:pt x="10118396" y="2330785"/>
                </a:lnTo>
                <a:lnTo>
                  <a:pt x="10078601" y="2335467"/>
                </a:lnTo>
                <a:lnTo>
                  <a:pt x="10038805" y="2341319"/>
                </a:lnTo>
                <a:lnTo>
                  <a:pt x="9999010" y="2346001"/>
                </a:lnTo>
                <a:lnTo>
                  <a:pt x="9959214" y="2348342"/>
                </a:lnTo>
                <a:lnTo>
                  <a:pt x="9920589" y="2348342"/>
                </a:lnTo>
                <a:lnTo>
                  <a:pt x="9884305" y="2343660"/>
                </a:lnTo>
                <a:lnTo>
                  <a:pt x="9846850" y="2334296"/>
                </a:lnTo>
                <a:lnTo>
                  <a:pt x="9812907" y="2320251"/>
                </a:lnTo>
                <a:lnTo>
                  <a:pt x="9777793" y="2301524"/>
                </a:lnTo>
                <a:lnTo>
                  <a:pt x="9742679" y="2282796"/>
                </a:lnTo>
                <a:lnTo>
                  <a:pt x="9707566" y="2261728"/>
                </a:lnTo>
                <a:lnTo>
                  <a:pt x="9673622" y="2241830"/>
                </a:lnTo>
                <a:lnTo>
                  <a:pt x="9637338" y="2224273"/>
                </a:lnTo>
                <a:lnTo>
                  <a:pt x="9602224" y="2210228"/>
                </a:lnTo>
                <a:lnTo>
                  <a:pt x="9565940" y="2200864"/>
                </a:lnTo>
                <a:lnTo>
                  <a:pt x="9528486" y="2197353"/>
                </a:lnTo>
                <a:close/>
              </a:path>
            </a:pathLst>
          </a:custGeom>
          <a:solidFill>
            <a:schemeClr val="bg2"/>
          </a:solidFill>
          <a:ln w="10160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CA67887A-8E38-2327-C172-1C9A4FA69E3C}"/>
              </a:ext>
            </a:extLst>
          </p:cNvPr>
          <p:cNvSpPr>
            <a:spLocks noGrp="1"/>
          </p:cNvSpPr>
          <p:nvPr>
            <p:ph type="title"/>
          </p:nvPr>
        </p:nvSpPr>
        <p:spPr>
          <a:xfrm>
            <a:off x="1251678" y="382385"/>
            <a:ext cx="10178322" cy="1492132"/>
          </a:xfrm>
        </p:spPr>
        <p:txBody>
          <a:bodyPr>
            <a:normAutofit fontScale="90000"/>
          </a:bodyPr>
          <a:lstStyle/>
          <a:p>
            <a:r>
              <a:rPr lang="en-US" dirty="0">
                <a:latin typeface="Avenir Book" panose="02000503020000020003" pitchFamily="2" charset="0"/>
              </a:rPr>
              <a:t>Interactionist property dualism</a:t>
            </a:r>
          </a:p>
        </p:txBody>
      </p:sp>
      <p:sp>
        <p:nvSpPr>
          <p:cNvPr id="12" name="Freeform 6">
            <a:extLst>
              <a:ext uri="{FF2B5EF4-FFF2-40B4-BE49-F238E27FC236}">
                <a16:creationId xmlns:a16="http://schemas.microsoft.com/office/drawing/2014/main" id="{0D3B0D10-EF29-472A-8E3D-EBEDDD162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3" name="Content Placeholder 2">
            <a:extLst>
              <a:ext uri="{FF2B5EF4-FFF2-40B4-BE49-F238E27FC236}">
                <a16:creationId xmlns:a16="http://schemas.microsoft.com/office/drawing/2014/main" id="{F392CF90-06D2-93A2-D7AC-7218B6FB2168}"/>
              </a:ext>
            </a:extLst>
          </p:cNvPr>
          <p:cNvSpPr>
            <a:spLocks noGrp="1"/>
          </p:cNvSpPr>
          <p:nvPr>
            <p:ph idx="1"/>
          </p:nvPr>
        </p:nvSpPr>
        <p:spPr>
          <a:xfrm>
            <a:off x="1251678" y="2034713"/>
            <a:ext cx="6015897" cy="4731847"/>
          </a:xfrm>
        </p:spPr>
        <p:txBody>
          <a:bodyPr>
            <a:normAutofit fontScale="77500" lnSpcReduction="20000"/>
          </a:bodyPr>
          <a:lstStyle/>
          <a:p>
            <a:pPr marL="0" indent="0">
              <a:lnSpc>
                <a:spcPct val="170000"/>
              </a:lnSpc>
              <a:buNone/>
            </a:pPr>
            <a:r>
              <a:rPr lang="en-GB" sz="24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Interactionist property dualism is the thesis that there is a two-way interaction between the physical world and mental properties. For example, if I take a specific medicine, which is a chemical and physical substance, it will interact with mental properties of the brain. If I have the mental property of feeling hungry, it may cause me to go to the kitchen to eat food. This means that the mental properties are ‘causally efficacious’ and have import into the physical world.</a:t>
            </a:r>
          </a:p>
          <a:p>
            <a:pPr marL="0" indent="0">
              <a:lnSpc>
                <a:spcPct val="100000"/>
              </a:lnSpc>
              <a:buNone/>
            </a:pPr>
            <a:endParaRPr lang="en-GB" sz="1900" dirty="0">
              <a:latin typeface="Optima" panose="02000503060000020004" pitchFamily="2" charset="0"/>
              <a:ea typeface="Calibri" panose="020F0502020204030204" pitchFamily="34" charset="0"/>
              <a:cs typeface="Times New Roman" panose="02020603050405020304" pitchFamily="18" charset="0"/>
            </a:endParaRPr>
          </a:p>
          <a:p>
            <a:pPr marL="0" indent="0">
              <a:lnSpc>
                <a:spcPct val="100000"/>
              </a:lnSpc>
              <a:buNone/>
            </a:pPr>
            <a:r>
              <a:rPr lang="en-GB" sz="1900" dirty="0">
                <a:effectLst/>
                <a:latin typeface="Optima" panose="02000503060000020004" pitchFamily="2" charset="0"/>
                <a:ea typeface="Calibri" panose="020F0502020204030204" pitchFamily="34" charset="0"/>
                <a:cs typeface="Times New Roman" panose="02020603050405020304" pitchFamily="18" charset="0"/>
              </a:rPr>
              <a:t> </a:t>
            </a:r>
            <a:endParaRPr lang="en-US" sz="1900" dirty="0"/>
          </a:p>
        </p:txBody>
      </p:sp>
      <p:sp>
        <p:nvSpPr>
          <p:cNvPr id="14" name="Rectangle 13">
            <a:extLst>
              <a:ext uri="{FF2B5EF4-FFF2-40B4-BE49-F238E27FC236}">
                <a16:creationId xmlns:a16="http://schemas.microsoft.com/office/drawing/2014/main" id="{44FF49E3-3CF7-467D-BE04-86D18D249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58808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B440FEEB-3732-9EBB-6835-168A75500B9D}"/>
              </a:ext>
            </a:extLst>
          </p:cNvPr>
          <p:cNvSpPr>
            <a:spLocks noGrp="1"/>
          </p:cNvSpPr>
          <p:nvPr>
            <p:ph type="title"/>
          </p:nvPr>
        </p:nvSpPr>
        <p:spPr>
          <a:xfrm>
            <a:off x="754144" y="484631"/>
            <a:ext cx="6340519" cy="1638469"/>
          </a:xfrm>
        </p:spPr>
        <p:txBody>
          <a:bodyPr>
            <a:normAutofit fontScale="90000"/>
          </a:bodyPr>
          <a:lstStyle/>
          <a:p>
            <a:r>
              <a:rPr lang="en-US" dirty="0">
                <a:latin typeface="Avenir Book" panose="02000503020000020003" pitchFamily="2" charset="0"/>
              </a:rPr>
              <a:t>Epiphenomenal property dualism</a:t>
            </a:r>
          </a:p>
        </p:txBody>
      </p:sp>
      <p:sp>
        <p:nvSpPr>
          <p:cNvPr id="14" name="Rectangle 13">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13C3335D-0200-8430-7575-849AC496D6C6}"/>
              </a:ext>
            </a:extLst>
          </p:cNvPr>
          <p:cNvSpPr>
            <a:spLocks noGrp="1"/>
          </p:cNvSpPr>
          <p:nvPr>
            <p:ph idx="1"/>
          </p:nvPr>
        </p:nvSpPr>
        <p:spPr>
          <a:xfrm>
            <a:off x="765051" y="2123100"/>
            <a:ext cx="6306309" cy="4250267"/>
          </a:xfrm>
        </p:spPr>
        <p:txBody>
          <a:bodyPr>
            <a:normAutofit fontScale="92500" lnSpcReduction="20000"/>
          </a:bodyPr>
          <a:lstStyle/>
          <a:p>
            <a:pPr marL="0" indent="0">
              <a:lnSpc>
                <a:spcPct val="150000"/>
              </a:lnSpc>
              <a:buNone/>
            </a:pPr>
            <a:r>
              <a:rPr lang="en-GB" sz="17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Epiphenomenal property dualism is the thesis that there is only a one-way interaction between the physical world and the mental world. That is, that the physical world can affect the mental properties, but that mental properties have no import (they cannot cause anything to happen in the physical world). It is a doctrine that has been defended by Frank Jackson as a consequence of the Mary thought experiment. He writes </a:t>
            </a:r>
          </a:p>
          <a:p>
            <a:pPr marL="0" indent="0">
              <a:lnSpc>
                <a:spcPct val="150000"/>
              </a:lnSpc>
              <a:buNone/>
            </a:pPr>
            <a:endParaRPr lang="en-GB" sz="17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endParaRPr>
          </a:p>
          <a:p>
            <a:pPr marL="0" indent="0">
              <a:lnSpc>
                <a:spcPct val="150000"/>
              </a:lnSpc>
              <a:buNone/>
            </a:pPr>
            <a:r>
              <a:rPr lang="en-GB" sz="17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‘What I will be concerned to defend is that it is possible to hold that certain properties of certain mental states, namely those I have called qualia, are such that their possession or absence makes no difference to the physical world’. </a:t>
            </a:r>
          </a:p>
          <a:p>
            <a:pPr marL="0" indent="0">
              <a:lnSpc>
                <a:spcPct val="100000"/>
              </a:lnSpc>
              <a:buNone/>
            </a:pPr>
            <a:endParaRPr lang="en-US" sz="1700" dirty="0">
              <a:solidFill>
                <a:srgbClr val="000000"/>
              </a:solidFill>
            </a:endParaRPr>
          </a:p>
        </p:txBody>
      </p:sp>
      <p:pic>
        <p:nvPicPr>
          <p:cNvPr id="5" name="Picture 4" descr="A poster on a wall&#10;&#10;Description automatically generated">
            <a:extLst>
              <a:ext uri="{FF2B5EF4-FFF2-40B4-BE49-F238E27FC236}">
                <a16:creationId xmlns:a16="http://schemas.microsoft.com/office/drawing/2014/main" id="{B40F996B-72A0-853E-8A35-B8A0A9AE1A9D}"/>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1547719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7BC4B-9D50-D7D9-D62C-44511723B662}"/>
              </a:ext>
            </a:extLst>
          </p:cNvPr>
          <p:cNvSpPr>
            <a:spLocks noGrp="1"/>
          </p:cNvSpPr>
          <p:nvPr>
            <p:ph type="title"/>
          </p:nvPr>
        </p:nvSpPr>
        <p:spPr>
          <a:xfrm>
            <a:off x="1251678" y="743712"/>
            <a:ext cx="10178322" cy="1130804"/>
          </a:xfrm>
        </p:spPr>
        <p:txBody>
          <a:bodyPr>
            <a:normAutofit/>
          </a:bodyPr>
          <a:lstStyle/>
          <a:p>
            <a:r>
              <a:rPr lang="en-US" sz="4000" dirty="0">
                <a:latin typeface="Optima" panose="02000503060000020004" pitchFamily="2" charset="0"/>
              </a:rPr>
              <a:t>Four objections to EPD</a:t>
            </a:r>
          </a:p>
        </p:txBody>
      </p:sp>
      <p:graphicFrame>
        <p:nvGraphicFramePr>
          <p:cNvPr id="7" name="Content Placeholder 2">
            <a:extLst>
              <a:ext uri="{FF2B5EF4-FFF2-40B4-BE49-F238E27FC236}">
                <a16:creationId xmlns:a16="http://schemas.microsoft.com/office/drawing/2014/main" id="{294069FC-553F-CE5B-4887-E22931D306CB}"/>
              </a:ext>
            </a:extLst>
          </p:cNvPr>
          <p:cNvGraphicFramePr>
            <a:graphicFrameLocks noGrp="1"/>
          </p:cNvGraphicFramePr>
          <p:nvPr>
            <p:ph idx="1"/>
          </p:nvPr>
        </p:nvGraphicFramePr>
        <p:xfrm>
          <a:off x="1251678" y="2286001"/>
          <a:ext cx="10178322" cy="35935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905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1E76E-9D61-183A-BDB4-38CA19273BC1}"/>
              </a:ext>
            </a:extLst>
          </p:cNvPr>
          <p:cNvSpPr>
            <a:spLocks noGrp="1"/>
          </p:cNvSpPr>
          <p:nvPr>
            <p:ph type="title"/>
          </p:nvPr>
        </p:nvSpPr>
        <p:spPr>
          <a:xfrm>
            <a:off x="1251678" y="382385"/>
            <a:ext cx="10178322" cy="800239"/>
          </a:xfrm>
        </p:spPr>
        <p:txBody>
          <a:bodyPr>
            <a:normAutofit fontScale="90000"/>
          </a:bodyPr>
          <a:lstStyle/>
          <a:p>
            <a:br>
              <a:rPr lang="en-US" sz="4000" dirty="0">
                <a:latin typeface="Avenir Book" panose="02000503020000020003" pitchFamily="2" charset="0"/>
              </a:rPr>
            </a:br>
            <a:r>
              <a:rPr lang="en-US" sz="4000" dirty="0">
                <a:latin typeface="Avenir Book" panose="02000503020000020003" pitchFamily="2" charset="0"/>
              </a:rPr>
              <a:t>Objection (1)</a:t>
            </a:r>
          </a:p>
        </p:txBody>
      </p:sp>
      <p:sp>
        <p:nvSpPr>
          <p:cNvPr id="3" name="Content Placeholder 2">
            <a:extLst>
              <a:ext uri="{FF2B5EF4-FFF2-40B4-BE49-F238E27FC236}">
                <a16:creationId xmlns:a16="http://schemas.microsoft.com/office/drawing/2014/main" id="{721AA068-B91F-550C-BCFD-DEF42E4914CB}"/>
              </a:ext>
            </a:extLst>
          </p:cNvPr>
          <p:cNvSpPr>
            <a:spLocks noGrp="1"/>
          </p:cNvSpPr>
          <p:nvPr>
            <p:ph idx="1"/>
          </p:nvPr>
        </p:nvSpPr>
        <p:spPr>
          <a:xfrm>
            <a:off x="1251678" y="1670305"/>
            <a:ext cx="10178322" cy="4209288"/>
          </a:xfrm>
        </p:spPr>
        <p:txBody>
          <a:bodyPr>
            <a:normAutofit/>
          </a:bodyPr>
          <a:lstStyle/>
          <a:p>
            <a:pPr marL="0" indent="0" algn="just">
              <a:buNone/>
            </a:pPr>
            <a:r>
              <a:rPr lang="en-GB" sz="35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‘It is supposed to be just obvious that the hurtfulness of pain is partly responsible for the subject seeking to avoid pain, saying ‘it hurts’ and so on.’ In other words, if EPD is true, then our intuition that we have gone to the kitchen at least in part as a consequence of feeling hungry is false. </a:t>
            </a:r>
          </a:p>
          <a:p>
            <a:endParaRPr lang="en-US" dirty="0"/>
          </a:p>
        </p:txBody>
      </p:sp>
    </p:spTree>
    <p:extLst>
      <p:ext uri="{BB962C8B-B14F-4D97-AF65-F5344CB8AC3E}">
        <p14:creationId xmlns:p14="http://schemas.microsoft.com/office/powerpoint/2010/main" val="1133705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5220-2DD4-AB04-8851-CCEBECFB8A5D}"/>
              </a:ext>
            </a:extLst>
          </p:cNvPr>
          <p:cNvSpPr>
            <a:spLocks noGrp="1"/>
          </p:cNvSpPr>
          <p:nvPr>
            <p:ph type="title"/>
          </p:nvPr>
        </p:nvSpPr>
        <p:spPr>
          <a:xfrm>
            <a:off x="1251677" y="645105"/>
            <a:ext cx="5978179" cy="1320855"/>
          </a:xfrm>
        </p:spPr>
        <p:txBody>
          <a:bodyPr>
            <a:normAutofit/>
          </a:bodyPr>
          <a:lstStyle/>
          <a:p>
            <a:r>
              <a:rPr lang="en-US" sz="4400" dirty="0">
                <a:latin typeface="Avenir Book" panose="02000503020000020003" pitchFamily="2" charset="0"/>
              </a:rPr>
              <a:t>Objection (2)</a:t>
            </a:r>
          </a:p>
        </p:txBody>
      </p:sp>
      <p:sp>
        <p:nvSpPr>
          <p:cNvPr id="3" name="Content Placeholder 2">
            <a:extLst>
              <a:ext uri="{FF2B5EF4-FFF2-40B4-BE49-F238E27FC236}">
                <a16:creationId xmlns:a16="http://schemas.microsoft.com/office/drawing/2014/main" id="{985011EE-DEC2-FFF0-58DF-6ED063D643B5}"/>
              </a:ext>
            </a:extLst>
          </p:cNvPr>
          <p:cNvSpPr>
            <a:spLocks noGrp="1"/>
          </p:cNvSpPr>
          <p:nvPr>
            <p:ph idx="1"/>
          </p:nvPr>
        </p:nvSpPr>
        <p:spPr>
          <a:xfrm>
            <a:off x="1251678" y="1706880"/>
            <a:ext cx="5722146" cy="4506015"/>
          </a:xfrm>
        </p:spPr>
        <p:txBody>
          <a:bodyPr>
            <a:normAutofit/>
          </a:bodyPr>
          <a:lstStyle/>
          <a:p>
            <a:pPr marL="0" indent="0" algn="just">
              <a:lnSpc>
                <a:spcPct val="150000"/>
              </a:lnSpc>
              <a:buNone/>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‘According to Darwinism, traits that evolve over time are those conducive to physical survival.’ Qualia probably evolved over time and, therefore, if they are not helpful to survival (and they would not be if EPD is correct, because they cannot affect the physical world) then we cannot explain qualia. </a:t>
            </a:r>
          </a:p>
          <a:p>
            <a:pPr marL="0" indent="0">
              <a:buNone/>
            </a:pPr>
            <a:endParaRPr lang="en-GB"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solidFill>
                <a:srgbClr val="000000"/>
              </a:solidFill>
            </a:endParaRPr>
          </a:p>
        </p:txBody>
      </p:sp>
      <p:pic>
        <p:nvPicPr>
          <p:cNvPr id="5" name="Picture 4" descr="A white sign with black and white images of people evolution&#10;&#10;Description automatically generated">
            <a:extLst>
              <a:ext uri="{FF2B5EF4-FFF2-40B4-BE49-F238E27FC236}">
                <a16:creationId xmlns:a16="http://schemas.microsoft.com/office/drawing/2014/main" id="{19AB66FA-3477-7424-5360-1EE74B0473A3}"/>
              </a:ext>
            </a:extLst>
          </p:cNvPr>
          <p:cNvPicPr>
            <a:picLocks noChangeAspect="1"/>
          </p:cNvPicPr>
          <p:nvPr/>
        </p:nvPicPr>
        <p:blipFill>
          <a:blip r:embed="rId2"/>
          <a:stretch>
            <a:fillRect/>
          </a:stretch>
        </p:blipFill>
        <p:spPr>
          <a:xfrm>
            <a:off x="7376160" y="2130975"/>
            <a:ext cx="3896583" cy="2300445"/>
          </a:xfrm>
          <a:prstGeom prst="rect">
            <a:avLst/>
          </a:prstGeom>
        </p:spPr>
      </p:pic>
    </p:spTree>
    <p:extLst>
      <p:ext uri="{BB962C8B-B14F-4D97-AF65-F5344CB8AC3E}">
        <p14:creationId xmlns:p14="http://schemas.microsoft.com/office/powerpoint/2010/main" val="319025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Picture 5" descr="A cartoon of a child and a child looking at a brain&#10;&#10;Description automatically generated">
            <a:extLst>
              <a:ext uri="{FF2B5EF4-FFF2-40B4-BE49-F238E27FC236}">
                <a16:creationId xmlns:a16="http://schemas.microsoft.com/office/drawing/2014/main" id="{0044D08E-325A-D200-433F-1C38B3AA2FD2}"/>
              </a:ext>
            </a:extLst>
          </p:cNvPr>
          <p:cNvPicPr>
            <a:picLocks noChangeAspect="1"/>
          </p:cNvPicPr>
          <p:nvPr/>
        </p:nvPicPr>
        <p:blipFill rotWithShape="1">
          <a:blip r:embed="rId2"/>
          <a:srcRect l="9600" r="19631"/>
          <a:stretch/>
        </p:blipFill>
        <p:spPr>
          <a:xfrm>
            <a:off x="7338646" y="10"/>
            <a:ext cx="4853354" cy="6857990"/>
          </a:xfrm>
          <a:prstGeom prst="rect">
            <a:avLst/>
          </a:prstGeom>
        </p:spPr>
      </p:pic>
      <p:sp>
        <p:nvSpPr>
          <p:cNvPr id="11" name="Freeform 10">
            <a:extLst>
              <a:ext uri="{FF2B5EF4-FFF2-40B4-BE49-F238E27FC236}">
                <a16:creationId xmlns:a16="http://schemas.microsoft.com/office/drawing/2014/main" id="{FF606621-EDD0-4CB0-B5A0-2BD458842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15ACD189-5CF6-6199-4B24-4D76FD582007}"/>
              </a:ext>
            </a:extLst>
          </p:cNvPr>
          <p:cNvSpPr>
            <a:spLocks noGrp="1"/>
          </p:cNvSpPr>
          <p:nvPr>
            <p:ph type="title"/>
          </p:nvPr>
        </p:nvSpPr>
        <p:spPr>
          <a:xfrm>
            <a:off x="765051" y="768095"/>
            <a:ext cx="6015897" cy="1106421"/>
          </a:xfrm>
        </p:spPr>
        <p:txBody>
          <a:bodyPr>
            <a:normAutofit/>
          </a:bodyPr>
          <a:lstStyle/>
          <a:p>
            <a:r>
              <a:rPr lang="en-US" dirty="0">
                <a:latin typeface="Avenir Book" panose="02000503020000020003" pitchFamily="2" charset="0"/>
              </a:rPr>
              <a:t>Objection (3)</a:t>
            </a:r>
          </a:p>
        </p:txBody>
      </p:sp>
      <p:sp>
        <p:nvSpPr>
          <p:cNvPr id="13" name="Rectangle 12">
            <a:extLst>
              <a:ext uri="{FF2B5EF4-FFF2-40B4-BE49-F238E27FC236}">
                <a16:creationId xmlns:a16="http://schemas.microsoft.com/office/drawing/2014/main" id="{F7E0AF57-42C6-4312-BEDF-A384DC8E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61ACF70-C476-B9EB-C763-9A0AB967F491}"/>
              </a:ext>
            </a:extLst>
          </p:cNvPr>
          <p:cNvSpPr>
            <a:spLocks noGrp="1"/>
          </p:cNvSpPr>
          <p:nvPr>
            <p:ph idx="1"/>
          </p:nvPr>
        </p:nvSpPr>
        <p:spPr>
          <a:xfrm>
            <a:off x="765051" y="2206751"/>
            <a:ext cx="6015897" cy="4230625"/>
          </a:xfrm>
        </p:spPr>
        <p:txBody>
          <a:bodyPr>
            <a:normAutofit/>
          </a:bodyPr>
          <a:lstStyle/>
          <a:p>
            <a:pPr marL="0" indent="0" algn="just">
              <a:buNone/>
            </a:pPr>
            <a:r>
              <a:rPr lang="en-GB" sz="28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We believe in other minds, partly because we think of people’s behaviour as a product of their mental properties. If these mental properties are not responsible for behaviour, what makes us think that other people possess them at all? </a:t>
            </a:r>
          </a:p>
          <a:p>
            <a:endParaRPr lang="en-US" dirty="0"/>
          </a:p>
        </p:txBody>
      </p:sp>
    </p:spTree>
    <p:extLst>
      <p:ext uri="{BB962C8B-B14F-4D97-AF65-F5344CB8AC3E}">
        <p14:creationId xmlns:p14="http://schemas.microsoft.com/office/powerpoint/2010/main" val="2723598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D075-756C-4911-F812-02B42A92DE4F}"/>
              </a:ext>
            </a:extLst>
          </p:cNvPr>
          <p:cNvSpPr>
            <a:spLocks noGrp="1"/>
          </p:cNvSpPr>
          <p:nvPr>
            <p:ph type="title"/>
          </p:nvPr>
        </p:nvSpPr>
        <p:spPr>
          <a:xfrm>
            <a:off x="1251678" y="816863"/>
            <a:ext cx="10178322" cy="1057653"/>
          </a:xfrm>
        </p:spPr>
        <p:txBody>
          <a:bodyPr>
            <a:normAutofit/>
          </a:bodyPr>
          <a:lstStyle/>
          <a:p>
            <a:r>
              <a:rPr lang="en-US" sz="4000" dirty="0">
                <a:latin typeface="Avenir Book" panose="02000503020000020003" pitchFamily="2" charset="0"/>
              </a:rPr>
              <a:t>Objection (4) </a:t>
            </a:r>
          </a:p>
        </p:txBody>
      </p:sp>
      <p:sp>
        <p:nvSpPr>
          <p:cNvPr id="3" name="Content Placeholder 2">
            <a:extLst>
              <a:ext uri="{FF2B5EF4-FFF2-40B4-BE49-F238E27FC236}">
                <a16:creationId xmlns:a16="http://schemas.microsoft.com/office/drawing/2014/main" id="{568A1FC9-7C84-4661-9156-60D0F941E86A}"/>
              </a:ext>
            </a:extLst>
          </p:cNvPr>
          <p:cNvSpPr>
            <a:spLocks noGrp="1"/>
          </p:cNvSpPr>
          <p:nvPr>
            <p:ph idx="1"/>
          </p:nvPr>
        </p:nvSpPr>
        <p:spPr>
          <a:xfrm>
            <a:off x="1251678" y="1874517"/>
            <a:ext cx="10178322" cy="4005076"/>
          </a:xfrm>
        </p:spPr>
        <p:txBody>
          <a:bodyPr>
            <a:noAutofit/>
          </a:bodyPr>
          <a:lstStyle/>
          <a:p>
            <a:pPr marL="0" indent="0" algn="just">
              <a:lnSpc>
                <a:spcPct val="150000"/>
              </a:lnSpc>
              <a:buNone/>
            </a:pPr>
            <a:r>
              <a:rPr lang="en-GB" sz="24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If the idea of immaterial substance makes the error of thinking there is something ‘over and above the physical’, perhaps the same happens with property dualism. Is ou</a:t>
            </a:r>
            <a:r>
              <a:rPr lang="en-GB" sz="2400" dirty="0">
                <a:solidFill>
                  <a:srgbClr val="002060"/>
                </a:solidFill>
                <a:latin typeface="Avenir Book" panose="02000503020000020003" pitchFamily="2" charset="0"/>
                <a:ea typeface="Calibri" panose="020F0502020204030204" pitchFamily="34" charset="0"/>
                <a:cs typeface="Times New Roman" panose="02020603050405020304" pitchFamily="18" charset="0"/>
              </a:rPr>
              <a:t>r belief in mental properties the same as our belief in immaterial substances? </a:t>
            </a:r>
            <a:endParaRPr lang="en-GB" sz="24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2419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73751-7947-28E9-1272-FD134723C7D4}"/>
              </a:ext>
            </a:extLst>
          </p:cNvPr>
          <p:cNvSpPr>
            <a:spLocks noGrp="1"/>
          </p:cNvSpPr>
          <p:nvPr>
            <p:ph type="title"/>
          </p:nvPr>
        </p:nvSpPr>
        <p:spPr>
          <a:xfrm>
            <a:off x="1251678" y="731519"/>
            <a:ext cx="10178322" cy="1142997"/>
          </a:xfrm>
        </p:spPr>
        <p:txBody>
          <a:bodyPr>
            <a:normAutofit/>
          </a:bodyPr>
          <a:lstStyle/>
          <a:p>
            <a:r>
              <a:rPr lang="en-US" sz="4000" dirty="0">
                <a:latin typeface="Optima" panose="02000503060000020004" pitchFamily="2" charset="0"/>
              </a:rPr>
              <a:t>Further reading</a:t>
            </a:r>
          </a:p>
        </p:txBody>
      </p:sp>
      <p:sp>
        <p:nvSpPr>
          <p:cNvPr id="3" name="Content Placeholder 2">
            <a:extLst>
              <a:ext uri="{FF2B5EF4-FFF2-40B4-BE49-F238E27FC236}">
                <a16:creationId xmlns:a16="http://schemas.microsoft.com/office/drawing/2014/main" id="{55520AEB-1E4D-A629-EC5E-C874FCA29256}"/>
              </a:ext>
            </a:extLst>
          </p:cNvPr>
          <p:cNvSpPr>
            <a:spLocks noGrp="1"/>
          </p:cNvSpPr>
          <p:nvPr>
            <p:ph idx="1"/>
          </p:nvPr>
        </p:nvSpPr>
        <p:spPr/>
        <p:txBody>
          <a:bodyPr>
            <a:normAutofit/>
          </a:bodyPr>
          <a:lstStyle/>
          <a:p>
            <a:pPr marL="0" indent="0">
              <a:buNone/>
            </a:pPr>
            <a:r>
              <a:rPr lang="en-US" sz="3600" dirty="0">
                <a:solidFill>
                  <a:srgbClr val="002060"/>
                </a:solidFill>
              </a:rPr>
              <a:t>David Chalmers – The Conscious Mind</a:t>
            </a:r>
          </a:p>
          <a:p>
            <a:pPr marL="0" indent="0">
              <a:buNone/>
            </a:pPr>
            <a:r>
              <a:rPr lang="en-US" sz="3600" dirty="0">
                <a:solidFill>
                  <a:srgbClr val="002060"/>
                </a:solidFill>
              </a:rPr>
              <a:t>Jaegwon Kim – Physicalism, or Something Near Enough</a:t>
            </a:r>
          </a:p>
        </p:txBody>
      </p:sp>
    </p:spTree>
    <p:extLst>
      <p:ext uri="{BB962C8B-B14F-4D97-AF65-F5344CB8AC3E}">
        <p14:creationId xmlns:p14="http://schemas.microsoft.com/office/powerpoint/2010/main" val="2205278022"/>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Badge</Template>
  <TotalTime>277</TotalTime>
  <Words>625</Words>
  <Application>Microsoft Macintosh PowerPoint</Application>
  <PresentationFormat>Widescreen</PresentationFormat>
  <Paragraphs>34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Avenir Book</vt:lpstr>
      <vt:lpstr>Calibri</vt:lpstr>
      <vt:lpstr>Gill Sans MT</vt:lpstr>
      <vt:lpstr>Impact</vt:lpstr>
      <vt:lpstr>Optima</vt:lpstr>
      <vt:lpstr>Badge</vt:lpstr>
      <vt:lpstr>Property dualism</vt:lpstr>
      <vt:lpstr>What is property dualism?</vt:lpstr>
      <vt:lpstr>There are Two categories of property dualism</vt:lpstr>
      <vt:lpstr>Interactionist property dualism</vt:lpstr>
      <vt:lpstr>Epiphenomenal property dualism</vt:lpstr>
      <vt:lpstr>Four objections to EPD</vt:lpstr>
      <vt:lpstr> Objection (1)</vt:lpstr>
      <vt:lpstr>Objection (2)</vt:lpstr>
      <vt:lpstr>Objection (3)</vt:lpstr>
      <vt:lpstr>Objection (4) </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7</cp:revision>
  <dcterms:created xsi:type="dcterms:W3CDTF">2024-07-10T06:47:36Z</dcterms:created>
  <dcterms:modified xsi:type="dcterms:W3CDTF">2024-08-10T14:14:30Z</dcterms:modified>
</cp:coreProperties>
</file>