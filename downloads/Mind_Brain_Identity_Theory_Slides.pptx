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autoCompressPictures="0">
  <p:sldMasterIdLst>
    <p:sldMasterId id="2147483660" r:id="rId1"/>
  </p:sldMasterIdLst>
  <p:sldIdLst>
    <p:sldId id="256" r:id="rId2"/>
    <p:sldId id="257" r:id="rId3"/>
    <p:sldId id="264" r:id="rId4"/>
    <p:sldId id="258" r:id="rId5"/>
    <p:sldId id="266" r:id="rId6"/>
    <p:sldId id="259" r:id="rId7"/>
    <p:sldId id="260" r:id="rId8"/>
    <p:sldId id="261" r:id="rId9"/>
    <p:sldId id="262" r:id="rId10"/>
    <p:sldId id="263" r:id="rId11"/>
    <p:sldId id="265" r:id="rId12"/>
    <p:sldId id="267" r:id="rId13"/>
    <p:sldId id="268" r:id="rId14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1"/>
    <p:restoredTop sz="94599"/>
  </p:normalViewPr>
  <p:slideViewPr>
    <p:cSldViewPr snapToGrid="0">
      <p:cViewPr varScale="1">
        <p:scale>
          <a:sx n="106" d="100"/>
          <a:sy n="106" d="100"/>
        </p:scale>
        <p:origin x="792" y="16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presProps" Target="presProps.xml"/><Relationship Id="rId16" Type="http://schemas.openxmlformats.org/officeDocument/2006/relationships/viewProps" Target="viewProps.xml"/><Relationship Id="rId17" Type="http://schemas.openxmlformats.org/officeDocument/2006/relationships/theme" Target="theme/theme1.xml"/><Relationship Id="rId18" Type="http://schemas.openxmlformats.org/officeDocument/2006/relationships/tableStyles" Target="tableStyles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" preserve="1">
  <p:cSld name="Title Slide">
    <p:bg>
      <p:bgPr>
        <a:solidFill>
          <a:schemeClr val="accen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Freeform 6" title="scalloped circle"/>
          <p:cNvSpPr/>
          <p:nvPr/>
        </p:nvSpPr>
        <p:spPr bwMode="auto">
          <a:xfrm>
            <a:off x="3557016" y="630936"/>
            <a:ext cx="5235575" cy="5229225"/>
          </a:xfrm>
          <a:custGeom>
            <a:avLst/>
            <a:gdLst/>
            <a:ahLst/>
            <a:cxnLst/>
            <a:rect l="0" t="0" r="r" b="b"/>
            <a:pathLst>
              <a:path w="3298" h="3294">
                <a:moveTo>
                  <a:pt x="1649" y="0"/>
                </a:moveTo>
                <a:lnTo>
                  <a:pt x="1681" y="3"/>
                </a:lnTo>
                <a:lnTo>
                  <a:pt x="1712" y="11"/>
                </a:lnTo>
                <a:lnTo>
                  <a:pt x="1742" y="23"/>
                </a:lnTo>
                <a:lnTo>
                  <a:pt x="1773" y="38"/>
                </a:lnTo>
                <a:lnTo>
                  <a:pt x="1802" y="55"/>
                </a:lnTo>
                <a:lnTo>
                  <a:pt x="1832" y="73"/>
                </a:lnTo>
                <a:lnTo>
                  <a:pt x="1862" y="89"/>
                </a:lnTo>
                <a:lnTo>
                  <a:pt x="1892" y="105"/>
                </a:lnTo>
                <a:lnTo>
                  <a:pt x="1921" y="117"/>
                </a:lnTo>
                <a:lnTo>
                  <a:pt x="1953" y="125"/>
                </a:lnTo>
                <a:lnTo>
                  <a:pt x="1984" y="129"/>
                </a:lnTo>
                <a:lnTo>
                  <a:pt x="2017" y="129"/>
                </a:lnTo>
                <a:lnTo>
                  <a:pt x="2051" y="127"/>
                </a:lnTo>
                <a:lnTo>
                  <a:pt x="2085" y="123"/>
                </a:lnTo>
                <a:lnTo>
                  <a:pt x="2119" y="118"/>
                </a:lnTo>
                <a:lnTo>
                  <a:pt x="2153" y="114"/>
                </a:lnTo>
                <a:lnTo>
                  <a:pt x="2187" y="111"/>
                </a:lnTo>
                <a:lnTo>
                  <a:pt x="2219" y="112"/>
                </a:lnTo>
                <a:lnTo>
                  <a:pt x="2250" y="116"/>
                </a:lnTo>
                <a:lnTo>
                  <a:pt x="2280" y="125"/>
                </a:lnTo>
                <a:lnTo>
                  <a:pt x="2305" y="138"/>
                </a:lnTo>
                <a:lnTo>
                  <a:pt x="2329" y="155"/>
                </a:lnTo>
                <a:lnTo>
                  <a:pt x="2350" y="175"/>
                </a:lnTo>
                <a:lnTo>
                  <a:pt x="2371" y="198"/>
                </a:lnTo>
                <a:lnTo>
                  <a:pt x="2390" y="222"/>
                </a:lnTo>
                <a:lnTo>
                  <a:pt x="2409" y="247"/>
                </a:lnTo>
                <a:lnTo>
                  <a:pt x="2428" y="272"/>
                </a:lnTo>
                <a:lnTo>
                  <a:pt x="2447" y="296"/>
                </a:lnTo>
                <a:lnTo>
                  <a:pt x="2467" y="319"/>
                </a:lnTo>
                <a:lnTo>
                  <a:pt x="2490" y="339"/>
                </a:lnTo>
                <a:lnTo>
                  <a:pt x="2512" y="357"/>
                </a:lnTo>
                <a:lnTo>
                  <a:pt x="2537" y="371"/>
                </a:lnTo>
                <a:lnTo>
                  <a:pt x="2564" y="383"/>
                </a:lnTo>
                <a:lnTo>
                  <a:pt x="2593" y="393"/>
                </a:lnTo>
                <a:lnTo>
                  <a:pt x="2623" y="402"/>
                </a:lnTo>
                <a:lnTo>
                  <a:pt x="2653" y="410"/>
                </a:lnTo>
                <a:lnTo>
                  <a:pt x="2684" y="418"/>
                </a:lnTo>
                <a:lnTo>
                  <a:pt x="2713" y="427"/>
                </a:lnTo>
                <a:lnTo>
                  <a:pt x="2742" y="437"/>
                </a:lnTo>
                <a:lnTo>
                  <a:pt x="2769" y="449"/>
                </a:lnTo>
                <a:lnTo>
                  <a:pt x="2793" y="464"/>
                </a:lnTo>
                <a:lnTo>
                  <a:pt x="2815" y="482"/>
                </a:lnTo>
                <a:lnTo>
                  <a:pt x="2833" y="504"/>
                </a:lnTo>
                <a:lnTo>
                  <a:pt x="2848" y="528"/>
                </a:lnTo>
                <a:lnTo>
                  <a:pt x="2860" y="555"/>
                </a:lnTo>
                <a:lnTo>
                  <a:pt x="2870" y="584"/>
                </a:lnTo>
                <a:lnTo>
                  <a:pt x="2879" y="613"/>
                </a:lnTo>
                <a:lnTo>
                  <a:pt x="2887" y="644"/>
                </a:lnTo>
                <a:lnTo>
                  <a:pt x="2895" y="674"/>
                </a:lnTo>
                <a:lnTo>
                  <a:pt x="2904" y="704"/>
                </a:lnTo>
                <a:lnTo>
                  <a:pt x="2914" y="733"/>
                </a:lnTo>
                <a:lnTo>
                  <a:pt x="2926" y="760"/>
                </a:lnTo>
                <a:lnTo>
                  <a:pt x="2940" y="785"/>
                </a:lnTo>
                <a:lnTo>
                  <a:pt x="2958" y="807"/>
                </a:lnTo>
                <a:lnTo>
                  <a:pt x="2978" y="830"/>
                </a:lnTo>
                <a:lnTo>
                  <a:pt x="3001" y="850"/>
                </a:lnTo>
                <a:lnTo>
                  <a:pt x="3025" y="869"/>
                </a:lnTo>
                <a:lnTo>
                  <a:pt x="3051" y="888"/>
                </a:lnTo>
                <a:lnTo>
                  <a:pt x="3076" y="907"/>
                </a:lnTo>
                <a:lnTo>
                  <a:pt x="3100" y="926"/>
                </a:lnTo>
                <a:lnTo>
                  <a:pt x="3123" y="947"/>
                </a:lnTo>
                <a:lnTo>
                  <a:pt x="3143" y="968"/>
                </a:lnTo>
                <a:lnTo>
                  <a:pt x="3160" y="992"/>
                </a:lnTo>
                <a:lnTo>
                  <a:pt x="3173" y="1017"/>
                </a:lnTo>
                <a:lnTo>
                  <a:pt x="3182" y="1047"/>
                </a:lnTo>
                <a:lnTo>
                  <a:pt x="3186" y="1078"/>
                </a:lnTo>
                <a:lnTo>
                  <a:pt x="3187" y="1110"/>
                </a:lnTo>
                <a:lnTo>
                  <a:pt x="3184" y="1144"/>
                </a:lnTo>
                <a:lnTo>
                  <a:pt x="3180" y="1178"/>
                </a:lnTo>
                <a:lnTo>
                  <a:pt x="3175" y="1212"/>
                </a:lnTo>
                <a:lnTo>
                  <a:pt x="3171" y="1246"/>
                </a:lnTo>
                <a:lnTo>
                  <a:pt x="3169" y="1280"/>
                </a:lnTo>
                <a:lnTo>
                  <a:pt x="3169" y="1313"/>
                </a:lnTo>
                <a:lnTo>
                  <a:pt x="3173" y="1344"/>
                </a:lnTo>
                <a:lnTo>
                  <a:pt x="3181" y="1375"/>
                </a:lnTo>
                <a:lnTo>
                  <a:pt x="3193" y="1404"/>
                </a:lnTo>
                <a:lnTo>
                  <a:pt x="3209" y="1434"/>
                </a:lnTo>
                <a:lnTo>
                  <a:pt x="3225" y="1464"/>
                </a:lnTo>
                <a:lnTo>
                  <a:pt x="3243" y="1494"/>
                </a:lnTo>
                <a:lnTo>
                  <a:pt x="3260" y="1523"/>
                </a:lnTo>
                <a:lnTo>
                  <a:pt x="3275" y="1554"/>
                </a:lnTo>
                <a:lnTo>
                  <a:pt x="3287" y="1584"/>
                </a:lnTo>
                <a:lnTo>
                  <a:pt x="3295" y="1615"/>
                </a:lnTo>
                <a:lnTo>
                  <a:pt x="3298" y="1647"/>
                </a:lnTo>
                <a:lnTo>
                  <a:pt x="3295" y="1679"/>
                </a:lnTo>
                <a:lnTo>
                  <a:pt x="3287" y="1710"/>
                </a:lnTo>
                <a:lnTo>
                  <a:pt x="3275" y="1740"/>
                </a:lnTo>
                <a:lnTo>
                  <a:pt x="3260" y="1771"/>
                </a:lnTo>
                <a:lnTo>
                  <a:pt x="3243" y="1800"/>
                </a:lnTo>
                <a:lnTo>
                  <a:pt x="3225" y="1830"/>
                </a:lnTo>
                <a:lnTo>
                  <a:pt x="3209" y="1860"/>
                </a:lnTo>
                <a:lnTo>
                  <a:pt x="3193" y="1890"/>
                </a:lnTo>
                <a:lnTo>
                  <a:pt x="3181" y="1919"/>
                </a:lnTo>
                <a:lnTo>
                  <a:pt x="3173" y="1950"/>
                </a:lnTo>
                <a:lnTo>
                  <a:pt x="3169" y="1981"/>
                </a:lnTo>
                <a:lnTo>
                  <a:pt x="3169" y="2014"/>
                </a:lnTo>
                <a:lnTo>
                  <a:pt x="3171" y="2048"/>
                </a:lnTo>
                <a:lnTo>
                  <a:pt x="3175" y="2082"/>
                </a:lnTo>
                <a:lnTo>
                  <a:pt x="3180" y="2116"/>
                </a:lnTo>
                <a:lnTo>
                  <a:pt x="3184" y="2150"/>
                </a:lnTo>
                <a:lnTo>
                  <a:pt x="3187" y="2184"/>
                </a:lnTo>
                <a:lnTo>
                  <a:pt x="3186" y="2216"/>
                </a:lnTo>
                <a:lnTo>
                  <a:pt x="3182" y="2247"/>
                </a:lnTo>
                <a:lnTo>
                  <a:pt x="3173" y="2277"/>
                </a:lnTo>
                <a:lnTo>
                  <a:pt x="3160" y="2302"/>
                </a:lnTo>
                <a:lnTo>
                  <a:pt x="3143" y="2326"/>
                </a:lnTo>
                <a:lnTo>
                  <a:pt x="3123" y="2347"/>
                </a:lnTo>
                <a:lnTo>
                  <a:pt x="3100" y="2368"/>
                </a:lnTo>
                <a:lnTo>
                  <a:pt x="3076" y="2387"/>
                </a:lnTo>
                <a:lnTo>
                  <a:pt x="3051" y="2406"/>
                </a:lnTo>
                <a:lnTo>
                  <a:pt x="3025" y="2425"/>
                </a:lnTo>
                <a:lnTo>
                  <a:pt x="3001" y="2444"/>
                </a:lnTo>
                <a:lnTo>
                  <a:pt x="2978" y="2464"/>
                </a:lnTo>
                <a:lnTo>
                  <a:pt x="2958" y="2487"/>
                </a:lnTo>
                <a:lnTo>
                  <a:pt x="2940" y="2509"/>
                </a:lnTo>
                <a:lnTo>
                  <a:pt x="2926" y="2534"/>
                </a:lnTo>
                <a:lnTo>
                  <a:pt x="2914" y="2561"/>
                </a:lnTo>
                <a:lnTo>
                  <a:pt x="2904" y="2590"/>
                </a:lnTo>
                <a:lnTo>
                  <a:pt x="2895" y="2620"/>
                </a:lnTo>
                <a:lnTo>
                  <a:pt x="2887" y="2650"/>
                </a:lnTo>
                <a:lnTo>
                  <a:pt x="2879" y="2681"/>
                </a:lnTo>
                <a:lnTo>
                  <a:pt x="2870" y="2710"/>
                </a:lnTo>
                <a:lnTo>
                  <a:pt x="2860" y="2739"/>
                </a:lnTo>
                <a:lnTo>
                  <a:pt x="2848" y="2766"/>
                </a:lnTo>
                <a:lnTo>
                  <a:pt x="2833" y="2790"/>
                </a:lnTo>
                <a:lnTo>
                  <a:pt x="2815" y="2812"/>
                </a:lnTo>
                <a:lnTo>
                  <a:pt x="2793" y="2830"/>
                </a:lnTo>
                <a:lnTo>
                  <a:pt x="2769" y="2845"/>
                </a:lnTo>
                <a:lnTo>
                  <a:pt x="2742" y="2857"/>
                </a:lnTo>
                <a:lnTo>
                  <a:pt x="2713" y="2867"/>
                </a:lnTo>
                <a:lnTo>
                  <a:pt x="2684" y="2876"/>
                </a:lnTo>
                <a:lnTo>
                  <a:pt x="2653" y="2884"/>
                </a:lnTo>
                <a:lnTo>
                  <a:pt x="2623" y="2892"/>
                </a:lnTo>
                <a:lnTo>
                  <a:pt x="2593" y="2901"/>
                </a:lnTo>
                <a:lnTo>
                  <a:pt x="2564" y="2911"/>
                </a:lnTo>
                <a:lnTo>
                  <a:pt x="2537" y="2923"/>
                </a:lnTo>
                <a:lnTo>
                  <a:pt x="2512" y="2937"/>
                </a:lnTo>
                <a:lnTo>
                  <a:pt x="2490" y="2955"/>
                </a:lnTo>
                <a:lnTo>
                  <a:pt x="2467" y="2975"/>
                </a:lnTo>
                <a:lnTo>
                  <a:pt x="2447" y="2998"/>
                </a:lnTo>
                <a:lnTo>
                  <a:pt x="2428" y="3022"/>
                </a:lnTo>
                <a:lnTo>
                  <a:pt x="2409" y="3047"/>
                </a:lnTo>
                <a:lnTo>
                  <a:pt x="2390" y="3072"/>
                </a:lnTo>
                <a:lnTo>
                  <a:pt x="2371" y="3096"/>
                </a:lnTo>
                <a:lnTo>
                  <a:pt x="2350" y="3119"/>
                </a:lnTo>
                <a:lnTo>
                  <a:pt x="2329" y="3139"/>
                </a:lnTo>
                <a:lnTo>
                  <a:pt x="2305" y="3156"/>
                </a:lnTo>
                <a:lnTo>
                  <a:pt x="2280" y="3169"/>
                </a:lnTo>
                <a:lnTo>
                  <a:pt x="2250" y="3178"/>
                </a:lnTo>
                <a:lnTo>
                  <a:pt x="2219" y="3182"/>
                </a:lnTo>
                <a:lnTo>
                  <a:pt x="2187" y="3183"/>
                </a:lnTo>
                <a:lnTo>
                  <a:pt x="2153" y="3180"/>
                </a:lnTo>
                <a:lnTo>
                  <a:pt x="2119" y="3176"/>
                </a:lnTo>
                <a:lnTo>
                  <a:pt x="2085" y="3171"/>
                </a:lnTo>
                <a:lnTo>
                  <a:pt x="2051" y="3167"/>
                </a:lnTo>
                <a:lnTo>
                  <a:pt x="2017" y="3165"/>
                </a:lnTo>
                <a:lnTo>
                  <a:pt x="1984" y="3165"/>
                </a:lnTo>
                <a:lnTo>
                  <a:pt x="1953" y="3169"/>
                </a:lnTo>
                <a:lnTo>
                  <a:pt x="1921" y="3177"/>
                </a:lnTo>
                <a:lnTo>
                  <a:pt x="1892" y="3189"/>
                </a:lnTo>
                <a:lnTo>
                  <a:pt x="1862" y="3205"/>
                </a:lnTo>
                <a:lnTo>
                  <a:pt x="1832" y="3221"/>
                </a:lnTo>
                <a:lnTo>
                  <a:pt x="1802" y="3239"/>
                </a:lnTo>
                <a:lnTo>
                  <a:pt x="1773" y="3256"/>
                </a:lnTo>
                <a:lnTo>
                  <a:pt x="1742" y="3271"/>
                </a:lnTo>
                <a:lnTo>
                  <a:pt x="1712" y="3283"/>
                </a:lnTo>
                <a:lnTo>
                  <a:pt x="1681" y="3291"/>
                </a:lnTo>
                <a:lnTo>
                  <a:pt x="1649" y="3294"/>
                </a:lnTo>
                <a:lnTo>
                  <a:pt x="1617" y="3291"/>
                </a:lnTo>
                <a:lnTo>
                  <a:pt x="1586" y="3283"/>
                </a:lnTo>
                <a:lnTo>
                  <a:pt x="1556" y="3271"/>
                </a:lnTo>
                <a:lnTo>
                  <a:pt x="1525" y="3256"/>
                </a:lnTo>
                <a:lnTo>
                  <a:pt x="1496" y="3239"/>
                </a:lnTo>
                <a:lnTo>
                  <a:pt x="1466" y="3221"/>
                </a:lnTo>
                <a:lnTo>
                  <a:pt x="1436" y="3205"/>
                </a:lnTo>
                <a:lnTo>
                  <a:pt x="1406" y="3189"/>
                </a:lnTo>
                <a:lnTo>
                  <a:pt x="1376" y="3177"/>
                </a:lnTo>
                <a:lnTo>
                  <a:pt x="1345" y="3169"/>
                </a:lnTo>
                <a:lnTo>
                  <a:pt x="1314" y="3165"/>
                </a:lnTo>
                <a:lnTo>
                  <a:pt x="1281" y="3165"/>
                </a:lnTo>
                <a:lnTo>
                  <a:pt x="1247" y="3167"/>
                </a:lnTo>
                <a:lnTo>
                  <a:pt x="1213" y="3171"/>
                </a:lnTo>
                <a:lnTo>
                  <a:pt x="1179" y="3176"/>
                </a:lnTo>
                <a:lnTo>
                  <a:pt x="1145" y="3180"/>
                </a:lnTo>
                <a:lnTo>
                  <a:pt x="1111" y="3183"/>
                </a:lnTo>
                <a:lnTo>
                  <a:pt x="1079" y="3182"/>
                </a:lnTo>
                <a:lnTo>
                  <a:pt x="1048" y="3178"/>
                </a:lnTo>
                <a:lnTo>
                  <a:pt x="1018" y="3169"/>
                </a:lnTo>
                <a:lnTo>
                  <a:pt x="993" y="3156"/>
                </a:lnTo>
                <a:lnTo>
                  <a:pt x="969" y="3139"/>
                </a:lnTo>
                <a:lnTo>
                  <a:pt x="948" y="3119"/>
                </a:lnTo>
                <a:lnTo>
                  <a:pt x="927" y="3096"/>
                </a:lnTo>
                <a:lnTo>
                  <a:pt x="908" y="3072"/>
                </a:lnTo>
                <a:lnTo>
                  <a:pt x="889" y="3047"/>
                </a:lnTo>
                <a:lnTo>
                  <a:pt x="870" y="3022"/>
                </a:lnTo>
                <a:lnTo>
                  <a:pt x="851" y="2998"/>
                </a:lnTo>
                <a:lnTo>
                  <a:pt x="831" y="2975"/>
                </a:lnTo>
                <a:lnTo>
                  <a:pt x="808" y="2955"/>
                </a:lnTo>
                <a:lnTo>
                  <a:pt x="786" y="2937"/>
                </a:lnTo>
                <a:lnTo>
                  <a:pt x="761" y="2923"/>
                </a:lnTo>
                <a:lnTo>
                  <a:pt x="734" y="2911"/>
                </a:lnTo>
                <a:lnTo>
                  <a:pt x="705" y="2901"/>
                </a:lnTo>
                <a:lnTo>
                  <a:pt x="675" y="2892"/>
                </a:lnTo>
                <a:lnTo>
                  <a:pt x="645" y="2884"/>
                </a:lnTo>
                <a:lnTo>
                  <a:pt x="614" y="2876"/>
                </a:lnTo>
                <a:lnTo>
                  <a:pt x="585" y="2867"/>
                </a:lnTo>
                <a:lnTo>
                  <a:pt x="556" y="2857"/>
                </a:lnTo>
                <a:lnTo>
                  <a:pt x="529" y="2845"/>
                </a:lnTo>
                <a:lnTo>
                  <a:pt x="505" y="2830"/>
                </a:lnTo>
                <a:lnTo>
                  <a:pt x="483" y="2812"/>
                </a:lnTo>
                <a:lnTo>
                  <a:pt x="465" y="2790"/>
                </a:lnTo>
                <a:lnTo>
                  <a:pt x="450" y="2766"/>
                </a:lnTo>
                <a:lnTo>
                  <a:pt x="438" y="2739"/>
                </a:lnTo>
                <a:lnTo>
                  <a:pt x="428" y="2710"/>
                </a:lnTo>
                <a:lnTo>
                  <a:pt x="419" y="2681"/>
                </a:lnTo>
                <a:lnTo>
                  <a:pt x="411" y="2650"/>
                </a:lnTo>
                <a:lnTo>
                  <a:pt x="403" y="2620"/>
                </a:lnTo>
                <a:lnTo>
                  <a:pt x="394" y="2590"/>
                </a:lnTo>
                <a:lnTo>
                  <a:pt x="384" y="2561"/>
                </a:lnTo>
                <a:lnTo>
                  <a:pt x="372" y="2534"/>
                </a:lnTo>
                <a:lnTo>
                  <a:pt x="358" y="2509"/>
                </a:lnTo>
                <a:lnTo>
                  <a:pt x="340" y="2487"/>
                </a:lnTo>
                <a:lnTo>
                  <a:pt x="320" y="2464"/>
                </a:lnTo>
                <a:lnTo>
                  <a:pt x="297" y="2444"/>
                </a:lnTo>
                <a:lnTo>
                  <a:pt x="272" y="2425"/>
                </a:lnTo>
                <a:lnTo>
                  <a:pt x="247" y="2406"/>
                </a:lnTo>
                <a:lnTo>
                  <a:pt x="222" y="2387"/>
                </a:lnTo>
                <a:lnTo>
                  <a:pt x="198" y="2368"/>
                </a:lnTo>
                <a:lnTo>
                  <a:pt x="175" y="2347"/>
                </a:lnTo>
                <a:lnTo>
                  <a:pt x="155" y="2326"/>
                </a:lnTo>
                <a:lnTo>
                  <a:pt x="138" y="2302"/>
                </a:lnTo>
                <a:lnTo>
                  <a:pt x="125" y="2277"/>
                </a:lnTo>
                <a:lnTo>
                  <a:pt x="116" y="2247"/>
                </a:lnTo>
                <a:lnTo>
                  <a:pt x="112" y="2216"/>
                </a:lnTo>
                <a:lnTo>
                  <a:pt x="111" y="2184"/>
                </a:lnTo>
                <a:lnTo>
                  <a:pt x="114" y="2150"/>
                </a:lnTo>
                <a:lnTo>
                  <a:pt x="118" y="2116"/>
                </a:lnTo>
                <a:lnTo>
                  <a:pt x="123" y="2082"/>
                </a:lnTo>
                <a:lnTo>
                  <a:pt x="127" y="2048"/>
                </a:lnTo>
                <a:lnTo>
                  <a:pt x="129" y="2014"/>
                </a:lnTo>
                <a:lnTo>
                  <a:pt x="129" y="1981"/>
                </a:lnTo>
                <a:lnTo>
                  <a:pt x="125" y="1950"/>
                </a:lnTo>
                <a:lnTo>
                  <a:pt x="117" y="1919"/>
                </a:lnTo>
                <a:lnTo>
                  <a:pt x="105" y="1890"/>
                </a:lnTo>
                <a:lnTo>
                  <a:pt x="90" y="1860"/>
                </a:lnTo>
                <a:lnTo>
                  <a:pt x="73" y="1830"/>
                </a:lnTo>
                <a:lnTo>
                  <a:pt x="55" y="1800"/>
                </a:lnTo>
                <a:lnTo>
                  <a:pt x="38" y="1771"/>
                </a:lnTo>
                <a:lnTo>
                  <a:pt x="23" y="1740"/>
                </a:lnTo>
                <a:lnTo>
                  <a:pt x="11" y="1710"/>
                </a:lnTo>
                <a:lnTo>
                  <a:pt x="3" y="1679"/>
                </a:lnTo>
                <a:lnTo>
                  <a:pt x="0" y="1647"/>
                </a:lnTo>
                <a:lnTo>
                  <a:pt x="3" y="1615"/>
                </a:lnTo>
                <a:lnTo>
                  <a:pt x="11" y="1584"/>
                </a:lnTo>
                <a:lnTo>
                  <a:pt x="23" y="1554"/>
                </a:lnTo>
                <a:lnTo>
                  <a:pt x="38" y="1523"/>
                </a:lnTo>
                <a:lnTo>
                  <a:pt x="55" y="1494"/>
                </a:lnTo>
                <a:lnTo>
                  <a:pt x="73" y="1464"/>
                </a:lnTo>
                <a:lnTo>
                  <a:pt x="90" y="1434"/>
                </a:lnTo>
                <a:lnTo>
                  <a:pt x="105" y="1404"/>
                </a:lnTo>
                <a:lnTo>
                  <a:pt x="117" y="1375"/>
                </a:lnTo>
                <a:lnTo>
                  <a:pt x="125" y="1344"/>
                </a:lnTo>
                <a:lnTo>
                  <a:pt x="129" y="1313"/>
                </a:lnTo>
                <a:lnTo>
                  <a:pt x="129" y="1280"/>
                </a:lnTo>
                <a:lnTo>
                  <a:pt x="127" y="1246"/>
                </a:lnTo>
                <a:lnTo>
                  <a:pt x="123" y="1212"/>
                </a:lnTo>
                <a:lnTo>
                  <a:pt x="118" y="1178"/>
                </a:lnTo>
                <a:lnTo>
                  <a:pt x="114" y="1144"/>
                </a:lnTo>
                <a:lnTo>
                  <a:pt x="111" y="1110"/>
                </a:lnTo>
                <a:lnTo>
                  <a:pt x="112" y="1078"/>
                </a:lnTo>
                <a:lnTo>
                  <a:pt x="116" y="1047"/>
                </a:lnTo>
                <a:lnTo>
                  <a:pt x="125" y="1017"/>
                </a:lnTo>
                <a:lnTo>
                  <a:pt x="138" y="992"/>
                </a:lnTo>
                <a:lnTo>
                  <a:pt x="155" y="968"/>
                </a:lnTo>
                <a:lnTo>
                  <a:pt x="175" y="947"/>
                </a:lnTo>
                <a:lnTo>
                  <a:pt x="198" y="926"/>
                </a:lnTo>
                <a:lnTo>
                  <a:pt x="222" y="907"/>
                </a:lnTo>
                <a:lnTo>
                  <a:pt x="247" y="888"/>
                </a:lnTo>
                <a:lnTo>
                  <a:pt x="272" y="869"/>
                </a:lnTo>
                <a:lnTo>
                  <a:pt x="297" y="850"/>
                </a:lnTo>
                <a:lnTo>
                  <a:pt x="320" y="830"/>
                </a:lnTo>
                <a:lnTo>
                  <a:pt x="340" y="807"/>
                </a:lnTo>
                <a:lnTo>
                  <a:pt x="358" y="785"/>
                </a:lnTo>
                <a:lnTo>
                  <a:pt x="372" y="760"/>
                </a:lnTo>
                <a:lnTo>
                  <a:pt x="384" y="733"/>
                </a:lnTo>
                <a:lnTo>
                  <a:pt x="394" y="704"/>
                </a:lnTo>
                <a:lnTo>
                  <a:pt x="403" y="674"/>
                </a:lnTo>
                <a:lnTo>
                  <a:pt x="411" y="644"/>
                </a:lnTo>
                <a:lnTo>
                  <a:pt x="419" y="613"/>
                </a:lnTo>
                <a:lnTo>
                  <a:pt x="428" y="584"/>
                </a:lnTo>
                <a:lnTo>
                  <a:pt x="438" y="555"/>
                </a:lnTo>
                <a:lnTo>
                  <a:pt x="450" y="528"/>
                </a:lnTo>
                <a:lnTo>
                  <a:pt x="465" y="504"/>
                </a:lnTo>
                <a:lnTo>
                  <a:pt x="483" y="482"/>
                </a:lnTo>
                <a:lnTo>
                  <a:pt x="505" y="464"/>
                </a:lnTo>
                <a:lnTo>
                  <a:pt x="529" y="449"/>
                </a:lnTo>
                <a:lnTo>
                  <a:pt x="556" y="437"/>
                </a:lnTo>
                <a:lnTo>
                  <a:pt x="585" y="427"/>
                </a:lnTo>
                <a:lnTo>
                  <a:pt x="614" y="418"/>
                </a:lnTo>
                <a:lnTo>
                  <a:pt x="645" y="410"/>
                </a:lnTo>
                <a:lnTo>
                  <a:pt x="675" y="402"/>
                </a:lnTo>
                <a:lnTo>
                  <a:pt x="705" y="393"/>
                </a:lnTo>
                <a:lnTo>
                  <a:pt x="734" y="383"/>
                </a:lnTo>
                <a:lnTo>
                  <a:pt x="761" y="371"/>
                </a:lnTo>
                <a:lnTo>
                  <a:pt x="786" y="357"/>
                </a:lnTo>
                <a:lnTo>
                  <a:pt x="808" y="339"/>
                </a:lnTo>
                <a:lnTo>
                  <a:pt x="831" y="319"/>
                </a:lnTo>
                <a:lnTo>
                  <a:pt x="851" y="296"/>
                </a:lnTo>
                <a:lnTo>
                  <a:pt x="870" y="272"/>
                </a:lnTo>
                <a:lnTo>
                  <a:pt x="889" y="247"/>
                </a:lnTo>
                <a:lnTo>
                  <a:pt x="908" y="222"/>
                </a:lnTo>
                <a:lnTo>
                  <a:pt x="927" y="198"/>
                </a:lnTo>
                <a:lnTo>
                  <a:pt x="948" y="175"/>
                </a:lnTo>
                <a:lnTo>
                  <a:pt x="969" y="155"/>
                </a:lnTo>
                <a:lnTo>
                  <a:pt x="993" y="138"/>
                </a:lnTo>
                <a:lnTo>
                  <a:pt x="1018" y="125"/>
                </a:lnTo>
                <a:lnTo>
                  <a:pt x="1048" y="116"/>
                </a:lnTo>
                <a:lnTo>
                  <a:pt x="1079" y="112"/>
                </a:lnTo>
                <a:lnTo>
                  <a:pt x="1111" y="111"/>
                </a:lnTo>
                <a:lnTo>
                  <a:pt x="1145" y="114"/>
                </a:lnTo>
                <a:lnTo>
                  <a:pt x="1179" y="118"/>
                </a:lnTo>
                <a:lnTo>
                  <a:pt x="1213" y="123"/>
                </a:lnTo>
                <a:lnTo>
                  <a:pt x="1247" y="127"/>
                </a:lnTo>
                <a:lnTo>
                  <a:pt x="1281" y="129"/>
                </a:lnTo>
                <a:lnTo>
                  <a:pt x="1314" y="129"/>
                </a:lnTo>
                <a:lnTo>
                  <a:pt x="1345" y="125"/>
                </a:lnTo>
                <a:lnTo>
                  <a:pt x="1376" y="117"/>
                </a:lnTo>
                <a:lnTo>
                  <a:pt x="1406" y="105"/>
                </a:lnTo>
                <a:lnTo>
                  <a:pt x="1436" y="89"/>
                </a:lnTo>
                <a:lnTo>
                  <a:pt x="1466" y="73"/>
                </a:lnTo>
                <a:lnTo>
                  <a:pt x="1496" y="55"/>
                </a:lnTo>
                <a:lnTo>
                  <a:pt x="1525" y="38"/>
                </a:lnTo>
                <a:lnTo>
                  <a:pt x="1556" y="23"/>
                </a:lnTo>
                <a:lnTo>
                  <a:pt x="1586" y="11"/>
                </a:lnTo>
                <a:lnTo>
                  <a:pt x="1617" y="3"/>
                </a:lnTo>
                <a:lnTo>
                  <a:pt x="1649" y="0"/>
                </a:lnTo>
                <a:close/>
              </a:path>
            </a:pathLst>
          </a:custGeom>
          <a:solidFill>
            <a:schemeClr val="bg2"/>
          </a:solidFill>
          <a:ln w="0">
            <a:noFill/>
            <a:prstDash val="solid"/>
            <a:round/>
            <a:headEnd/>
            <a:tailEnd/>
          </a:ln>
        </p:spPr>
      </p:sp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078523" y="1098388"/>
            <a:ext cx="10318418" cy="4394988"/>
          </a:xfrm>
        </p:spPr>
        <p:txBody>
          <a:bodyPr anchor="ctr">
            <a:noAutofit/>
          </a:bodyPr>
          <a:lstStyle>
            <a:lvl1pPr algn="ctr">
              <a:defRPr sz="10000" spc="800" baseline="0"/>
            </a:lvl1pPr>
          </a:lstStyle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215045" y="5979196"/>
            <a:ext cx="8045373" cy="742279"/>
          </a:xfrm>
        </p:spPr>
        <p:txBody>
          <a:bodyPr anchor="t">
            <a:normAutofit/>
          </a:bodyPr>
          <a:lstStyle>
            <a:lvl1pPr marL="0" indent="0" algn="ctr">
              <a:lnSpc>
                <a:spcPct val="100000"/>
              </a:lnSpc>
              <a:buNone/>
              <a:defRPr sz="2000" b="1" i="0" cap="all" spc="400" baseline="0">
                <a:solidFill>
                  <a:schemeClr val="tx2"/>
                </a:solidFill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GB"/>
              <a:t>Click to edit Master subtitle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1078523" y="6375679"/>
            <a:ext cx="2329722" cy="348462"/>
          </a:xfrm>
        </p:spPr>
        <p:txBody>
          <a:bodyPr/>
          <a:lstStyle>
            <a:lvl1pPr>
              <a:defRPr baseline="0">
                <a:solidFill>
                  <a:schemeClr val="accent1">
                    <a:lumMod val="50000"/>
                  </a:schemeClr>
                </a:solidFill>
              </a:defRPr>
            </a:lvl1pPr>
          </a:lstStyle>
          <a:p>
            <a:fld id="{9334D819-9F07-4261-B09B-9E467E5D9002}" type="datetimeFigureOut">
              <a:rPr lang="en-US" smtClean="0"/>
              <a:pPr/>
              <a:t>11/28/24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4180332" y="6375679"/>
            <a:ext cx="4114800" cy="345796"/>
          </a:xfrm>
        </p:spPr>
        <p:txBody>
          <a:bodyPr/>
          <a:lstStyle>
            <a:lvl1pPr>
              <a:defRPr baseline="0">
                <a:solidFill>
                  <a:schemeClr val="accent1">
                    <a:lumMod val="50000"/>
                  </a:schemeClr>
                </a:solidFill>
              </a:defRPr>
            </a:lvl1pPr>
          </a:lstStyle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9067218" y="6375679"/>
            <a:ext cx="2329723" cy="345796"/>
          </a:xfrm>
        </p:spPr>
        <p:txBody>
          <a:bodyPr/>
          <a:lstStyle>
            <a:lvl1pPr>
              <a:defRPr baseline="0">
                <a:solidFill>
                  <a:schemeClr val="accent1">
                    <a:lumMod val="50000"/>
                  </a:schemeClr>
                </a:solidFill>
              </a:defRPr>
            </a:lvl1pPr>
          </a:lstStyle>
          <a:p>
            <a:fld id="{71766878-3199-4EAB-94E7-2D6D11070E14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13" name="Rectangle 12" title="left edge border"/>
          <p:cNvSpPr/>
          <p:nvPr/>
        </p:nvSpPr>
        <p:spPr>
          <a:xfrm>
            <a:off x="0" y="0"/>
            <a:ext cx="283464" cy="6858000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</p:spTree>
    <p:extLst>
      <p:ext uri="{BB962C8B-B14F-4D97-AF65-F5344CB8AC3E}">
        <p14:creationId xmlns:p14="http://schemas.microsoft.com/office/powerpoint/2010/main" val="325552478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334D819-9F07-4261-B09B-9E467E5D9002}" type="datetimeFigureOut">
              <a:rPr lang="en-US" smtClean="0"/>
              <a:t>11/28/24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1766878-3199-4EAB-94E7-2D6D11070E14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228206490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secHead" preserve="1">
  <p:cSld name="Section Header">
    <p:bg>
      <p:bgRef idx="1001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242929" y="1073888"/>
            <a:ext cx="8187071" cy="4064627"/>
          </a:xfrm>
        </p:spPr>
        <p:txBody>
          <a:bodyPr anchor="b">
            <a:normAutofit/>
          </a:bodyPr>
          <a:lstStyle>
            <a:lvl1pPr>
              <a:defRPr sz="8400" spc="800" baseline="0">
                <a:solidFill>
                  <a:schemeClr val="tx2"/>
                </a:solidFill>
              </a:defRPr>
            </a:lvl1pPr>
          </a:lstStyle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3242930" y="5159781"/>
            <a:ext cx="7017488" cy="951135"/>
          </a:xfrm>
        </p:spPr>
        <p:txBody>
          <a:bodyPr>
            <a:normAutofit/>
          </a:bodyPr>
          <a:lstStyle>
            <a:lvl1pPr marL="0" indent="0">
              <a:lnSpc>
                <a:spcPct val="100000"/>
              </a:lnSpc>
              <a:buNone/>
              <a:defRPr sz="2000" b="1" i="0" cap="all" spc="400" baseline="0">
                <a:solidFill>
                  <a:schemeClr val="accent1"/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3236546" y="6375679"/>
            <a:ext cx="1493947" cy="348462"/>
          </a:xfrm>
        </p:spPr>
        <p:txBody>
          <a:bodyPr/>
          <a:lstStyle>
            <a:lvl1pPr>
              <a:defRPr baseline="0">
                <a:solidFill>
                  <a:schemeClr val="tx2"/>
                </a:solidFill>
              </a:defRPr>
            </a:lvl1pPr>
          </a:lstStyle>
          <a:p>
            <a:fld id="{9334D819-9F07-4261-B09B-9E467E5D9002}" type="datetimeFigureOut">
              <a:rPr lang="en-US" smtClean="0"/>
              <a:pPr/>
              <a:t>11/28/24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5279064" y="6375679"/>
            <a:ext cx="4114800" cy="345796"/>
          </a:xfrm>
        </p:spPr>
        <p:txBody>
          <a:bodyPr/>
          <a:lstStyle>
            <a:lvl1pPr>
              <a:defRPr baseline="0">
                <a:solidFill>
                  <a:schemeClr val="tx2"/>
                </a:solidFill>
              </a:defRPr>
            </a:lvl1pPr>
          </a:lstStyle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9942434" y="6375679"/>
            <a:ext cx="1487566" cy="345796"/>
          </a:xfrm>
        </p:spPr>
        <p:txBody>
          <a:bodyPr/>
          <a:lstStyle>
            <a:lvl1pPr>
              <a:defRPr baseline="0">
                <a:solidFill>
                  <a:schemeClr val="tx2"/>
                </a:solidFill>
              </a:defRPr>
            </a:lvl1pPr>
          </a:lstStyle>
          <a:p>
            <a:fld id="{71766878-3199-4EAB-94E7-2D6D11070E14}" type="slidenum">
              <a:rPr lang="en-US" smtClean="0"/>
              <a:pPr/>
              <a:t>‹#›</a:t>
            </a:fld>
            <a:endParaRPr lang="en-US" dirty="0"/>
          </a:p>
        </p:txBody>
      </p:sp>
      <p:grpSp>
        <p:nvGrpSpPr>
          <p:cNvPr id="7" name="Group 6" title="left scallop shape"/>
          <p:cNvGrpSpPr/>
          <p:nvPr/>
        </p:nvGrpSpPr>
        <p:grpSpPr>
          <a:xfrm>
            <a:off x="0" y="0"/>
            <a:ext cx="2814638" cy="6858000"/>
            <a:chOff x="0" y="0"/>
            <a:chExt cx="2814638" cy="6858000"/>
          </a:xfrm>
        </p:grpSpPr>
        <p:sp>
          <p:nvSpPr>
            <p:cNvPr id="11" name="Freeform 6" title="left scallop shape"/>
            <p:cNvSpPr/>
            <p:nvPr/>
          </p:nvSpPr>
          <p:spPr bwMode="auto">
            <a:xfrm>
              <a:off x="0" y="0"/>
              <a:ext cx="2814638" cy="6858000"/>
            </a:xfrm>
            <a:custGeom>
              <a:avLst/>
              <a:gdLst/>
              <a:ahLst/>
              <a:cxnLst/>
              <a:rect l="0" t="0" r="r" b="b"/>
              <a:pathLst>
                <a:path w="1773" h="4320">
                  <a:moveTo>
                    <a:pt x="0" y="0"/>
                  </a:moveTo>
                  <a:lnTo>
                    <a:pt x="891" y="0"/>
                  </a:lnTo>
                  <a:lnTo>
                    <a:pt x="906" y="56"/>
                  </a:lnTo>
                  <a:lnTo>
                    <a:pt x="921" y="111"/>
                  </a:lnTo>
                  <a:lnTo>
                    <a:pt x="938" y="165"/>
                  </a:lnTo>
                  <a:lnTo>
                    <a:pt x="957" y="217"/>
                  </a:lnTo>
                  <a:lnTo>
                    <a:pt x="980" y="266"/>
                  </a:lnTo>
                  <a:lnTo>
                    <a:pt x="1007" y="312"/>
                  </a:lnTo>
                  <a:lnTo>
                    <a:pt x="1036" y="351"/>
                  </a:lnTo>
                  <a:lnTo>
                    <a:pt x="1069" y="387"/>
                  </a:lnTo>
                  <a:lnTo>
                    <a:pt x="1105" y="422"/>
                  </a:lnTo>
                  <a:lnTo>
                    <a:pt x="1145" y="456"/>
                  </a:lnTo>
                  <a:lnTo>
                    <a:pt x="1185" y="487"/>
                  </a:lnTo>
                  <a:lnTo>
                    <a:pt x="1227" y="520"/>
                  </a:lnTo>
                  <a:lnTo>
                    <a:pt x="1270" y="551"/>
                  </a:lnTo>
                  <a:lnTo>
                    <a:pt x="1311" y="584"/>
                  </a:lnTo>
                  <a:lnTo>
                    <a:pt x="1352" y="617"/>
                  </a:lnTo>
                  <a:lnTo>
                    <a:pt x="1390" y="651"/>
                  </a:lnTo>
                  <a:lnTo>
                    <a:pt x="1425" y="687"/>
                  </a:lnTo>
                  <a:lnTo>
                    <a:pt x="1456" y="725"/>
                  </a:lnTo>
                  <a:lnTo>
                    <a:pt x="1484" y="765"/>
                  </a:lnTo>
                  <a:lnTo>
                    <a:pt x="1505" y="808"/>
                  </a:lnTo>
                  <a:lnTo>
                    <a:pt x="1521" y="856"/>
                  </a:lnTo>
                  <a:lnTo>
                    <a:pt x="1530" y="907"/>
                  </a:lnTo>
                  <a:lnTo>
                    <a:pt x="1534" y="960"/>
                  </a:lnTo>
                  <a:lnTo>
                    <a:pt x="1534" y="1013"/>
                  </a:lnTo>
                  <a:lnTo>
                    <a:pt x="1530" y="1068"/>
                  </a:lnTo>
                  <a:lnTo>
                    <a:pt x="1523" y="1125"/>
                  </a:lnTo>
                  <a:lnTo>
                    <a:pt x="1515" y="1181"/>
                  </a:lnTo>
                  <a:lnTo>
                    <a:pt x="1508" y="1237"/>
                  </a:lnTo>
                  <a:lnTo>
                    <a:pt x="1501" y="1293"/>
                  </a:lnTo>
                  <a:lnTo>
                    <a:pt x="1496" y="1350"/>
                  </a:lnTo>
                  <a:lnTo>
                    <a:pt x="1494" y="1405"/>
                  </a:lnTo>
                  <a:lnTo>
                    <a:pt x="1497" y="1458"/>
                  </a:lnTo>
                  <a:lnTo>
                    <a:pt x="1504" y="1511"/>
                  </a:lnTo>
                  <a:lnTo>
                    <a:pt x="1517" y="1560"/>
                  </a:lnTo>
                  <a:lnTo>
                    <a:pt x="1535" y="1610"/>
                  </a:lnTo>
                  <a:lnTo>
                    <a:pt x="1557" y="1659"/>
                  </a:lnTo>
                  <a:lnTo>
                    <a:pt x="1583" y="1708"/>
                  </a:lnTo>
                  <a:lnTo>
                    <a:pt x="1611" y="1757"/>
                  </a:lnTo>
                  <a:lnTo>
                    <a:pt x="1640" y="1807"/>
                  </a:lnTo>
                  <a:lnTo>
                    <a:pt x="1669" y="1855"/>
                  </a:lnTo>
                  <a:lnTo>
                    <a:pt x="1696" y="1905"/>
                  </a:lnTo>
                  <a:lnTo>
                    <a:pt x="1721" y="1954"/>
                  </a:lnTo>
                  <a:lnTo>
                    <a:pt x="1742" y="2006"/>
                  </a:lnTo>
                  <a:lnTo>
                    <a:pt x="1759" y="2057"/>
                  </a:lnTo>
                  <a:lnTo>
                    <a:pt x="1769" y="2108"/>
                  </a:lnTo>
                  <a:lnTo>
                    <a:pt x="1773" y="2160"/>
                  </a:lnTo>
                  <a:lnTo>
                    <a:pt x="1769" y="2212"/>
                  </a:lnTo>
                  <a:lnTo>
                    <a:pt x="1759" y="2263"/>
                  </a:lnTo>
                  <a:lnTo>
                    <a:pt x="1742" y="2314"/>
                  </a:lnTo>
                  <a:lnTo>
                    <a:pt x="1721" y="2366"/>
                  </a:lnTo>
                  <a:lnTo>
                    <a:pt x="1696" y="2415"/>
                  </a:lnTo>
                  <a:lnTo>
                    <a:pt x="1669" y="2465"/>
                  </a:lnTo>
                  <a:lnTo>
                    <a:pt x="1640" y="2513"/>
                  </a:lnTo>
                  <a:lnTo>
                    <a:pt x="1611" y="2563"/>
                  </a:lnTo>
                  <a:lnTo>
                    <a:pt x="1583" y="2612"/>
                  </a:lnTo>
                  <a:lnTo>
                    <a:pt x="1557" y="2661"/>
                  </a:lnTo>
                  <a:lnTo>
                    <a:pt x="1535" y="2710"/>
                  </a:lnTo>
                  <a:lnTo>
                    <a:pt x="1517" y="2760"/>
                  </a:lnTo>
                  <a:lnTo>
                    <a:pt x="1504" y="2809"/>
                  </a:lnTo>
                  <a:lnTo>
                    <a:pt x="1497" y="2862"/>
                  </a:lnTo>
                  <a:lnTo>
                    <a:pt x="1494" y="2915"/>
                  </a:lnTo>
                  <a:lnTo>
                    <a:pt x="1496" y="2970"/>
                  </a:lnTo>
                  <a:lnTo>
                    <a:pt x="1501" y="3027"/>
                  </a:lnTo>
                  <a:lnTo>
                    <a:pt x="1508" y="3083"/>
                  </a:lnTo>
                  <a:lnTo>
                    <a:pt x="1515" y="3139"/>
                  </a:lnTo>
                  <a:lnTo>
                    <a:pt x="1523" y="3195"/>
                  </a:lnTo>
                  <a:lnTo>
                    <a:pt x="1530" y="3252"/>
                  </a:lnTo>
                  <a:lnTo>
                    <a:pt x="1534" y="3307"/>
                  </a:lnTo>
                  <a:lnTo>
                    <a:pt x="1534" y="3360"/>
                  </a:lnTo>
                  <a:lnTo>
                    <a:pt x="1530" y="3413"/>
                  </a:lnTo>
                  <a:lnTo>
                    <a:pt x="1521" y="3464"/>
                  </a:lnTo>
                  <a:lnTo>
                    <a:pt x="1505" y="3512"/>
                  </a:lnTo>
                  <a:lnTo>
                    <a:pt x="1484" y="3555"/>
                  </a:lnTo>
                  <a:lnTo>
                    <a:pt x="1456" y="3595"/>
                  </a:lnTo>
                  <a:lnTo>
                    <a:pt x="1425" y="3633"/>
                  </a:lnTo>
                  <a:lnTo>
                    <a:pt x="1390" y="3669"/>
                  </a:lnTo>
                  <a:lnTo>
                    <a:pt x="1352" y="3703"/>
                  </a:lnTo>
                  <a:lnTo>
                    <a:pt x="1311" y="3736"/>
                  </a:lnTo>
                  <a:lnTo>
                    <a:pt x="1270" y="3769"/>
                  </a:lnTo>
                  <a:lnTo>
                    <a:pt x="1227" y="3800"/>
                  </a:lnTo>
                  <a:lnTo>
                    <a:pt x="1185" y="3833"/>
                  </a:lnTo>
                  <a:lnTo>
                    <a:pt x="1145" y="3864"/>
                  </a:lnTo>
                  <a:lnTo>
                    <a:pt x="1105" y="3898"/>
                  </a:lnTo>
                  <a:lnTo>
                    <a:pt x="1069" y="3933"/>
                  </a:lnTo>
                  <a:lnTo>
                    <a:pt x="1036" y="3969"/>
                  </a:lnTo>
                  <a:lnTo>
                    <a:pt x="1007" y="4008"/>
                  </a:lnTo>
                  <a:lnTo>
                    <a:pt x="980" y="4054"/>
                  </a:lnTo>
                  <a:lnTo>
                    <a:pt x="957" y="4103"/>
                  </a:lnTo>
                  <a:lnTo>
                    <a:pt x="938" y="4155"/>
                  </a:lnTo>
                  <a:lnTo>
                    <a:pt x="921" y="4209"/>
                  </a:lnTo>
                  <a:lnTo>
                    <a:pt x="906" y="4264"/>
                  </a:lnTo>
                  <a:lnTo>
                    <a:pt x="891" y="4320"/>
                  </a:lnTo>
                  <a:lnTo>
                    <a:pt x="0" y="432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tx2"/>
            </a:solidFill>
            <a:ln w="0">
              <a:noFill/>
              <a:prstDash val="solid"/>
              <a:round/>
              <a:headEnd/>
              <a:tailEnd/>
            </a:ln>
          </p:spPr>
        </p:sp>
        <p:sp>
          <p:nvSpPr>
            <p:cNvPr id="16" name="Freeform 11" title="left scallop inline"/>
            <p:cNvSpPr/>
            <p:nvPr/>
          </p:nvSpPr>
          <p:spPr bwMode="auto">
            <a:xfrm>
              <a:off x="874382" y="0"/>
              <a:ext cx="1646238" cy="6858000"/>
            </a:xfrm>
            <a:custGeom>
              <a:avLst/>
              <a:gdLst/>
              <a:ahLst/>
              <a:cxnLst/>
              <a:rect l="0" t="0" r="r" b="b"/>
              <a:pathLst>
                <a:path w="1037" h="4320">
                  <a:moveTo>
                    <a:pt x="0" y="0"/>
                  </a:moveTo>
                  <a:lnTo>
                    <a:pt x="171" y="0"/>
                  </a:lnTo>
                  <a:lnTo>
                    <a:pt x="188" y="55"/>
                  </a:lnTo>
                  <a:lnTo>
                    <a:pt x="204" y="110"/>
                  </a:lnTo>
                  <a:lnTo>
                    <a:pt x="220" y="166"/>
                  </a:lnTo>
                  <a:lnTo>
                    <a:pt x="234" y="223"/>
                  </a:lnTo>
                  <a:lnTo>
                    <a:pt x="251" y="278"/>
                  </a:lnTo>
                  <a:lnTo>
                    <a:pt x="269" y="331"/>
                  </a:lnTo>
                  <a:lnTo>
                    <a:pt x="292" y="381"/>
                  </a:lnTo>
                  <a:lnTo>
                    <a:pt x="319" y="427"/>
                  </a:lnTo>
                  <a:lnTo>
                    <a:pt x="349" y="466"/>
                  </a:lnTo>
                  <a:lnTo>
                    <a:pt x="382" y="503"/>
                  </a:lnTo>
                  <a:lnTo>
                    <a:pt x="420" y="537"/>
                  </a:lnTo>
                  <a:lnTo>
                    <a:pt x="460" y="571"/>
                  </a:lnTo>
                  <a:lnTo>
                    <a:pt x="502" y="603"/>
                  </a:lnTo>
                  <a:lnTo>
                    <a:pt x="544" y="635"/>
                  </a:lnTo>
                  <a:lnTo>
                    <a:pt x="587" y="668"/>
                  </a:lnTo>
                  <a:lnTo>
                    <a:pt x="628" y="700"/>
                  </a:lnTo>
                  <a:lnTo>
                    <a:pt x="667" y="734"/>
                  </a:lnTo>
                  <a:lnTo>
                    <a:pt x="703" y="771"/>
                  </a:lnTo>
                  <a:lnTo>
                    <a:pt x="736" y="808"/>
                  </a:lnTo>
                  <a:lnTo>
                    <a:pt x="763" y="848"/>
                  </a:lnTo>
                  <a:lnTo>
                    <a:pt x="786" y="893"/>
                  </a:lnTo>
                  <a:lnTo>
                    <a:pt x="800" y="937"/>
                  </a:lnTo>
                  <a:lnTo>
                    <a:pt x="809" y="986"/>
                  </a:lnTo>
                  <a:lnTo>
                    <a:pt x="813" y="1034"/>
                  </a:lnTo>
                  <a:lnTo>
                    <a:pt x="812" y="1085"/>
                  </a:lnTo>
                  <a:lnTo>
                    <a:pt x="808" y="1136"/>
                  </a:lnTo>
                  <a:lnTo>
                    <a:pt x="803" y="1189"/>
                  </a:lnTo>
                  <a:lnTo>
                    <a:pt x="796" y="1242"/>
                  </a:lnTo>
                  <a:lnTo>
                    <a:pt x="788" y="1295"/>
                  </a:lnTo>
                  <a:lnTo>
                    <a:pt x="782" y="1348"/>
                  </a:lnTo>
                  <a:lnTo>
                    <a:pt x="778" y="1401"/>
                  </a:lnTo>
                  <a:lnTo>
                    <a:pt x="775" y="1452"/>
                  </a:lnTo>
                  <a:lnTo>
                    <a:pt x="778" y="1502"/>
                  </a:lnTo>
                  <a:lnTo>
                    <a:pt x="784" y="1551"/>
                  </a:lnTo>
                  <a:lnTo>
                    <a:pt x="797" y="1602"/>
                  </a:lnTo>
                  <a:lnTo>
                    <a:pt x="817" y="1652"/>
                  </a:lnTo>
                  <a:lnTo>
                    <a:pt x="841" y="1702"/>
                  </a:lnTo>
                  <a:lnTo>
                    <a:pt x="868" y="1752"/>
                  </a:lnTo>
                  <a:lnTo>
                    <a:pt x="896" y="1801"/>
                  </a:lnTo>
                  <a:lnTo>
                    <a:pt x="926" y="1851"/>
                  </a:lnTo>
                  <a:lnTo>
                    <a:pt x="953" y="1901"/>
                  </a:lnTo>
                  <a:lnTo>
                    <a:pt x="980" y="1952"/>
                  </a:lnTo>
                  <a:lnTo>
                    <a:pt x="1003" y="2003"/>
                  </a:lnTo>
                  <a:lnTo>
                    <a:pt x="1021" y="2054"/>
                  </a:lnTo>
                  <a:lnTo>
                    <a:pt x="1031" y="2106"/>
                  </a:lnTo>
                  <a:lnTo>
                    <a:pt x="1037" y="2160"/>
                  </a:lnTo>
                  <a:lnTo>
                    <a:pt x="1031" y="2214"/>
                  </a:lnTo>
                  <a:lnTo>
                    <a:pt x="1021" y="2266"/>
                  </a:lnTo>
                  <a:lnTo>
                    <a:pt x="1003" y="2317"/>
                  </a:lnTo>
                  <a:lnTo>
                    <a:pt x="980" y="2368"/>
                  </a:lnTo>
                  <a:lnTo>
                    <a:pt x="953" y="2419"/>
                  </a:lnTo>
                  <a:lnTo>
                    <a:pt x="926" y="2469"/>
                  </a:lnTo>
                  <a:lnTo>
                    <a:pt x="896" y="2519"/>
                  </a:lnTo>
                  <a:lnTo>
                    <a:pt x="868" y="2568"/>
                  </a:lnTo>
                  <a:lnTo>
                    <a:pt x="841" y="2618"/>
                  </a:lnTo>
                  <a:lnTo>
                    <a:pt x="817" y="2668"/>
                  </a:lnTo>
                  <a:lnTo>
                    <a:pt x="797" y="2718"/>
                  </a:lnTo>
                  <a:lnTo>
                    <a:pt x="784" y="2769"/>
                  </a:lnTo>
                  <a:lnTo>
                    <a:pt x="778" y="2818"/>
                  </a:lnTo>
                  <a:lnTo>
                    <a:pt x="775" y="2868"/>
                  </a:lnTo>
                  <a:lnTo>
                    <a:pt x="778" y="2919"/>
                  </a:lnTo>
                  <a:lnTo>
                    <a:pt x="782" y="2972"/>
                  </a:lnTo>
                  <a:lnTo>
                    <a:pt x="788" y="3025"/>
                  </a:lnTo>
                  <a:lnTo>
                    <a:pt x="796" y="3078"/>
                  </a:lnTo>
                  <a:lnTo>
                    <a:pt x="803" y="3131"/>
                  </a:lnTo>
                  <a:lnTo>
                    <a:pt x="808" y="3184"/>
                  </a:lnTo>
                  <a:lnTo>
                    <a:pt x="812" y="3235"/>
                  </a:lnTo>
                  <a:lnTo>
                    <a:pt x="813" y="3286"/>
                  </a:lnTo>
                  <a:lnTo>
                    <a:pt x="809" y="3334"/>
                  </a:lnTo>
                  <a:lnTo>
                    <a:pt x="800" y="3383"/>
                  </a:lnTo>
                  <a:lnTo>
                    <a:pt x="786" y="3427"/>
                  </a:lnTo>
                  <a:lnTo>
                    <a:pt x="763" y="3472"/>
                  </a:lnTo>
                  <a:lnTo>
                    <a:pt x="736" y="3512"/>
                  </a:lnTo>
                  <a:lnTo>
                    <a:pt x="703" y="3549"/>
                  </a:lnTo>
                  <a:lnTo>
                    <a:pt x="667" y="3586"/>
                  </a:lnTo>
                  <a:lnTo>
                    <a:pt x="628" y="3620"/>
                  </a:lnTo>
                  <a:lnTo>
                    <a:pt x="587" y="3652"/>
                  </a:lnTo>
                  <a:lnTo>
                    <a:pt x="544" y="3685"/>
                  </a:lnTo>
                  <a:lnTo>
                    <a:pt x="502" y="3717"/>
                  </a:lnTo>
                  <a:lnTo>
                    <a:pt x="460" y="3749"/>
                  </a:lnTo>
                  <a:lnTo>
                    <a:pt x="420" y="3783"/>
                  </a:lnTo>
                  <a:lnTo>
                    <a:pt x="382" y="3817"/>
                  </a:lnTo>
                  <a:lnTo>
                    <a:pt x="349" y="3854"/>
                  </a:lnTo>
                  <a:lnTo>
                    <a:pt x="319" y="3893"/>
                  </a:lnTo>
                  <a:lnTo>
                    <a:pt x="292" y="3939"/>
                  </a:lnTo>
                  <a:lnTo>
                    <a:pt x="269" y="3989"/>
                  </a:lnTo>
                  <a:lnTo>
                    <a:pt x="251" y="4042"/>
                  </a:lnTo>
                  <a:lnTo>
                    <a:pt x="234" y="4097"/>
                  </a:lnTo>
                  <a:lnTo>
                    <a:pt x="220" y="4154"/>
                  </a:lnTo>
                  <a:lnTo>
                    <a:pt x="204" y="4210"/>
                  </a:lnTo>
                  <a:lnTo>
                    <a:pt x="188" y="4265"/>
                  </a:lnTo>
                  <a:lnTo>
                    <a:pt x="171" y="4320"/>
                  </a:lnTo>
                  <a:lnTo>
                    <a:pt x="0" y="4320"/>
                  </a:lnTo>
                  <a:lnTo>
                    <a:pt x="17" y="4278"/>
                  </a:lnTo>
                  <a:lnTo>
                    <a:pt x="33" y="4232"/>
                  </a:lnTo>
                  <a:lnTo>
                    <a:pt x="46" y="4183"/>
                  </a:lnTo>
                  <a:lnTo>
                    <a:pt x="60" y="4131"/>
                  </a:lnTo>
                  <a:lnTo>
                    <a:pt x="75" y="4075"/>
                  </a:lnTo>
                  <a:lnTo>
                    <a:pt x="90" y="4019"/>
                  </a:lnTo>
                  <a:lnTo>
                    <a:pt x="109" y="3964"/>
                  </a:lnTo>
                  <a:lnTo>
                    <a:pt x="129" y="3909"/>
                  </a:lnTo>
                  <a:lnTo>
                    <a:pt x="156" y="3855"/>
                  </a:lnTo>
                  <a:lnTo>
                    <a:pt x="186" y="3804"/>
                  </a:lnTo>
                  <a:lnTo>
                    <a:pt x="222" y="3756"/>
                  </a:lnTo>
                  <a:lnTo>
                    <a:pt x="261" y="3713"/>
                  </a:lnTo>
                  <a:lnTo>
                    <a:pt x="303" y="3672"/>
                  </a:lnTo>
                  <a:lnTo>
                    <a:pt x="348" y="3634"/>
                  </a:lnTo>
                  <a:lnTo>
                    <a:pt x="392" y="3599"/>
                  </a:lnTo>
                  <a:lnTo>
                    <a:pt x="438" y="3565"/>
                  </a:lnTo>
                  <a:lnTo>
                    <a:pt x="482" y="3531"/>
                  </a:lnTo>
                  <a:lnTo>
                    <a:pt x="523" y="3499"/>
                  </a:lnTo>
                  <a:lnTo>
                    <a:pt x="561" y="3466"/>
                  </a:lnTo>
                  <a:lnTo>
                    <a:pt x="594" y="3434"/>
                  </a:lnTo>
                  <a:lnTo>
                    <a:pt x="620" y="3400"/>
                  </a:lnTo>
                  <a:lnTo>
                    <a:pt x="638" y="3367"/>
                  </a:lnTo>
                  <a:lnTo>
                    <a:pt x="647" y="3336"/>
                  </a:lnTo>
                  <a:lnTo>
                    <a:pt x="652" y="3302"/>
                  </a:lnTo>
                  <a:lnTo>
                    <a:pt x="654" y="3265"/>
                  </a:lnTo>
                  <a:lnTo>
                    <a:pt x="651" y="3224"/>
                  </a:lnTo>
                  <a:lnTo>
                    <a:pt x="647" y="3181"/>
                  </a:lnTo>
                  <a:lnTo>
                    <a:pt x="642" y="3137"/>
                  </a:lnTo>
                  <a:lnTo>
                    <a:pt x="637" y="3091"/>
                  </a:lnTo>
                  <a:lnTo>
                    <a:pt x="626" y="3021"/>
                  </a:lnTo>
                  <a:lnTo>
                    <a:pt x="620" y="2952"/>
                  </a:lnTo>
                  <a:lnTo>
                    <a:pt x="616" y="2881"/>
                  </a:lnTo>
                  <a:lnTo>
                    <a:pt x="618" y="2809"/>
                  </a:lnTo>
                  <a:lnTo>
                    <a:pt x="628" y="2737"/>
                  </a:lnTo>
                  <a:lnTo>
                    <a:pt x="642" y="2681"/>
                  </a:lnTo>
                  <a:lnTo>
                    <a:pt x="661" y="2626"/>
                  </a:lnTo>
                  <a:lnTo>
                    <a:pt x="685" y="2574"/>
                  </a:lnTo>
                  <a:lnTo>
                    <a:pt x="711" y="2521"/>
                  </a:lnTo>
                  <a:lnTo>
                    <a:pt x="739" y="2472"/>
                  </a:lnTo>
                  <a:lnTo>
                    <a:pt x="767" y="2423"/>
                  </a:lnTo>
                  <a:lnTo>
                    <a:pt x="791" y="2381"/>
                  </a:lnTo>
                  <a:lnTo>
                    <a:pt x="813" y="2342"/>
                  </a:lnTo>
                  <a:lnTo>
                    <a:pt x="834" y="2303"/>
                  </a:lnTo>
                  <a:lnTo>
                    <a:pt x="851" y="2265"/>
                  </a:lnTo>
                  <a:lnTo>
                    <a:pt x="864" y="2228"/>
                  </a:lnTo>
                  <a:lnTo>
                    <a:pt x="873" y="2194"/>
                  </a:lnTo>
                  <a:lnTo>
                    <a:pt x="876" y="2160"/>
                  </a:lnTo>
                  <a:lnTo>
                    <a:pt x="873" y="2126"/>
                  </a:lnTo>
                  <a:lnTo>
                    <a:pt x="864" y="2092"/>
                  </a:lnTo>
                  <a:lnTo>
                    <a:pt x="851" y="2055"/>
                  </a:lnTo>
                  <a:lnTo>
                    <a:pt x="834" y="2017"/>
                  </a:lnTo>
                  <a:lnTo>
                    <a:pt x="813" y="1978"/>
                  </a:lnTo>
                  <a:lnTo>
                    <a:pt x="791" y="1939"/>
                  </a:lnTo>
                  <a:lnTo>
                    <a:pt x="767" y="1897"/>
                  </a:lnTo>
                  <a:lnTo>
                    <a:pt x="739" y="1848"/>
                  </a:lnTo>
                  <a:lnTo>
                    <a:pt x="711" y="1799"/>
                  </a:lnTo>
                  <a:lnTo>
                    <a:pt x="685" y="1746"/>
                  </a:lnTo>
                  <a:lnTo>
                    <a:pt x="661" y="1694"/>
                  </a:lnTo>
                  <a:lnTo>
                    <a:pt x="642" y="1639"/>
                  </a:lnTo>
                  <a:lnTo>
                    <a:pt x="628" y="1583"/>
                  </a:lnTo>
                  <a:lnTo>
                    <a:pt x="618" y="1511"/>
                  </a:lnTo>
                  <a:lnTo>
                    <a:pt x="616" y="1439"/>
                  </a:lnTo>
                  <a:lnTo>
                    <a:pt x="620" y="1368"/>
                  </a:lnTo>
                  <a:lnTo>
                    <a:pt x="626" y="1299"/>
                  </a:lnTo>
                  <a:lnTo>
                    <a:pt x="637" y="1229"/>
                  </a:lnTo>
                  <a:lnTo>
                    <a:pt x="642" y="1183"/>
                  </a:lnTo>
                  <a:lnTo>
                    <a:pt x="647" y="1139"/>
                  </a:lnTo>
                  <a:lnTo>
                    <a:pt x="651" y="1096"/>
                  </a:lnTo>
                  <a:lnTo>
                    <a:pt x="654" y="1055"/>
                  </a:lnTo>
                  <a:lnTo>
                    <a:pt x="652" y="1018"/>
                  </a:lnTo>
                  <a:lnTo>
                    <a:pt x="647" y="984"/>
                  </a:lnTo>
                  <a:lnTo>
                    <a:pt x="638" y="953"/>
                  </a:lnTo>
                  <a:lnTo>
                    <a:pt x="620" y="920"/>
                  </a:lnTo>
                  <a:lnTo>
                    <a:pt x="594" y="886"/>
                  </a:lnTo>
                  <a:lnTo>
                    <a:pt x="561" y="854"/>
                  </a:lnTo>
                  <a:lnTo>
                    <a:pt x="523" y="822"/>
                  </a:lnTo>
                  <a:lnTo>
                    <a:pt x="482" y="789"/>
                  </a:lnTo>
                  <a:lnTo>
                    <a:pt x="438" y="755"/>
                  </a:lnTo>
                  <a:lnTo>
                    <a:pt x="392" y="721"/>
                  </a:lnTo>
                  <a:lnTo>
                    <a:pt x="348" y="686"/>
                  </a:lnTo>
                  <a:lnTo>
                    <a:pt x="303" y="648"/>
                  </a:lnTo>
                  <a:lnTo>
                    <a:pt x="261" y="607"/>
                  </a:lnTo>
                  <a:lnTo>
                    <a:pt x="222" y="564"/>
                  </a:lnTo>
                  <a:lnTo>
                    <a:pt x="186" y="516"/>
                  </a:lnTo>
                  <a:lnTo>
                    <a:pt x="156" y="465"/>
                  </a:lnTo>
                  <a:lnTo>
                    <a:pt x="129" y="411"/>
                  </a:lnTo>
                  <a:lnTo>
                    <a:pt x="109" y="356"/>
                  </a:lnTo>
                  <a:lnTo>
                    <a:pt x="90" y="301"/>
                  </a:lnTo>
                  <a:lnTo>
                    <a:pt x="75" y="245"/>
                  </a:lnTo>
                  <a:lnTo>
                    <a:pt x="60" y="189"/>
                  </a:lnTo>
                  <a:lnTo>
                    <a:pt x="46" y="137"/>
                  </a:lnTo>
                  <a:lnTo>
                    <a:pt x="33" y="88"/>
                  </a:lnTo>
                  <a:lnTo>
                    <a:pt x="17" y="42"/>
                  </a:ln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1"/>
            </a:solidFill>
            <a:ln w="0">
              <a:noFill/>
              <a:prstDash val="solid"/>
              <a:round/>
              <a:headEnd/>
              <a:tailEnd/>
            </a:ln>
          </p:spPr>
        </p:sp>
      </p:grpSp>
    </p:spTree>
    <p:extLst>
      <p:ext uri="{BB962C8B-B14F-4D97-AF65-F5344CB8AC3E}">
        <p14:creationId xmlns:p14="http://schemas.microsoft.com/office/powerpoint/2010/main" val="1861452958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1257300" y="2286000"/>
            <a:ext cx="4800600" cy="3619500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647796" y="2286000"/>
            <a:ext cx="4800600" cy="3619500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334D819-9F07-4261-B09B-9E467E5D9002}" type="datetimeFigureOut">
              <a:rPr lang="en-US" smtClean="0"/>
              <a:t>11/28/24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1766878-3199-4EAB-94E7-2D6D11070E14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747088150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252728" y="381000"/>
            <a:ext cx="10172700" cy="1493517"/>
          </a:xfrm>
        </p:spPr>
        <p:txBody>
          <a:bodyPr/>
          <a:lstStyle/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251678" y="2199633"/>
            <a:ext cx="4800600" cy="632529"/>
          </a:xfrm>
        </p:spPr>
        <p:txBody>
          <a:bodyPr anchor="b">
            <a:noAutofit/>
          </a:bodyPr>
          <a:lstStyle>
            <a:lvl1pPr marL="0" indent="0">
              <a:lnSpc>
                <a:spcPct val="100000"/>
              </a:lnSpc>
              <a:buNone/>
              <a:defRPr sz="1900" b="1" cap="all" spc="200" baseline="0">
                <a:solidFill>
                  <a:schemeClr val="tx2"/>
                </a:solidFill>
              </a:defRPr>
            </a:lvl1pPr>
            <a:lvl2pPr marL="457200" indent="0">
              <a:buNone/>
              <a:defRPr sz="19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257300" y="2909102"/>
            <a:ext cx="4800600" cy="299639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633864" y="2199633"/>
            <a:ext cx="4800600" cy="632529"/>
          </a:xfrm>
        </p:spPr>
        <p:txBody>
          <a:bodyPr anchor="b">
            <a:noAutofit/>
          </a:bodyPr>
          <a:lstStyle>
            <a:lvl1pPr marL="0" indent="0">
              <a:lnSpc>
                <a:spcPct val="100000"/>
              </a:lnSpc>
              <a:buNone/>
              <a:defRPr sz="1900" b="1" cap="all" spc="200" baseline="0">
                <a:solidFill>
                  <a:schemeClr val="tx2"/>
                </a:solidFill>
              </a:defRPr>
            </a:lvl1pPr>
            <a:lvl2pPr marL="457200" indent="0">
              <a:buNone/>
              <a:defRPr sz="19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633864" y="2909102"/>
            <a:ext cx="4800600" cy="299639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334D819-9F07-4261-B09B-9E467E5D9002}" type="datetimeFigureOut">
              <a:rPr lang="en-US" smtClean="0"/>
              <a:t>11/28/24</a:t>
            </a:fld>
            <a:endParaRPr lang="en-US" dirty="0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1766878-3199-4EAB-94E7-2D6D11070E14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182404682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334D819-9F07-4261-B09B-9E467E5D9002}" type="datetimeFigureOut">
              <a:rPr lang="en-US" smtClean="0"/>
              <a:t>11/28/24</a:t>
            </a:fld>
            <a:endParaRPr lang="en-US" dirty="0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1766878-3199-4EAB-94E7-2D6D11070E14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800852236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334D819-9F07-4261-B09B-9E467E5D9002}" type="datetimeFigureOut">
              <a:rPr lang="en-US" smtClean="0"/>
              <a:t>11/28/24</a:t>
            </a:fld>
            <a:endParaRPr lang="en-US" dirty="0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1766878-3199-4EAB-94E7-2D6D11070E14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852628146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Freeform 11" title="right scallop background shape"/>
          <p:cNvSpPr/>
          <p:nvPr/>
        </p:nvSpPr>
        <p:spPr bwMode="auto">
          <a:xfrm>
            <a:off x="7389812" y="0"/>
            <a:ext cx="4802188" cy="6858000"/>
          </a:xfrm>
          <a:custGeom>
            <a:avLst/>
            <a:gdLst/>
            <a:ahLst/>
            <a:cxnLst/>
            <a:rect l="0" t="0" r="r" b="b"/>
            <a:pathLst>
              <a:path w="3025" h="4320">
                <a:moveTo>
                  <a:pt x="0" y="0"/>
                </a:moveTo>
                <a:lnTo>
                  <a:pt x="3025" y="0"/>
                </a:lnTo>
                <a:lnTo>
                  <a:pt x="3025" y="4320"/>
                </a:lnTo>
                <a:lnTo>
                  <a:pt x="0" y="4320"/>
                </a:lnTo>
                <a:lnTo>
                  <a:pt x="3" y="4278"/>
                </a:lnTo>
                <a:lnTo>
                  <a:pt x="8" y="4243"/>
                </a:lnTo>
                <a:lnTo>
                  <a:pt x="14" y="4210"/>
                </a:lnTo>
                <a:lnTo>
                  <a:pt x="24" y="4183"/>
                </a:lnTo>
                <a:lnTo>
                  <a:pt x="34" y="4156"/>
                </a:lnTo>
                <a:lnTo>
                  <a:pt x="46" y="4133"/>
                </a:lnTo>
                <a:lnTo>
                  <a:pt x="58" y="4109"/>
                </a:lnTo>
                <a:lnTo>
                  <a:pt x="69" y="4087"/>
                </a:lnTo>
                <a:lnTo>
                  <a:pt x="80" y="4062"/>
                </a:lnTo>
                <a:lnTo>
                  <a:pt x="90" y="4036"/>
                </a:lnTo>
                <a:lnTo>
                  <a:pt x="99" y="4007"/>
                </a:lnTo>
                <a:lnTo>
                  <a:pt x="106" y="3976"/>
                </a:lnTo>
                <a:lnTo>
                  <a:pt x="111" y="3938"/>
                </a:lnTo>
                <a:lnTo>
                  <a:pt x="113" y="3895"/>
                </a:lnTo>
                <a:lnTo>
                  <a:pt x="111" y="3851"/>
                </a:lnTo>
                <a:lnTo>
                  <a:pt x="106" y="3815"/>
                </a:lnTo>
                <a:lnTo>
                  <a:pt x="99" y="3782"/>
                </a:lnTo>
                <a:lnTo>
                  <a:pt x="90" y="3752"/>
                </a:lnTo>
                <a:lnTo>
                  <a:pt x="80" y="3726"/>
                </a:lnTo>
                <a:lnTo>
                  <a:pt x="68" y="3702"/>
                </a:lnTo>
                <a:lnTo>
                  <a:pt x="56" y="3679"/>
                </a:lnTo>
                <a:lnTo>
                  <a:pt x="44" y="3655"/>
                </a:lnTo>
                <a:lnTo>
                  <a:pt x="33" y="3630"/>
                </a:lnTo>
                <a:lnTo>
                  <a:pt x="22" y="3604"/>
                </a:lnTo>
                <a:lnTo>
                  <a:pt x="13" y="3575"/>
                </a:lnTo>
                <a:lnTo>
                  <a:pt x="7" y="3542"/>
                </a:lnTo>
                <a:lnTo>
                  <a:pt x="1" y="3504"/>
                </a:lnTo>
                <a:lnTo>
                  <a:pt x="0" y="3461"/>
                </a:lnTo>
                <a:lnTo>
                  <a:pt x="1" y="3418"/>
                </a:lnTo>
                <a:lnTo>
                  <a:pt x="7" y="3380"/>
                </a:lnTo>
                <a:lnTo>
                  <a:pt x="13" y="3347"/>
                </a:lnTo>
                <a:lnTo>
                  <a:pt x="22" y="3319"/>
                </a:lnTo>
                <a:lnTo>
                  <a:pt x="33" y="3292"/>
                </a:lnTo>
                <a:lnTo>
                  <a:pt x="44" y="3267"/>
                </a:lnTo>
                <a:lnTo>
                  <a:pt x="56" y="3244"/>
                </a:lnTo>
                <a:lnTo>
                  <a:pt x="68" y="3222"/>
                </a:lnTo>
                <a:lnTo>
                  <a:pt x="80" y="3197"/>
                </a:lnTo>
                <a:lnTo>
                  <a:pt x="90" y="3171"/>
                </a:lnTo>
                <a:lnTo>
                  <a:pt x="99" y="3142"/>
                </a:lnTo>
                <a:lnTo>
                  <a:pt x="106" y="3109"/>
                </a:lnTo>
                <a:lnTo>
                  <a:pt x="111" y="3071"/>
                </a:lnTo>
                <a:lnTo>
                  <a:pt x="113" y="3028"/>
                </a:lnTo>
                <a:lnTo>
                  <a:pt x="111" y="2985"/>
                </a:lnTo>
                <a:lnTo>
                  <a:pt x="106" y="2947"/>
                </a:lnTo>
                <a:lnTo>
                  <a:pt x="99" y="2914"/>
                </a:lnTo>
                <a:lnTo>
                  <a:pt x="90" y="2885"/>
                </a:lnTo>
                <a:lnTo>
                  <a:pt x="80" y="2858"/>
                </a:lnTo>
                <a:lnTo>
                  <a:pt x="68" y="2834"/>
                </a:lnTo>
                <a:lnTo>
                  <a:pt x="44" y="2787"/>
                </a:lnTo>
                <a:lnTo>
                  <a:pt x="33" y="2763"/>
                </a:lnTo>
                <a:lnTo>
                  <a:pt x="22" y="2736"/>
                </a:lnTo>
                <a:lnTo>
                  <a:pt x="13" y="2707"/>
                </a:lnTo>
                <a:lnTo>
                  <a:pt x="7" y="2674"/>
                </a:lnTo>
                <a:lnTo>
                  <a:pt x="1" y="2637"/>
                </a:lnTo>
                <a:lnTo>
                  <a:pt x="0" y="2593"/>
                </a:lnTo>
                <a:lnTo>
                  <a:pt x="1" y="2550"/>
                </a:lnTo>
                <a:lnTo>
                  <a:pt x="7" y="2512"/>
                </a:lnTo>
                <a:lnTo>
                  <a:pt x="13" y="2479"/>
                </a:lnTo>
                <a:lnTo>
                  <a:pt x="22" y="2451"/>
                </a:lnTo>
                <a:lnTo>
                  <a:pt x="33" y="2424"/>
                </a:lnTo>
                <a:lnTo>
                  <a:pt x="44" y="2401"/>
                </a:lnTo>
                <a:lnTo>
                  <a:pt x="68" y="2354"/>
                </a:lnTo>
                <a:lnTo>
                  <a:pt x="80" y="2329"/>
                </a:lnTo>
                <a:lnTo>
                  <a:pt x="90" y="2303"/>
                </a:lnTo>
                <a:lnTo>
                  <a:pt x="99" y="2274"/>
                </a:lnTo>
                <a:lnTo>
                  <a:pt x="106" y="2241"/>
                </a:lnTo>
                <a:lnTo>
                  <a:pt x="111" y="2203"/>
                </a:lnTo>
                <a:lnTo>
                  <a:pt x="113" y="2159"/>
                </a:lnTo>
                <a:lnTo>
                  <a:pt x="111" y="2117"/>
                </a:lnTo>
                <a:lnTo>
                  <a:pt x="106" y="2079"/>
                </a:lnTo>
                <a:lnTo>
                  <a:pt x="99" y="2046"/>
                </a:lnTo>
                <a:lnTo>
                  <a:pt x="90" y="2017"/>
                </a:lnTo>
                <a:lnTo>
                  <a:pt x="80" y="1991"/>
                </a:lnTo>
                <a:lnTo>
                  <a:pt x="68" y="1966"/>
                </a:lnTo>
                <a:lnTo>
                  <a:pt x="56" y="1943"/>
                </a:lnTo>
                <a:lnTo>
                  <a:pt x="44" y="1919"/>
                </a:lnTo>
                <a:lnTo>
                  <a:pt x="33" y="1896"/>
                </a:lnTo>
                <a:lnTo>
                  <a:pt x="22" y="1869"/>
                </a:lnTo>
                <a:lnTo>
                  <a:pt x="13" y="1841"/>
                </a:lnTo>
                <a:lnTo>
                  <a:pt x="7" y="1807"/>
                </a:lnTo>
                <a:lnTo>
                  <a:pt x="1" y="1770"/>
                </a:lnTo>
                <a:lnTo>
                  <a:pt x="0" y="1727"/>
                </a:lnTo>
                <a:lnTo>
                  <a:pt x="1" y="1683"/>
                </a:lnTo>
                <a:lnTo>
                  <a:pt x="7" y="1646"/>
                </a:lnTo>
                <a:lnTo>
                  <a:pt x="13" y="1613"/>
                </a:lnTo>
                <a:lnTo>
                  <a:pt x="22" y="1583"/>
                </a:lnTo>
                <a:lnTo>
                  <a:pt x="33" y="1557"/>
                </a:lnTo>
                <a:lnTo>
                  <a:pt x="44" y="1533"/>
                </a:lnTo>
                <a:lnTo>
                  <a:pt x="56" y="1509"/>
                </a:lnTo>
                <a:lnTo>
                  <a:pt x="68" y="1486"/>
                </a:lnTo>
                <a:lnTo>
                  <a:pt x="80" y="1461"/>
                </a:lnTo>
                <a:lnTo>
                  <a:pt x="90" y="1435"/>
                </a:lnTo>
                <a:lnTo>
                  <a:pt x="99" y="1406"/>
                </a:lnTo>
                <a:lnTo>
                  <a:pt x="106" y="1373"/>
                </a:lnTo>
                <a:lnTo>
                  <a:pt x="111" y="1335"/>
                </a:lnTo>
                <a:lnTo>
                  <a:pt x="113" y="1292"/>
                </a:lnTo>
                <a:lnTo>
                  <a:pt x="111" y="1249"/>
                </a:lnTo>
                <a:lnTo>
                  <a:pt x="106" y="1211"/>
                </a:lnTo>
                <a:lnTo>
                  <a:pt x="99" y="1178"/>
                </a:lnTo>
                <a:lnTo>
                  <a:pt x="90" y="1149"/>
                </a:lnTo>
                <a:lnTo>
                  <a:pt x="80" y="1123"/>
                </a:lnTo>
                <a:lnTo>
                  <a:pt x="68" y="1098"/>
                </a:lnTo>
                <a:lnTo>
                  <a:pt x="56" y="1076"/>
                </a:lnTo>
                <a:lnTo>
                  <a:pt x="44" y="1053"/>
                </a:lnTo>
                <a:lnTo>
                  <a:pt x="33" y="1028"/>
                </a:lnTo>
                <a:lnTo>
                  <a:pt x="22" y="1001"/>
                </a:lnTo>
                <a:lnTo>
                  <a:pt x="13" y="973"/>
                </a:lnTo>
                <a:lnTo>
                  <a:pt x="7" y="940"/>
                </a:lnTo>
                <a:lnTo>
                  <a:pt x="1" y="902"/>
                </a:lnTo>
                <a:lnTo>
                  <a:pt x="0" y="859"/>
                </a:lnTo>
                <a:lnTo>
                  <a:pt x="1" y="816"/>
                </a:lnTo>
                <a:lnTo>
                  <a:pt x="7" y="778"/>
                </a:lnTo>
                <a:lnTo>
                  <a:pt x="13" y="745"/>
                </a:lnTo>
                <a:lnTo>
                  <a:pt x="22" y="716"/>
                </a:lnTo>
                <a:lnTo>
                  <a:pt x="33" y="690"/>
                </a:lnTo>
                <a:lnTo>
                  <a:pt x="44" y="665"/>
                </a:lnTo>
                <a:lnTo>
                  <a:pt x="56" y="641"/>
                </a:lnTo>
                <a:lnTo>
                  <a:pt x="68" y="618"/>
                </a:lnTo>
                <a:lnTo>
                  <a:pt x="80" y="594"/>
                </a:lnTo>
                <a:lnTo>
                  <a:pt x="90" y="568"/>
                </a:lnTo>
                <a:lnTo>
                  <a:pt x="99" y="538"/>
                </a:lnTo>
                <a:lnTo>
                  <a:pt x="106" y="505"/>
                </a:lnTo>
                <a:lnTo>
                  <a:pt x="111" y="469"/>
                </a:lnTo>
                <a:lnTo>
                  <a:pt x="113" y="424"/>
                </a:lnTo>
                <a:lnTo>
                  <a:pt x="111" y="382"/>
                </a:lnTo>
                <a:lnTo>
                  <a:pt x="106" y="344"/>
                </a:lnTo>
                <a:lnTo>
                  <a:pt x="99" y="313"/>
                </a:lnTo>
                <a:lnTo>
                  <a:pt x="90" y="284"/>
                </a:lnTo>
                <a:lnTo>
                  <a:pt x="80" y="258"/>
                </a:lnTo>
                <a:lnTo>
                  <a:pt x="69" y="233"/>
                </a:lnTo>
                <a:lnTo>
                  <a:pt x="58" y="211"/>
                </a:lnTo>
                <a:lnTo>
                  <a:pt x="46" y="187"/>
                </a:lnTo>
                <a:lnTo>
                  <a:pt x="34" y="164"/>
                </a:lnTo>
                <a:lnTo>
                  <a:pt x="24" y="137"/>
                </a:lnTo>
                <a:lnTo>
                  <a:pt x="14" y="110"/>
                </a:lnTo>
                <a:lnTo>
                  <a:pt x="8" y="77"/>
                </a:lnTo>
                <a:lnTo>
                  <a:pt x="3" y="42"/>
                </a:lnTo>
                <a:lnTo>
                  <a:pt x="0" y="0"/>
                </a:lnTo>
                <a:close/>
              </a:path>
            </a:pathLst>
          </a:custGeom>
          <a:solidFill>
            <a:schemeClr val="tx2"/>
          </a:solidFill>
          <a:ln w="0">
            <a:noFill/>
            <a:prstDash val="solid"/>
            <a:round/>
            <a:headEnd/>
            <a:tailEnd/>
          </a:ln>
        </p:spPr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37884" y="457199"/>
            <a:ext cx="3092115" cy="1196671"/>
          </a:xfrm>
        </p:spPr>
        <p:txBody>
          <a:bodyPr anchor="b">
            <a:normAutofit/>
          </a:bodyPr>
          <a:lstStyle>
            <a:lvl1pPr>
              <a:lnSpc>
                <a:spcPct val="100000"/>
              </a:lnSpc>
              <a:defRPr sz="1900" b="1" i="0" cap="all" spc="300" baseline="0">
                <a:solidFill>
                  <a:schemeClr val="accent1"/>
                </a:solidFill>
                <a:latin typeface="+mn-lt"/>
              </a:defRPr>
            </a:lvl1pPr>
          </a:lstStyle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765051" y="920377"/>
            <a:ext cx="6158418" cy="4985124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37885" y="1741336"/>
            <a:ext cx="3092115" cy="4164164"/>
          </a:xfrm>
        </p:spPr>
        <p:txBody>
          <a:bodyPr/>
          <a:lstStyle>
            <a:lvl1pPr marL="0" indent="0">
              <a:lnSpc>
                <a:spcPct val="120000"/>
              </a:lnSpc>
              <a:spcBef>
                <a:spcPts val="1200"/>
              </a:spcBef>
              <a:buNone/>
              <a:defRPr sz="1600" baseline="0">
                <a:solidFill>
                  <a:schemeClr val="bg2"/>
                </a:solidFill>
              </a:defRPr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765051" y="6375679"/>
            <a:ext cx="1233355" cy="348462"/>
          </a:xfrm>
        </p:spPr>
        <p:txBody>
          <a:bodyPr/>
          <a:lstStyle/>
          <a:p>
            <a:fld id="{9334D819-9F07-4261-B09B-9E467E5D9002}" type="datetimeFigureOut">
              <a:rPr lang="en-US" smtClean="0"/>
              <a:t>11/28/24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2103620" y="6375679"/>
            <a:ext cx="3482179" cy="345796"/>
          </a:xfrm>
        </p:spPr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5691014" y="6375679"/>
            <a:ext cx="1232456" cy="345796"/>
          </a:xfrm>
        </p:spPr>
        <p:txBody>
          <a:bodyPr/>
          <a:lstStyle/>
          <a:p>
            <a:fld id="{71766878-3199-4EAB-94E7-2D6D11070E14}" type="slidenum">
              <a:rPr lang="en-US" smtClean="0"/>
              <a:t>‹#›</a:t>
            </a:fld>
            <a:endParaRPr lang="en-US" dirty="0"/>
          </a:p>
        </p:txBody>
      </p:sp>
      <p:sp>
        <p:nvSpPr>
          <p:cNvPr id="8" name="Rectangle 7" title="left edge border"/>
          <p:cNvSpPr/>
          <p:nvPr/>
        </p:nvSpPr>
        <p:spPr>
          <a:xfrm>
            <a:off x="0" y="0"/>
            <a:ext cx="283464" cy="6858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</p:spTree>
    <p:extLst>
      <p:ext uri="{BB962C8B-B14F-4D97-AF65-F5344CB8AC3E}">
        <p14:creationId xmlns:p14="http://schemas.microsoft.com/office/powerpoint/2010/main" val="2907832452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696">
          <p15:clr>
            <a:srgbClr val="FBAE40"/>
          </p15:clr>
        </p15:guide>
      </p15:sldGuideLst>
    </p:ext>
  </p:extLst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283464" y="0"/>
            <a:ext cx="7355585" cy="6857999"/>
          </a:xfrm>
        </p:spPr>
        <p:txBody>
          <a:bodyPr anchor="t"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GB"/>
              <a:t>Click icon to add picture</a:t>
            </a:r>
            <a:endParaRPr lang="en-US" dirty="0"/>
          </a:p>
        </p:txBody>
      </p:sp>
      <p:sp>
        <p:nvSpPr>
          <p:cNvPr id="11" name="Freeform 11" title="right scallop background shape"/>
          <p:cNvSpPr/>
          <p:nvPr/>
        </p:nvSpPr>
        <p:spPr bwMode="auto">
          <a:xfrm>
            <a:off x="7389812" y="0"/>
            <a:ext cx="4802188" cy="6858000"/>
          </a:xfrm>
          <a:custGeom>
            <a:avLst/>
            <a:gdLst/>
            <a:ahLst/>
            <a:cxnLst/>
            <a:rect l="0" t="0" r="r" b="b"/>
            <a:pathLst>
              <a:path w="3025" h="4320">
                <a:moveTo>
                  <a:pt x="0" y="0"/>
                </a:moveTo>
                <a:lnTo>
                  <a:pt x="3025" y="0"/>
                </a:lnTo>
                <a:lnTo>
                  <a:pt x="3025" y="4320"/>
                </a:lnTo>
                <a:lnTo>
                  <a:pt x="0" y="4320"/>
                </a:lnTo>
                <a:lnTo>
                  <a:pt x="3" y="4278"/>
                </a:lnTo>
                <a:lnTo>
                  <a:pt x="8" y="4243"/>
                </a:lnTo>
                <a:lnTo>
                  <a:pt x="14" y="4210"/>
                </a:lnTo>
                <a:lnTo>
                  <a:pt x="24" y="4183"/>
                </a:lnTo>
                <a:lnTo>
                  <a:pt x="34" y="4156"/>
                </a:lnTo>
                <a:lnTo>
                  <a:pt x="46" y="4133"/>
                </a:lnTo>
                <a:lnTo>
                  <a:pt x="58" y="4109"/>
                </a:lnTo>
                <a:lnTo>
                  <a:pt x="69" y="4087"/>
                </a:lnTo>
                <a:lnTo>
                  <a:pt x="80" y="4062"/>
                </a:lnTo>
                <a:lnTo>
                  <a:pt x="90" y="4036"/>
                </a:lnTo>
                <a:lnTo>
                  <a:pt x="99" y="4007"/>
                </a:lnTo>
                <a:lnTo>
                  <a:pt x="106" y="3976"/>
                </a:lnTo>
                <a:lnTo>
                  <a:pt x="111" y="3938"/>
                </a:lnTo>
                <a:lnTo>
                  <a:pt x="113" y="3895"/>
                </a:lnTo>
                <a:lnTo>
                  <a:pt x="111" y="3851"/>
                </a:lnTo>
                <a:lnTo>
                  <a:pt x="106" y="3815"/>
                </a:lnTo>
                <a:lnTo>
                  <a:pt x="99" y="3782"/>
                </a:lnTo>
                <a:lnTo>
                  <a:pt x="90" y="3752"/>
                </a:lnTo>
                <a:lnTo>
                  <a:pt x="80" y="3726"/>
                </a:lnTo>
                <a:lnTo>
                  <a:pt x="68" y="3702"/>
                </a:lnTo>
                <a:lnTo>
                  <a:pt x="56" y="3679"/>
                </a:lnTo>
                <a:lnTo>
                  <a:pt x="44" y="3655"/>
                </a:lnTo>
                <a:lnTo>
                  <a:pt x="33" y="3630"/>
                </a:lnTo>
                <a:lnTo>
                  <a:pt x="22" y="3604"/>
                </a:lnTo>
                <a:lnTo>
                  <a:pt x="13" y="3575"/>
                </a:lnTo>
                <a:lnTo>
                  <a:pt x="7" y="3542"/>
                </a:lnTo>
                <a:lnTo>
                  <a:pt x="1" y="3504"/>
                </a:lnTo>
                <a:lnTo>
                  <a:pt x="0" y="3461"/>
                </a:lnTo>
                <a:lnTo>
                  <a:pt x="1" y="3418"/>
                </a:lnTo>
                <a:lnTo>
                  <a:pt x="7" y="3380"/>
                </a:lnTo>
                <a:lnTo>
                  <a:pt x="13" y="3347"/>
                </a:lnTo>
                <a:lnTo>
                  <a:pt x="22" y="3319"/>
                </a:lnTo>
                <a:lnTo>
                  <a:pt x="33" y="3292"/>
                </a:lnTo>
                <a:lnTo>
                  <a:pt x="44" y="3267"/>
                </a:lnTo>
                <a:lnTo>
                  <a:pt x="56" y="3244"/>
                </a:lnTo>
                <a:lnTo>
                  <a:pt x="68" y="3222"/>
                </a:lnTo>
                <a:lnTo>
                  <a:pt x="80" y="3197"/>
                </a:lnTo>
                <a:lnTo>
                  <a:pt x="90" y="3171"/>
                </a:lnTo>
                <a:lnTo>
                  <a:pt x="99" y="3142"/>
                </a:lnTo>
                <a:lnTo>
                  <a:pt x="106" y="3109"/>
                </a:lnTo>
                <a:lnTo>
                  <a:pt x="111" y="3071"/>
                </a:lnTo>
                <a:lnTo>
                  <a:pt x="113" y="3028"/>
                </a:lnTo>
                <a:lnTo>
                  <a:pt x="111" y="2985"/>
                </a:lnTo>
                <a:lnTo>
                  <a:pt x="106" y="2947"/>
                </a:lnTo>
                <a:lnTo>
                  <a:pt x="99" y="2914"/>
                </a:lnTo>
                <a:lnTo>
                  <a:pt x="90" y="2885"/>
                </a:lnTo>
                <a:lnTo>
                  <a:pt x="80" y="2858"/>
                </a:lnTo>
                <a:lnTo>
                  <a:pt x="68" y="2834"/>
                </a:lnTo>
                <a:lnTo>
                  <a:pt x="44" y="2787"/>
                </a:lnTo>
                <a:lnTo>
                  <a:pt x="33" y="2763"/>
                </a:lnTo>
                <a:lnTo>
                  <a:pt x="22" y="2736"/>
                </a:lnTo>
                <a:lnTo>
                  <a:pt x="13" y="2707"/>
                </a:lnTo>
                <a:lnTo>
                  <a:pt x="7" y="2674"/>
                </a:lnTo>
                <a:lnTo>
                  <a:pt x="1" y="2637"/>
                </a:lnTo>
                <a:lnTo>
                  <a:pt x="0" y="2593"/>
                </a:lnTo>
                <a:lnTo>
                  <a:pt x="1" y="2550"/>
                </a:lnTo>
                <a:lnTo>
                  <a:pt x="7" y="2512"/>
                </a:lnTo>
                <a:lnTo>
                  <a:pt x="13" y="2479"/>
                </a:lnTo>
                <a:lnTo>
                  <a:pt x="22" y="2451"/>
                </a:lnTo>
                <a:lnTo>
                  <a:pt x="33" y="2424"/>
                </a:lnTo>
                <a:lnTo>
                  <a:pt x="44" y="2401"/>
                </a:lnTo>
                <a:lnTo>
                  <a:pt x="68" y="2354"/>
                </a:lnTo>
                <a:lnTo>
                  <a:pt x="80" y="2329"/>
                </a:lnTo>
                <a:lnTo>
                  <a:pt x="90" y="2303"/>
                </a:lnTo>
                <a:lnTo>
                  <a:pt x="99" y="2274"/>
                </a:lnTo>
                <a:lnTo>
                  <a:pt x="106" y="2241"/>
                </a:lnTo>
                <a:lnTo>
                  <a:pt x="111" y="2203"/>
                </a:lnTo>
                <a:lnTo>
                  <a:pt x="113" y="2159"/>
                </a:lnTo>
                <a:lnTo>
                  <a:pt x="111" y="2117"/>
                </a:lnTo>
                <a:lnTo>
                  <a:pt x="106" y="2079"/>
                </a:lnTo>
                <a:lnTo>
                  <a:pt x="99" y="2046"/>
                </a:lnTo>
                <a:lnTo>
                  <a:pt x="90" y="2017"/>
                </a:lnTo>
                <a:lnTo>
                  <a:pt x="80" y="1991"/>
                </a:lnTo>
                <a:lnTo>
                  <a:pt x="68" y="1966"/>
                </a:lnTo>
                <a:lnTo>
                  <a:pt x="56" y="1943"/>
                </a:lnTo>
                <a:lnTo>
                  <a:pt x="44" y="1919"/>
                </a:lnTo>
                <a:lnTo>
                  <a:pt x="33" y="1896"/>
                </a:lnTo>
                <a:lnTo>
                  <a:pt x="22" y="1869"/>
                </a:lnTo>
                <a:lnTo>
                  <a:pt x="13" y="1841"/>
                </a:lnTo>
                <a:lnTo>
                  <a:pt x="7" y="1807"/>
                </a:lnTo>
                <a:lnTo>
                  <a:pt x="1" y="1770"/>
                </a:lnTo>
                <a:lnTo>
                  <a:pt x="0" y="1727"/>
                </a:lnTo>
                <a:lnTo>
                  <a:pt x="1" y="1683"/>
                </a:lnTo>
                <a:lnTo>
                  <a:pt x="7" y="1646"/>
                </a:lnTo>
                <a:lnTo>
                  <a:pt x="13" y="1613"/>
                </a:lnTo>
                <a:lnTo>
                  <a:pt x="22" y="1583"/>
                </a:lnTo>
                <a:lnTo>
                  <a:pt x="33" y="1557"/>
                </a:lnTo>
                <a:lnTo>
                  <a:pt x="44" y="1533"/>
                </a:lnTo>
                <a:lnTo>
                  <a:pt x="56" y="1509"/>
                </a:lnTo>
                <a:lnTo>
                  <a:pt x="68" y="1486"/>
                </a:lnTo>
                <a:lnTo>
                  <a:pt x="80" y="1461"/>
                </a:lnTo>
                <a:lnTo>
                  <a:pt x="90" y="1435"/>
                </a:lnTo>
                <a:lnTo>
                  <a:pt x="99" y="1406"/>
                </a:lnTo>
                <a:lnTo>
                  <a:pt x="106" y="1373"/>
                </a:lnTo>
                <a:lnTo>
                  <a:pt x="111" y="1335"/>
                </a:lnTo>
                <a:lnTo>
                  <a:pt x="113" y="1292"/>
                </a:lnTo>
                <a:lnTo>
                  <a:pt x="111" y="1249"/>
                </a:lnTo>
                <a:lnTo>
                  <a:pt x="106" y="1211"/>
                </a:lnTo>
                <a:lnTo>
                  <a:pt x="99" y="1178"/>
                </a:lnTo>
                <a:lnTo>
                  <a:pt x="90" y="1149"/>
                </a:lnTo>
                <a:lnTo>
                  <a:pt x="80" y="1123"/>
                </a:lnTo>
                <a:lnTo>
                  <a:pt x="68" y="1098"/>
                </a:lnTo>
                <a:lnTo>
                  <a:pt x="56" y="1076"/>
                </a:lnTo>
                <a:lnTo>
                  <a:pt x="44" y="1053"/>
                </a:lnTo>
                <a:lnTo>
                  <a:pt x="33" y="1028"/>
                </a:lnTo>
                <a:lnTo>
                  <a:pt x="22" y="1001"/>
                </a:lnTo>
                <a:lnTo>
                  <a:pt x="13" y="973"/>
                </a:lnTo>
                <a:lnTo>
                  <a:pt x="7" y="940"/>
                </a:lnTo>
                <a:lnTo>
                  <a:pt x="1" y="902"/>
                </a:lnTo>
                <a:lnTo>
                  <a:pt x="0" y="859"/>
                </a:lnTo>
                <a:lnTo>
                  <a:pt x="1" y="816"/>
                </a:lnTo>
                <a:lnTo>
                  <a:pt x="7" y="778"/>
                </a:lnTo>
                <a:lnTo>
                  <a:pt x="13" y="745"/>
                </a:lnTo>
                <a:lnTo>
                  <a:pt x="22" y="716"/>
                </a:lnTo>
                <a:lnTo>
                  <a:pt x="33" y="690"/>
                </a:lnTo>
                <a:lnTo>
                  <a:pt x="44" y="665"/>
                </a:lnTo>
                <a:lnTo>
                  <a:pt x="56" y="641"/>
                </a:lnTo>
                <a:lnTo>
                  <a:pt x="68" y="618"/>
                </a:lnTo>
                <a:lnTo>
                  <a:pt x="80" y="594"/>
                </a:lnTo>
                <a:lnTo>
                  <a:pt x="90" y="568"/>
                </a:lnTo>
                <a:lnTo>
                  <a:pt x="99" y="538"/>
                </a:lnTo>
                <a:lnTo>
                  <a:pt x="106" y="505"/>
                </a:lnTo>
                <a:lnTo>
                  <a:pt x="111" y="469"/>
                </a:lnTo>
                <a:lnTo>
                  <a:pt x="113" y="424"/>
                </a:lnTo>
                <a:lnTo>
                  <a:pt x="111" y="382"/>
                </a:lnTo>
                <a:lnTo>
                  <a:pt x="106" y="344"/>
                </a:lnTo>
                <a:lnTo>
                  <a:pt x="99" y="313"/>
                </a:lnTo>
                <a:lnTo>
                  <a:pt x="90" y="284"/>
                </a:lnTo>
                <a:lnTo>
                  <a:pt x="80" y="258"/>
                </a:lnTo>
                <a:lnTo>
                  <a:pt x="69" y="233"/>
                </a:lnTo>
                <a:lnTo>
                  <a:pt x="58" y="211"/>
                </a:lnTo>
                <a:lnTo>
                  <a:pt x="46" y="187"/>
                </a:lnTo>
                <a:lnTo>
                  <a:pt x="34" y="164"/>
                </a:lnTo>
                <a:lnTo>
                  <a:pt x="24" y="137"/>
                </a:lnTo>
                <a:lnTo>
                  <a:pt x="14" y="110"/>
                </a:lnTo>
                <a:lnTo>
                  <a:pt x="8" y="77"/>
                </a:lnTo>
                <a:lnTo>
                  <a:pt x="3" y="42"/>
                </a:lnTo>
                <a:lnTo>
                  <a:pt x="0" y="0"/>
                </a:lnTo>
                <a:close/>
              </a:path>
            </a:pathLst>
          </a:custGeom>
          <a:solidFill>
            <a:schemeClr val="tx2"/>
          </a:solidFill>
          <a:ln w="0">
            <a:noFill/>
            <a:prstDash val="solid"/>
            <a:round/>
            <a:headEnd/>
            <a:tailEnd/>
          </a:ln>
        </p:spPr>
      </p:sp>
      <p:sp>
        <p:nvSpPr>
          <p:cNvPr id="12" name="Rectangle 11" title="left edge border"/>
          <p:cNvSpPr/>
          <p:nvPr/>
        </p:nvSpPr>
        <p:spPr>
          <a:xfrm>
            <a:off x="0" y="0"/>
            <a:ext cx="283464" cy="6858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37883" y="457200"/>
            <a:ext cx="3092117" cy="1196670"/>
          </a:xfrm>
        </p:spPr>
        <p:txBody>
          <a:bodyPr anchor="b">
            <a:normAutofit/>
          </a:bodyPr>
          <a:lstStyle>
            <a:lvl1pPr>
              <a:lnSpc>
                <a:spcPct val="100000"/>
              </a:lnSpc>
              <a:defRPr sz="1900" b="1" i="0" spc="300" baseline="0">
                <a:solidFill>
                  <a:schemeClr val="accent1"/>
                </a:solidFill>
                <a:latin typeface="+mn-lt"/>
              </a:defRPr>
            </a:lvl1pPr>
          </a:lstStyle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37883" y="1741336"/>
            <a:ext cx="3092117" cy="4164164"/>
          </a:xfrm>
        </p:spPr>
        <p:txBody>
          <a:bodyPr/>
          <a:lstStyle>
            <a:lvl1pPr marL="0" indent="0">
              <a:lnSpc>
                <a:spcPct val="120000"/>
              </a:lnSpc>
              <a:spcBef>
                <a:spcPts val="1200"/>
              </a:spcBef>
              <a:buNone/>
              <a:defRPr sz="1600" baseline="0">
                <a:solidFill>
                  <a:schemeClr val="bg2"/>
                </a:solidFill>
              </a:defRPr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765950" y="6375679"/>
            <a:ext cx="1232456" cy="348462"/>
          </a:xfrm>
        </p:spPr>
        <p:txBody>
          <a:bodyPr/>
          <a:lstStyle/>
          <a:p>
            <a:fld id="{9334D819-9F07-4261-B09B-9E467E5D9002}" type="datetimeFigureOut">
              <a:rPr lang="en-US" smtClean="0"/>
              <a:t>11/28/24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2103621" y="6375679"/>
            <a:ext cx="3482178" cy="345796"/>
          </a:xfrm>
        </p:spPr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5687568" y="6375679"/>
            <a:ext cx="1234440" cy="345796"/>
          </a:xfrm>
        </p:spPr>
        <p:txBody>
          <a:bodyPr/>
          <a:lstStyle/>
          <a:p>
            <a:fld id="{71766878-3199-4EAB-94E7-2D6D11070E14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630141804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334D819-9F07-4261-B09B-9E467E5D9002}" type="datetimeFigureOut">
              <a:rPr lang="en-US" smtClean="0"/>
              <a:t>11/28/24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1766878-3199-4EAB-94E7-2D6D11070E14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726938987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10066321" y="382386"/>
            <a:ext cx="1492132" cy="5600404"/>
          </a:xfrm>
        </p:spPr>
        <p:txBody>
          <a:bodyPr vert="eaVert"/>
          <a:lstStyle/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1257300" y="382385"/>
            <a:ext cx="8392585" cy="5600405"/>
          </a:xfrm>
        </p:spPr>
        <p:txBody>
          <a:bodyPr vert="eaVert"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334D819-9F07-4261-B09B-9E467E5D9002}" type="datetimeFigureOut">
              <a:rPr lang="en-US" smtClean="0"/>
              <a:t>11/28/24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1766878-3199-4EAB-94E7-2D6D11070E14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079246636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1251678" y="382385"/>
            <a:ext cx="10178322" cy="1492132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/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251678" y="2286001"/>
            <a:ext cx="10178322" cy="3593591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1251678" y="6375679"/>
            <a:ext cx="2329722" cy="348462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lumMod val="65000"/>
                    <a:lumOff val="35000"/>
                  </a:schemeClr>
                </a:solidFill>
              </a:defRPr>
            </a:lvl1pPr>
          </a:lstStyle>
          <a:p>
            <a:fld id="{9334D819-9F07-4261-B09B-9E467E5D9002}" type="datetimeFigureOut">
              <a:rPr lang="en-US" smtClean="0"/>
              <a:pPr/>
              <a:t>11/28/24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4038600" y="6375679"/>
            <a:ext cx="4114800" cy="345796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lumMod val="65000"/>
                    <a:lumOff val="35000"/>
                  </a:schemeClr>
                </a:solidFill>
              </a:defRPr>
            </a:lvl1pPr>
          </a:lstStyle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610601" y="6375679"/>
            <a:ext cx="2819399" cy="345796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lumMod val="65000"/>
                    <a:lumOff val="35000"/>
                  </a:schemeClr>
                </a:solidFill>
              </a:defRPr>
            </a:lvl1pPr>
          </a:lstStyle>
          <a:p>
            <a:fld id="{71766878-3199-4EAB-94E7-2D6D11070E14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11" name="Freeform 6" title="Left scallop edge"/>
          <p:cNvSpPr/>
          <p:nvPr/>
        </p:nvSpPr>
        <p:spPr bwMode="auto">
          <a:xfrm>
            <a:off x="0" y="0"/>
            <a:ext cx="885825" cy="6858000"/>
          </a:xfrm>
          <a:custGeom>
            <a:avLst/>
            <a:gdLst/>
            <a:ahLst/>
            <a:cxnLst/>
            <a:rect l="0" t="0" r="r" b="b"/>
            <a:pathLst>
              <a:path w="558" h="4320">
                <a:moveTo>
                  <a:pt x="0" y="0"/>
                </a:moveTo>
                <a:lnTo>
                  <a:pt x="447" y="0"/>
                </a:lnTo>
                <a:lnTo>
                  <a:pt x="448" y="43"/>
                </a:lnTo>
                <a:lnTo>
                  <a:pt x="453" y="81"/>
                </a:lnTo>
                <a:lnTo>
                  <a:pt x="460" y="114"/>
                </a:lnTo>
                <a:lnTo>
                  <a:pt x="469" y="143"/>
                </a:lnTo>
                <a:lnTo>
                  <a:pt x="479" y="169"/>
                </a:lnTo>
                <a:lnTo>
                  <a:pt x="491" y="192"/>
                </a:lnTo>
                <a:lnTo>
                  <a:pt x="503" y="216"/>
                </a:lnTo>
                <a:lnTo>
                  <a:pt x="515" y="240"/>
                </a:lnTo>
                <a:lnTo>
                  <a:pt x="525" y="263"/>
                </a:lnTo>
                <a:lnTo>
                  <a:pt x="535" y="289"/>
                </a:lnTo>
                <a:lnTo>
                  <a:pt x="545" y="318"/>
                </a:lnTo>
                <a:lnTo>
                  <a:pt x="552" y="351"/>
                </a:lnTo>
                <a:lnTo>
                  <a:pt x="556" y="389"/>
                </a:lnTo>
                <a:lnTo>
                  <a:pt x="558" y="432"/>
                </a:lnTo>
                <a:lnTo>
                  <a:pt x="556" y="475"/>
                </a:lnTo>
                <a:lnTo>
                  <a:pt x="552" y="513"/>
                </a:lnTo>
                <a:lnTo>
                  <a:pt x="545" y="546"/>
                </a:lnTo>
                <a:lnTo>
                  <a:pt x="535" y="575"/>
                </a:lnTo>
                <a:lnTo>
                  <a:pt x="525" y="601"/>
                </a:lnTo>
                <a:lnTo>
                  <a:pt x="515" y="624"/>
                </a:lnTo>
                <a:lnTo>
                  <a:pt x="503" y="648"/>
                </a:lnTo>
                <a:lnTo>
                  <a:pt x="491" y="672"/>
                </a:lnTo>
                <a:lnTo>
                  <a:pt x="479" y="695"/>
                </a:lnTo>
                <a:lnTo>
                  <a:pt x="469" y="721"/>
                </a:lnTo>
                <a:lnTo>
                  <a:pt x="460" y="750"/>
                </a:lnTo>
                <a:lnTo>
                  <a:pt x="453" y="783"/>
                </a:lnTo>
                <a:lnTo>
                  <a:pt x="448" y="821"/>
                </a:lnTo>
                <a:lnTo>
                  <a:pt x="447" y="864"/>
                </a:lnTo>
                <a:lnTo>
                  <a:pt x="448" y="907"/>
                </a:lnTo>
                <a:lnTo>
                  <a:pt x="453" y="945"/>
                </a:lnTo>
                <a:lnTo>
                  <a:pt x="460" y="978"/>
                </a:lnTo>
                <a:lnTo>
                  <a:pt x="469" y="1007"/>
                </a:lnTo>
                <a:lnTo>
                  <a:pt x="479" y="1033"/>
                </a:lnTo>
                <a:lnTo>
                  <a:pt x="491" y="1056"/>
                </a:lnTo>
                <a:lnTo>
                  <a:pt x="503" y="1080"/>
                </a:lnTo>
                <a:lnTo>
                  <a:pt x="515" y="1104"/>
                </a:lnTo>
                <a:lnTo>
                  <a:pt x="525" y="1127"/>
                </a:lnTo>
                <a:lnTo>
                  <a:pt x="535" y="1153"/>
                </a:lnTo>
                <a:lnTo>
                  <a:pt x="545" y="1182"/>
                </a:lnTo>
                <a:lnTo>
                  <a:pt x="552" y="1215"/>
                </a:lnTo>
                <a:lnTo>
                  <a:pt x="556" y="1253"/>
                </a:lnTo>
                <a:lnTo>
                  <a:pt x="558" y="1296"/>
                </a:lnTo>
                <a:lnTo>
                  <a:pt x="556" y="1339"/>
                </a:lnTo>
                <a:lnTo>
                  <a:pt x="552" y="1377"/>
                </a:lnTo>
                <a:lnTo>
                  <a:pt x="545" y="1410"/>
                </a:lnTo>
                <a:lnTo>
                  <a:pt x="535" y="1439"/>
                </a:lnTo>
                <a:lnTo>
                  <a:pt x="525" y="1465"/>
                </a:lnTo>
                <a:lnTo>
                  <a:pt x="515" y="1488"/>
                </a:lnTo>
                <a:lnTo>
                  <a:pt x="503" y="1512"/>
                </a:lnTo>
                <a:lnTo>
                  <a:pt x="491" y="1536"/>
                </a:lnTo>
                <a:lnTo>
                  <a:pt x="479" y="1559"/>
                </a:lnTo>
                <a:lnTo>
                  <a:pt x="469" y="1585"/>
                </a:lnTo>
                <a:lnTo>
                  <a:pt x="460" y="1614"/>
                </a:lnTo>
                <a:lnTo>
                  <a:pt x="453" y="1647"/>
                </a:lnTo>
                <a:lnTo>
                  <a:pt x="448" y="1685"/>
                </a:lnTo>
                <a:lnTo>
                  <a:pt x="447" y="1728"/>
                </a:lnTo>
                <a:lnTo>
                  <a:pt x="448" y="1771"/>
                </a:lnTo>
                <a:lnTo>
                  <a:pt x="453" y="1809"/>
                </a:lnTo>
                <a:lnTo>
                  <a:pt x="460" y="1842"/>
                </a:lnTo>
                <a:lnTo>
                  <a:pt x="469" y="1871"/>
                </a:lnTo>
                <a:lnTo>
                  <a:pt x="479" y="1897"/>
                </a:lnTo>
                <a:lnTo>
                  <a:pt x="491" y="1920"/>
                </a:lnTo>
                <a:lnTo>
                  <a:pt x="503" y="1944"/>
                </a:lnTo>
                <a:lnTo>
                  <a:pt x="515" y="1968"/>
                </a:lnTo>
                <a:lnTo>
                  <a:pt x="525" y="1991"/>
                </a:lnTo>
                <a:lnTo>
                  <a:pt x="535" y="2017"/>
                </a:lnTo>
                <a:lnTo>
                  <a:pt x="545" y="2046"/>
                </a:lnTo>
                <a:lnTo>
                  <a:pt x="552" y="2079"/>
                </a:lnTo>
                <a:lnTo>
                  <a:pt x="556" y="2117"/>
                </a:lnTo>
                <a:lnTo>
                  <a:pt x="558" y="2159"/>
                </a:lnTo>
                <a:lnTo>
                  <a:pt x="556" y="2203"/>
                </a:lnTo>
                <a:lnTo>
                  <a:pt x="552" y="2241"/>
                </a:lnTo>
                <a:lnTo>
                  <a:pt x="545" y="2274"/>
                </a:lnTo>
                <a:lnTo>
                  <a:pt x="535" y="2303"/>
                </a:lnTo>
                <a:lnTo>
                  <a:pt x="525" y="2329"/>
                </a:lnTo>
                <a:lnTo>
                  <a:pt x="515" y="2352"/>
                </a:lnTo>
                <a:lnTo>
                  <a:pt x="503" y="2376"/>
                </a:lnTo>
                <a:lnTo>
                  <a:pt x="491" y="2400"/>
                </a:lnTo>
                <a:lnTo>
                  <a:pt x="479" y="2423"/>
                </a:lnTo>
                <a:lnTo>
                  <a:pt x="469" y="2449"/>
                </a:lnTo>
                <a:lnTo>
                  <a:pt x="460" y="2478"/>
                </a:lnTo>
                <a:lnTo>
                  <a:pt x="453" y="2511"/>
                </a:lnTo>
                <a:lnTo>
                  <a:pt x="448" y="2549"/>
                </a:lnTo>
                <a:lnTo>
                  <a:pt x="447" y="2592"/>
                </a:lnTo>
                <a:lnTo>
                  <a:pt x="448" y="2635"/>
                </a:lnTo>
                <a:lnTo>
                  <a:pt x="453" y="2673"/>
                </a:lnTo>
                <a:lnTo>
                  <a:pt x="460" y="2706"/>
                </a:lnTo>
                <a:lnTo>
                  <a:pt x="469" y="2735"/>
                </a:lnTo>
                <a:lnTo>
                  <a:pt x="479" y="2761"/>
                </a:lnTo>
                <a:lnTo>
                  <a:pt x="491" y="2784"/>
                </a:lnTo>
                <a:lnTo>
                  <a:pt x="515" y="2832"/>
                </a:lnTo>
                <a:lnTo>
                  <a:pt x="525" y="2855"/>
                </a:lnTo>
                <a:lnTo>
                  <a:pt x="535" y="2881"/>
                </a:lnTo>
                <a:lnTo>
                  <a:pt x="545" y="2910"/>
                </a:lnTo>
                <a:lnTo>
                  <a:pt x="552" y="2943"/>
                </a:lnTo>
                <a:lnTo>
                  <a:pt x="556" y="2981"/>
                </a:lnTo>
                <a:lnTo>
                  <a:pt x="558" y="3024"/>
                </a:lnTo>
                <a:lnTo>
                  <a:pt x="556" y="3067"/>
                </a:lnTo>
                <a:lnTo>
                  <a:pt x="552" y="3105"/>
                </a:lnTo>
                <a:lnTo>
                  <a:pt x="545" y="3138"/>
                </a:lnTo>
                <a:lnTo>
                  <a:pt x="535" y="3167"/>
                </a:lnTo>
                <a:lnTo>
                  <a:pt x="525" y="3193"/>
                </a:lnTo>
                <a:lnTo>
                  <a:pt x="515" y="3216"/>
                </a:lnTo>
                <a:lnTo>
                  <a:pt x="503" y="3240"/>
                </a:lnTo>
                <a:lnTo>
                  <a:pt x="491" y="3264"/>
                </a:lnTo>
                <a:lnTo>
                  <a:pt x="479" y="3287"/>
                </a:lnTo>
                <a:lnTo>
                  <a:pt x="469" y="3313"/>
                </a:lnTo>
                <a:lnTo>
                  <a:pt x="460" y="3342"/>
                </a:lnTo>
                <a:lnTo>
                  <a:pt x="453" y="3375"/>
                </a:lnTo>
                <a:lnTo>
                  <a:pt x="448" y="3413"/>
                </a:lnTo>
                <a:lnTo>
                  <a:pt x="447" y="3456"/>
                </a:lnTo>
                <a:lnTo>
                  <a:pt x="448" y="3499"/>
                </a:lnTo>
                <a:lnTo>
                  <a:pt x="453" y="3537"/>
                </a:lnTo>
                <a:lnTo>
                  <a:pt x="460" y="3570"/>
                </a:lnTo>
                <a:lnTo>
                  <a:pt x="469" y="3599"/>
                </a:lnTo>
                <a:lnTo>
                  <a:pt x="479" y="3625"/>
                </a:lnTo>
                <a:lnTo>
                  <a:pt x="491" y="3648"/>
                </a:lnTo>
                <a:lnTo>
                  <a:pt x="503" y="3672"/>
                </a:lnTo>
                <a:lnTo>
                  <a:pt x="515" y="3696"/>
                </a:lnTo>
                <a:lnTo>
                  <a:pt x="525" y="3719"/>
                </a:lnTo>
                <a:lnTo>
                  <a:pt x="535" y="3745"/>
                </a:lnTo>
                <a:lnTo>
                  <a:pt x="545" y="3774"/>
                </a:lnTo>
                <a:lnTo>
                  <a:pt x="552" y="3807"/>
                </a:lnTo>
                <a:lnTo>
                  <a:pt x="556" y="3845"/>
                </a:lnTo>
                <a:lnTo>
                  <a:pt x="558" y="3888"/>
                </a:lnTo>
                <a:lnTo>
                  <a:pt x="556" y="3931"/>
                </a:lnTo>
                <a:lnTo>
                  <a:pt x="552" y="3969"/>
                </a:lnTo>
                <a:lnTo>
                  <a:pt x="545" y="4002"/>
                </a:lnTo>
                <a:lnTo>
                  <a:pt x="535" y="4031"/>
                </a:lnTo>
                <a:lnTo>
                  <a:pt x="525" y="4057"/>
                </a:lnTo>
                <a:lnTo>
                  <a:pt x="515" y="4080"/>
                </a:lnTo>
                <a:lnTo>
                  <a:pt x="503" y="4104"/>
                </a:lnTo>
                <a:lnTo>
                  <a:pt x="491" y="4128"/>
                </a:lnTo>
                <a:lnTo>
                  <a:pt x="479" y="4151"/>
                </a:lnTo>
                <a:lnTo>
                  <a:pt x="469" y="4177"/>
                </a:lnTo>
                <a:lnTo>
                  <a:pt x="460" y="4206"/>
                </a:lnTo>
                <a:lnTo>
                  <a:pt x="453" y="4239"/>
                </a:lnTo>
                <a:lnTo>
                  <a:pt x="448" y="4277"/>
                </a:lnTo>
                <a:lnTo>
                  <a:pt x="447" y="4320"/>
                </a:lnTo>
                <a:lnTo>
                  <a:pt x="0" y="4320"/>
                </a:lnTo>
                <a:lnTo>
                  <a:pt x="0" y="0"/>
                </a:lnTo>
                <a:close/>
              </a:path>
            </a:pathLst>
          </a:custGeom>
          <a:solidFill>
            <a:schemeClr val="tx2"/>
          </a:solidFill>
          <a:ln w="0">
            <a:noFill/>
            <a:prstDash val="solid"/>
            <a:round/>
            <a:headEnd/>
            <a:tailEnd/>
          </a:ln>
        </p:spPr>
      </p:sp>
      <p:sp>
        <p:nvSpPr>
          <p:cNvPr id="12" name="Rectangle 11" title="right edge border"/>
          <p:cNvSpPr/>
          <p:nvPr/>
        </p:nvSpPr>
        <p:spPr>
          <a:xfrm>
            <a:off x="11908536" y="0"/>
            <a:ext cx="283464" cy="6858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</p:spTree>
    <p:extLst>
      <p:ext uri="{BB962C8B-B14F-4D97-AF65-F5344CB8AC3E}">
        <p14:creationId xmlns:p14="http://schemas.microsoft.com/office/powerpoint/2010/main" val="3949789887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5100" kern="1200" cap="all" spc="200" baseline="0">
          <a:solidFill>
            <a:schemeClr val="tx2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110000"/>
        </a:lnSpc>
        <a:spcBef>
          <a:spcPts val="700"/>
        </a:spcBef>
        <a:buClr>
          <a:schemeClr val="tx2"/>
        </a:buClr>
        <a:buFont typeface="Arial" panose="020B0604020202020204" pitchFamily="34" charset="0"/>
        <a:buChar char="•"/>
        <a:defRPr sz="2000" kern="1200">
          <a:solidFill>
            <a:schemeClr val="tx1">
              <a:lumMod val="65000"/>
              <a:lumOff val="35000"/>
            </a:schemeClr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110000"/>
        </a:lnSpc>
        <a:spcBef>
          <a:spcPts val="700"/>
        </a:spcBef>
        <a:buClr>
          <a:schemeClr val="tx2"/>
        </a:buClr>
        <a:buFont typeface="Gill Sans MT" panose="020B0502020104020203" pitchFamily="34" charset="0"/>
        <a:buChar char="–"/>
        <a:defRPr sz="1800" kern="1200">
          <a:solidFill>
            <a:schemeClr val="tx1">
              <a:lumMod val="65000"/>
              <a:lumOff val="35000"/>
            </a:schemeClr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110000"/>
        </a:lnSpc>
        <a:spcBef>
          <a:spcPts val="700"/>
        </a:spcBef>
        <a:buClr>
          <a:schemeClr val="tx2"/>
        </a:buClr>
        <a:buFont typeface="Arial" panose="020B0604020202020204" pitchFamily="34" charset="0"/>
        <a:buChar char="•"/>
        <a:defRPr sz="1600" kern="1200">
          <a:solidFill>
            <a:schemeClr val="tx1">
              <a:lumMod val="65000"/>
              <a:lumOff val="35000"/>
            </a:schemeClr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110000"/>
        </a:lnSpc>
        <a:spcBef>
          <a:spcPts val="700"/>
        </a:spcBef>
        <a:buClr>
          <a:schemeClr val="tx2"/>
        </a:buClr>
        <a:buFont typeface="Gill Sans MT" panose="020B0502020104020203" pitchFamily="34" charset="0"/>
        <a:buChar char="–"/>
        <a:defRPr sz="1400" kern="1200">
          <a:solidFill>
            <a:schemeClr val="tx1">
              <a:lumMod val="65000"/>
              <a:lumOff val="35000"/>
            </a:schemeClr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110000"/>
        </a:lnSpc>
        <a:spcBef>
          <a:spcPts val="700"/>
        </a:spcBef>
        <a:buClr>
          <a:schemeClr val="tx2"/>
        </a:buClr>
        <a:buFont typeface="Arial" panose="020B0604020202020204" pitchFamily="34" charset="0"/>
        <a:buChar char="•"/>
        <a:defRPr sz="1400" kern="1200">
          <a:solidFill>
            <a:schemeClr val="tx1">
              <a:lumMod val="65000"/>
              <a:lumOff val="35000"/>
            </a:schemeClr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110000"/>
        </a:lnSpc>
        <a:spcBef>
          <a:spcPts val="700"/>
        </a:spcBef>
        <a:buClr>
          <a:schemeClr val="tx2"/>
        </a:buClr>
        <a:buFont typeface="Gill Sans MT" panose="020B0502020104020203" pitchFamily="34" charset="0"/>
        <a:buChar char="–"/>
        <a:defRPr sz="1400" kern="1200">
          <a:solidFill>
            <a:schemeClr val="tx1">
              <a:lumMod val="65000"/>
              <a:lumOff val="35000"/>
            </a:schemeClr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110000"/>
        </a:lnSpc>
        <a:spcBef>
          <a:spcPts val="700"/>
        </a:spcBef>
        <a:buClr>
          <a:schemeClr val="tx2"/>
        </a:buClr>
        <a:buFont typeface="Arial" panose="020B0604020202020204" pitchFamily="34" charset="0"/>
        <a:buChar char="•"/>
        <a:defRPr sz="1400" kern="1200">
          <a:solidFill>
            <a:schemeClr val="tx1">
              <a:lumMod val="65000"/>
              <a:lumOff val="35000"/>
            </a:schemeClr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110000"/>
        </a:lnSpc>
        <a:spcBef>
          <a:spcPts val="700"/>
        </a:spcBef>
        <a:buClr>
          <a:schemeClr val="tx2"/>
        </a:buClr>
        <a:buFont typeface="Gill Sans MT" panose="020B0502020104020203" pitchFamily="34" charset="0"/>
        <a:buChar char="–"/>
        <a:defRPr sz="1400" kern="1200" baseline="0">
          <a:solidFill>
            <a:schemeClr val="tx1">
              <a:lumMod val="65000"/>
              <a:lumOff val="35000"/>
            </a:schemeClr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110000"/>
        </a:lnSpc>
        <a:spcBef>
          <a:spcPts val="700"/>
        </a:spcBef>
        <a:buClr>
          <a:schemeClr val="tx2"/>
        </a:buClr>
        <a:buFont typeface="Arial" panose="020B0604020202020204" pitchFamily="34" charset="0"/>
        <a:buChar char="•"/>
        <a:defRPr sz="1400" kern="1200" baseline="0">
          <a:solidFill>
            <a:schemeClr val="tx1">
              <a:lumMod val="65000"/>
              <a:lumOff val="35000"/>
            </a:schemeClr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pos="792">
          <p15:clr>
            <a:srgbClr val="F26B43"/>
          </p15:clr>
        </p15:guide>
        <p15:guide id="2" pos="7200">
          <p15:clr>
            <a:srgbClr val="F26B43"/>
          </p15:clr>
        </p15:guide>
        <p15:guide id="3" orient="horz" pos="4008">
          <p15:clr>
            <a:srgbClr val="F26B43"/>
          </p15:clr>
        </p15:guide>
        <p15:guide id="4" orient="horz" pos="1440">
          <p15:clr>
            <a:srgbClr val="F26B43"/>
          </p15:clr>
        </p15:guide>
        <p15:guide id="5" orient="horz" pos="3720">
          <p15:clr>
            <a:srgbClr val="F26B43"/>
          </p15:clr>
        </p15:guide>
        <p15:guide id="6" orient="horz" pos="240">
          <p15:clr>
            <a:srgbClr val="F26B43"/>
          </p15:clr>
        </p15:guide>
      </p15:sldGuideLst>
    </p:ext>
  </p:extLst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1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2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0E88937-0F4E-FA7B-A5EF-BD2A4FEB3A94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 sz="6000" dirty="0">
                <a:latin typeface="Optima" panose="02000503060000020004" pitchFamily="2" charset="0"/>
              </a:rPr>
              <a:t>Mind-Brain identity theory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0CEB9914-7CBB-4335-68EA-B0777982A253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889453768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595BC37-07E0-7548-CEA0-997ABC57898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251678" y="669851"/>
            <a:ext cx="10178322" cy="1204666"/>
          </a:xfrm>
        </p:spPr>
        <p:txBody>
          <a:bodyPr>
            <a:normAutofit/>
          </a:bodyPr>
          <a:lstStyle/>
          <a:p>
            <a:r>
              <a:rPr lang="en-US" sz="4400" dirty="0">
                <a:latin typeface="Optima" panose="02000503060000020004" pitchFamily="2" charset="0"/>
              </a:rPr>
              <a:t>Key thesis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4967890-921A-4A15-0F4C-9EF65545355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251678" y="2286001"/>
            <a:ext cx="9709090" cy="3593591"/>
          </a:xfrm>
        </p:spPr>
        <p:txBody>
          <a:bodyPr>
            <a:normAutofit fontScale="77500" lnSpcReduction="20000"/>
          </a:bodyPr>
          <a:lstStyle/>
          <a:p>
            <a:pPr marL="742950" indent="-742950" algn="just">
              <a:lnSpc>
                <a:spcPct val="160000"/>
              </a:lnSpc>
              <a:buAutoNum type="arabicParenBoth"/>
            </a:pPr>
            <a:r>
              <a:rPr lang="en-US" sz="3600" dirty="0">
                <a:solidFill>
                  <a:srgbClr val="002060"/>
                </a:solidFill>
                <a:latin typeface="Avenir Book" panose="02000503020000020003" pitchFamily="2" charset="0"/>
              </a:rPr>
              <a:t>This is the thesis that sensations, such as the experience of seeing ‘a red patch’ or ‘feeling pain’, are identical to physical-chemical brain processes. </a:t>
            </a:r>
          </a:p>
          <a:p>
            <a:pPr marL="742950" indent="-742950" algn="just">
              <a:lnSpc>
                <a:spcPct val="160000"/>
              </a:lnSpc>
              <a:buAutoNum type="arabicParenBoth"/>
            </a:pPr>
            <a:endParaRPr lang="en-US" sz="3600" dirty="0">
              <a:solidFill>
                <a:srgbClr val="002060"/>
              </a:solidFill>
              <a:latin typeface="Avenir Book" panose="02000503020000020003" pitchFamily="2" charset="0"/>
            </a:endParaRPr>
          </a:p>
          <a:p>
            <a:pPr marL="742950" indent="-742950" algn="just">
              <a:lnSpc>
                <a:spcPct val="160000"/>
              </a:lnSpc>
              <a:buAutoNum type="arabicParenBoth"/>
            </a:pPr>
            <a:r>
              <a:rPr lang="en-US" sz="3600" dirty="0">
                <a:solidFill>
                  <a:srgbClr val="002060"/>
                </a:solidFill>
                <a:latin typeface="Avenir Book" panose="02000503020000020003" pitchFamily="2" charset="0"/>
              </a:rPr>
              <a:t>It is a physicalist theory. </a:t>
            </a:r>
          </a:p>
          <a:p>
            <a:pPr marL="0" indent="0">
              <a:buNone/>
            </a:pPr>
            <a:endParaRPr lang="en-US" dirty="0"/>
          </a:p>
          <a:p>
            <a:pPr marL="0" indent="0">
              <a:buNone/>
            </a:pP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690623149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 descr="A brain with lightning coming out of it&#10;&#10;Description automatically generated">
            <a:extLst>
              <a:ext uri="{FF2B5EF4-FFF2-40B4-BE49-F238E27FC236}">
                <a16:creationId xmlns:a16="http://schemas.microsoft.com/office/drawing/2014/main" id="{2293AB5C-1E26-2CBD-B09B-7D923AD31A4C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12714" r="16517"/>
          <a:stretch/>
        </p:blipFill>
        <p:spPr>
          <a:xfrm>
            <a:off x="7338646" y="10"/>
            <a:ext cx="4853354" cy="6857990"/>
          </a:xfrm>
          <a:prstGeom prst="rect">
            <a:avLst/>
          </a:prstGeom>
        </p:spPr>
      </p:pic>
      <p:sp>
        <p:nvSpPr>
          <p:cNvPr id="10" name="Freeform 10">
            <a:extLst>
              <a:ext uri="{FF2B5EF4-FFF2-40B4-BE49-F238E27FC236}">
                <a16:creationId xmlns:a16="http://schemas.microsoft.com/office/drawing/2014/main" id="{FF606621-EDD0-4CB0-B5A0-2BD458842F0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 bwMode="ltGray">
          <a:xfrm>
            <a:off x="0" y="0"/>
            <a:ext cx="7569200" cy="6858000"/>
          </a:xfrm>
          <a:custGeom>
            <a:avLst/>
            <a:gdLst>
              <a:gd name="connsiteX0" fmla="*/ 0 w 7569200"/>
              <a:gd name="connsiteY0" fmla="*/ 0 h 6858000"/>
              <a:gd name="connsiteX1" fmla="*/ 7389812 w 7569200"/>
              <a:gd name="connsiteY1" fmla="*/ 0 h 6858000"/>
              <a:gd name="connsiteX2" fmla="*/ 7394575 w 7569200"/>
              <a:gd name="connsiteY2" fmla="*/ 66675 h 6858000"/>
              <a:gd name="connsiteX3" fmla="*/ 7402512 w 7569200"/>
              <a:gd name="connsiteY3" fmla="*/ 122237 h 6858000"/>
              <a:gd name="connsiteX4" fmla="*/ 7412037 w 7569200"/>
              <a:gd name="connsiteY4" fmla="*/ 174625 h 6858000"/>
              <a:gd name="connsiteX5" fmla="*/ 7427912 w 7569200"/>
              <a:gd name="connsiteY5" fmla="*/ 217487 h 6858000"/>
              <a:gd name="connsiteX6" fmla="*/ 7443787 w 7569200"/>
              <a:gd name="connsiteY6" fmla="*/ 260350 h 6858000"/>
              <a:gd name="connsiteX7" fmla="*/ 7462837 w 7569200"/>
              <a:gd name="connsiteY7" fmla="*/ 296862 h 6858000"/>
              <a:gd name="connsiteX8" fmla="*/ 7481887 w 7569200"/>
              <a:gd name="connsiteY8" fmla="*/ 334962 h 6858000"/>
              <a:gd name="connsiteX9" fmla="*/ 7499350 w 7569200"/>
              <a:gd name="connsiteY9" fmla="*/ 369887 h 6858000"/>
              <a:gd name="connsiteX10" fmla="*/ 7516812 w 7569200"/>
              <a:gd name="connsiteY10" fmla="*/ 409575 h 6858000"/>
              <a:gd name="connsiteX11" fmla="*/ 7532687 w 7569200"/>
              <a:gd name="connsiteY11" fmla="*/ 450850 h 6858000"/>
              <a:gd name="connsiteX12" fmla="*/ 7546975 w 7569200"/>
              <a:gd name="connsiteY12" fmla="*/ 496887 h 6858000"/>
              <a:gd name="connsiteX13" fmla="*/ 7558087 w 7569200"/>
              <a:gd name="connsiteY13" fmla="*/ 546100 h 6858000"/>
              <a:gd name="connsiteX14" fmla="*/ 7566025 w 7569200"/>
              <a:gd name="connsiteY14" fmla="*/ 606425 h 6858000"/>
              <a:gd name="connsiteX15" fmla="*/ 7569200 w 7569200"/>
              <a:gd name="connsiteY15" fmla="*/ 673100 h 6858000"/>
              <a:gd name="connsiteX16" fmla="*/ 7566025 w 7569200"/>
              <a:gd name="connsiteY16" fmla="*/ 744537 h 6858000"/>
              <a:gd name="connsiteX17" fmla="*/ 7558087 w 7569200"/>
              <a:gd name="connsiteY17" fmla="*/ 801687 h 6858000"/>
              <a:gd name="connsiteX18" fmla="*/ 7546975 w 7569200"/>
              <a:gd name="connsiteY18" fmla="*/ 854075 h 6858000"/>
              <a:gd name="connsiteX19" fmla="*/ 7532687 w 7569200"/>
              <a:gd name="connsiteY19" fmla="*/ 901700 h 6858000"/>
              <a:gd name="connsiteX20" fmla="*/ 7516812 w 7569200"/>
              <a:gd name="connsiteY20" fmla="*/ 942975 h 6858000"/>
              <a:gd name="connsiteX21" fmla="*/ 7497762 w 7569200"/>
              <a:gd name="connsiteY21" fmla="*/ 981075 h 6858000"/>
              <a:gd name="connsiteX22" fmla="*/ 7478712 w 7569200"/>
              <a:gd name="connsiteY22" fmla="*/ 1017587 h 6858000"/>
              <a:gd name="connsiteX23" fmla="*/ 7459662 w 7569200"/>
              <a:gd name="connsiteY23" fmla="*/ 1055687 h 6858000"/>
              <a:gd name="connsiteX24" fmla="*/ 7442200 w 7569200"/>
              <a:gd name="connsiteY24" fmla="*/ 1095375 h 6858000"/>
              <a:gd name="connsiteX25" fmla="*/ 7424737 w 7569200"/>
              <a:gd name="connsiteY25" fmla="*/ 1136650 h 6858000"/>
              <a:gd name="connsiteX26" fmla="*/ 7410450 w 7569200"/>
              <a:gd name="connsiteY26" fmla="*/ 1182687 h 6858000"/>
              <a:gd name="connsiteX27" fmla="*/ 7400925 w 7569200"/>
              <a:gd name="connsiteY27" fmla="*/ 1235075 h 6858000"/>
              <a:gd name="connsiteX28" fmla="*/ 7391400 w 7569200"/>
              <a:gd name="connsiteY28" fmla="*/ 1295400 h 6858000"/>
              <a:gd name="connsiteX29" fmla="*/ 7389812 w 7569200"/>
              <a:gd name="connsiteY29" fmla="*/ 1363662 h 6858000"/>
              <a:gd name="connsiteX30" fmla="*/ 7391400 w 7569200"/>
              <a:gd name="connsiteY30" fmla="*/ 1431925 h 6858000"/>
              <a:gd name="connsiteX31" fmla="*/ 7400925 w 7569200"/>
              <a:gd name="connsiteY31" fmla="*/ 1492250 h 6858000"/>
              <a:gd name="connsiteX32" fmla="*/ 7410450 w 7569200"/>
              <a:gd name="connsiteY32" fmla="*/ 1544637 h 6858000"/>
              <a:gd name="connsiteX33" fmla="*/ 7424737 w 7569200"/>
              <a:gd name="connsiteY33" fmla="*/ 1589087 h 6858000"/>
              <a:gd name="connsiteX34" fmla="*/ 7442200 w 7569200"/>
              <a:gd name="connsiteY34" fmla="*/ 1631950 h 6858000"/>
              <a:gd name="connsiteX35" fmla="*/ 7459662 w 7569200"/>
              <a:gd name="connsiteY35" fmla="*/ 1671637 h 6858000"/>
              <a:gd name="connsiteX36" fmla="*/ 7478712 w 7569200"/>
              <a:gd name="connsiteY36" fmla="*/ 1708150 h 6858000"/>
              <a:gd name="connsiteX37" fmla="*/ 7497762 w 7569200"/>
              <a:gd name="connsiteY37" fmla="*/ 1743075 h 6858000"/>
              <a:gd name="connsiteX38" fmla="*/ 7516812 w 7569200"/>
              <a:gd name="connsiteY38" fmla="*/ 1782762 h 6858000"/>
              <a:gd name="connsiteX39" fmla="*/ 7532687 w 7569200"/>
              <a:gd name="connsiteY39" fmla="*/ 1824037 h 6858000"/>
              <a:gd name="connsiteX40" fmla="*/ 7546975 w 7569200"/>
              <a:gd name="connsiteY40" fmla="*/ 1870075 h 6858000"/>
              <a:gd name="connsiteX41" fmla="*/ 7558087 w 7569200"/>
              <a:gd name="connsiteY41" fmla="*/ 1922462 h 6858000"/>
              <a:gd name="connsiteX42" fmla="*/ 7566025 w 7569200"/>
              <a:gd name="connsiteY42" fmla="*/ 1982787 h 6858000"/>
              <a:gd name="connsiteX43" fmla="*/ 7569200 w 7569200"/>
              <a:gd name="connsiteY43" fmla="*/ 2051050 h 6858000"/>
              <a:gd name="connsiteX44" fmla="*/ 7566025 w 7569200"/>
              <a:gd name="connsiteY44" fmla="*/ 2119312 h 6858000"/>
              <a:gd name="connsiteX45" fmla="*/ 7558087 w 7569200"/>
              <a:gd name="connsiteY45" fmla="*/ 2179637 h 6858000"/>
              <a:gd name="connsiteX46" fmla="*/ 7546975 w 7569200"/>
              <a:gd name="connsiteY46" fmla="*/ 2232025 h 6858000"/>
              <a:gd name="connsiteX47" fmla="*/ 7532687 w 7569200"/>
              <a:gd name="connsiteY47" fmla="*/ 2278062 h 6858000"/>
              <a:gd name="connsiteX48" fmla="*/ 7516812 w 7569200"/>
              <a:gd name="connsiteY48" fmla="*/ 2319337 h 6858000"/>
              <a:gd name="connsiteX49" fmla="*/ 7497762 w 7569200"/>
              <a:gd name="connsiteY49" fmla="*/ 2359025 h 6858000"/>
              <a:gd name="connsiteX50" fmla="*/ 7478712 w 7569200"/>
              <a:gd name="connsiteY50" fmla="*/ 2395537 h 6858000"/>
              <a:gd name="connsiteX51" fmla="*/ 7459662 w 7569200"/>
              <a:gd name="connsiteY51" fmla="*/ 2433637 h 6858000"/>
              <a:gd name="connsiteX52" fmla="*/ 7442200 w 7569200"/>
              <a:gd name="connsiteY52" fmla="*/ 2471737 h 6858000"/>
              <a:gd name="connsiteX53" fmla="*/ 7424737 w 7569200"/>
              <a:gd name="connsiteY53" fmla="*/ 2513012 h 6858000"/>
              <a:gd name="connsiteX54" fmla="*/ 7410450 w 7569200"/>
              <a:gd name="connsiteY54" fmla="*/ 2560637 h 6858000"/>
              <a:gd name="connsiteX55" fmla="*/ 7400925 w 7569200"/>
              <a:gd name="connsiteY55" fmla="*/ 2613025 h 6858000"/>
              <a:gd name="connsiteX56" fmla="*/ 7391400 w 7569200"/>
              <a:gd name="connsiteY56" fmla="*/ 2671762 h 6858000"/>
              <a:gd name="connsiteX57" fmla="*/ 7389812 w 7569200"/>
              <a:gd name="connsiteY57" fmla="*/ 2741612 h 6858000"/>
              <a:gd name="connsiteX58" fmla="*/ 7391400 w 7569200"/>
              <a:gd name="connsiteY58" fmla="*/ 2809875 h 6858000"/>
              <a:gd name="connsiteX59" fmla="*/ 7400925 w 7569200"/>
              <a:gd name="connsiteY59" fmla="*/ 2868612 h 6858000"/>
              <a:gd name="connsiteX60" fmla="*/ 7410450 w 7569200"/>
              <a:gd name="connsiteY60" fmla="*/ 2922587 h 6858000"/>
              <a:gd name="connsiteX61" fmla="*/ 7424737 w 7569200"/>
              <a:gd name="connsiteY61" fmla="*/ 2967037 h 6858000"/>
              <a:gd name="connsiteX62" fmla="*/ 7442200 w 7569200"/>
              <a:gd name="connsiteY62" fmla="*/ 3009900 h 6858000"/>
              <a:gd name="connsiteX63" fmla="*/ 7459662 w 7569200"/>
              <a:gd name="connsiteY63" fmla="*/ 3046412 h 6858000"/>
              <a:gd name="connsiteX64" fmla="*/ 7478712 w 7569200"/>
              <a:gd name="connsiteY64" fmla="*/ 3084512 h 6858000"/>
              <a:gd name="connsiteX65" fmla="*/ 7497762 w 7569200"/>
              <a:gd name="connsiteY65" fmla="*/ 3121025 h 6858000"/>
              <a:gd name="connsiteX66" fmla="*/ 7516812 w 7569200"/>
              <a:gd name="connsiteY66" fmla="*/ 3160712 h 6858000"/>
              <a:gd name="connsiteX67" fmla="*/ 7532687 w 7569200"/>
              <a:gd name="connsiteY67" fmla="*/ 3201987 h 6858000"/>
              <a:gd name="connsiteX68" fmla="*/ 7546975 w 7569200"/>
              <a:gd name="connsiteY68" fmla="*/ 3248025 h 6858000"/>
              <a:gd name="connsiteX69" fmla="*/ 7558087 w 7569200"/>
              <a:gd name="connsiteY69" fmla="*/ 3300412 h 6858000"/>
              <a:gd name="connsiteX70" fmla="*/ 7566025 w 7569200"/>
              <a:gd name="connsiteY70" fmla="*/ 3360737 h 6858000"/>
              <a:gd name="connsiteX71" fmla="*/ 7569200 w 7569200"/>
              <a:gd name="connsiteY71" fmla="*/ 3427412 h 6858000"/>
              <a:gd name="connsiteX72" fmla="*/ 7566025 w 7569200"/>
              <a:gd name="connsiteY72" fmla="*/ 3497262 h 6858000"/>
              <a:gd name="connsiteX73" fmla="*/ 7558087 w 7569200"/>
              <a:gd name="connsiteY73" fmla="*/ 3557587 h 6858000"/>
              <a:gd name="connsiteX74" fmla="*/ 7546975 w 7569200"/>
              <a:gd name="connsiteY74" fmla="*/ 3609975 h 6858000"/>
              <a:gd name="connsiteX75" fmla="*/ 7532687 w 7569200"/>
              <a:gd name="connsiteY75" fmla="*/ 3656012 h 6858000"/>
              <a:gd name="connsiteX76" fmla="*/ 7516812 w 7569200"/>
              <a:gd name="connsiteY76" fmla="*/ 3697287 h 6858000"/>
              <a:gd name="connsiteX77" fmla="*/ 7497762 w 7569200"/>
              <a:gd name="connsiteY77" fmla="*/ 3736975 h 6858000"/>
              <a:gd name="connsiteX78" fmla="*/ 7459662 w 7569200"/>
              <a:gd name="connsiteY78" fmla="*/ 3811587 h 6858000"/>
              <a:gd name="connsiteX79" fmla="*/ 7442200 w 7569200"/>
              <a:gd name="connsiteY79" fmla="*/ 3848100 h 6858000"/>
              <a:gd name="connsiteX80" fmla="*/ 7424737 w 7569200"/>
              <a:gd name="connsiteY80" fmla="*/ 3890962 h 6858000"/>
              <a:gd name="connsiteX81" fmla="*/ 7410450 w 7569200"/>
              <a:gd name="connsiteY81" fmla="*/ 3935412 h 6858000"/>
              <a:gd name="connsiteX82" fmla="*/ 7400925 w 7569200"/>
              <a:gd name="connsiteY82" fmla="*/ 3987800 h 6858000"/>
              <a:gd name="connsiteX83" fmla="*/ 7391400 w 7569200"/>
              <a:gd name="connsiteY83" fmla="*/ 4048125 h 6858000"/>
              <a:gd name="connsiteX84" fmla="*/ 7389812 w 7569200"/>
              <a:gd name="connsiteY84" fmla="*/ 4116387 h 6858000"/>
              <a:gd name="connsiteX85" fmla="*/ 7391400 w 7569200"/>
              <a:gd name="connsiteY85" fmla="*/ 4186237 h 6858000"/>
              <a:gd name="connsiteX86" fmla="*/ 7400925 w 7569200"/>
              <a:gd name="connsiteY86" fmla="*/ 4244975 h 6858000"/>
              <a:gd name="connsiteX87" fmla="*/ 7410450 w 7569200"/>
              <a:gd name="connsiteY87" fmla="*/ 4297362 h 6858000"/>
              <a:gd name="connsiteX88" fmla="*/ 7424737 w 7569200"/>
              <a:gd name="connsiteY88" fmla="*/ 4343400 h 6858000"/>
              <a:gd name="connsiteX89" fmla="*/ 7442200 w 7569200"/>
              <a:gd name="connsiteY89" fmla="*/ 4386262 h 6858000"/>
              <a:gd name="connsiteX90" fmla="*/ 7459662 w 7569200"/>
              <a:gd name="connsiteY90" fmla="*/ 4424362 h 6858000"/>
              <a:gd name="connsiteX91" fmla="*/ 7497762 w 7569200"/>
              <a:gd name="connsiteY91" fmla="*/ 4498975 h 6858000"/>
              <a:gd name="connsiteX92" fmla="*/ 7516812 w 7569200"/>
              <a:gd name="connsiteY92" fmla="*/ 4537075 h 6858000"/>
              <a:gd name="connsiteX93" fmla="*/ 7532687 w 7569200"/>
              <a:gd name="connsiteY93" fmla="*/ 4579937 h 6858000"/>
              <a:gd name="connsiteX94" fmla="*/ 7546975 w 7569200"/>
              <a:gd name="connsiteY94" fmla="*/ 4625975 h 6858000"/>
              <a:gd name="connsiteX95" fmla="*/ 7558087 w 7569200"/>
              <a:gd name="connsiteY95" fmla="*/ 4678362 h 6858000"/>
              <a:gd name="connsiteX96" fmla="*/ 7566025 w 7569200"/>
              <a:gd name="connsiteY96" fmla="*/ 4738687 h 6858000"/>
              <a:gd name="connsiteX97" fmla="*/ 7569200 w 7569200"/>
              <a:gd name="connsiteY97" fmla="*/ 4806950 h 6858000"/>
              <a:gd name="connsiteX98" fmla="*/ 7566025 w 7569200"/>
              <a:gd name="connsiteY98" fmla="*/ 4875212 h 6858000"/>
              <a:gd name="connsiteX99" fmla="*/ 7558087 w 7569200"/>
              <a:gd name="connsiteY99" fmla="*/ 4935537 h 6858000"/>
              <a:gd name="connsiteX100" fmla="*/ 7546975 w 7569200"/>
              <a:gd name="connsiteY100" fmla="*/ 4987925 h 6858000"/>
              <a:gd name="connsiteX101" fmla="*/ 7532687 w 7569200"/>
              <a:gd name="connsiteY101" fmla="*/ 5033962 h 6858000"/>
              <a:gd name="connsiteX102" fmla="*/ 7516812 w 7569200"/>
              <a:gd name="connsiteY102" fmla="*/ 5075237 h 6858000"/>
              <a:gd name="connsiteX103" fmla="*/ 7497762 w 7569200"/>
              <a:gd name="connsiteY103" fmla="*/ 5114925 h 6858000"/>
              <a:gd name="connsiteX104" fmla="*/ 7478712 w 7569200"/>
              <a:gd name="connsiteY104" fmla="*/ 5149850 h 6858000"/>
              <a:gd name="connsiteX105" fmla="*/ 7459662 w 7569200"/>
              <a:gd name="connsiteY105" fmla="*/ 5186362 h 6858000"/>
              <a:gd name="connsiteX106" fmla="*/ 7442200 w 7569200"/>
              <a:gd name="connsiteY106" fmla="*/ 5226050 h 6858000"/>
              <a:gd name="connsiteX107" fmla="*/ 7424737 w 7569200"/>
              <a:gd name="connsiteY107" fmla="*/ 5268912 h 6858000"/>
              <a:gd name="connsiteX108" fmla="*/ 7410450 w 7569200"/>
              <a:gd name="connsiteY108" fmla="*/ 5313362 h 6858000"/>
              <a:gd name="connsiteX109" fmla="*/ 7400925 w 7569200"/>
              <a:gd name="connsiteY109" fmla="*/ 5365750 h 6858000"/>
              <a:gd name="connsiteX110" fmla="*/ 7391400 w 7569200"/>
              <a:gd name="connsiteY110" fmla="*/ 5426075 h 6858000"/>
              <a:gd name="connsiteX111" fmla="*/ 7389812 w 7569200"/>
              <a:gd name="connsiteY111" fmla="*/ 5494337 h 6858000"/>
              <a:gd name="connsiteX112" fmla="*/ 7391400 w 7569200"/>
              <a:gd name="connsiteY112" fmla="*/ 5562600 h 6858000"/>
              <a:gd name="connsiteX113" fmla="*/ 7400925 w 7569200"/>
              <a:gd name="connsiteY113" fmla="*/ 5622925 h 6858000"/>
              <a:gd name="connsiteX114" fmla="*/ 7410450 w 7569200"/>
              <a:gd name="connsiteY114" fmla="*/ 5675312 h 6858000"/>
              <a:gd name="connsiteX115" fmla="*/ 7424737 w 7569200"/>
              <a:gd name="connsiteY115" fmla="*/ 5721350 h 6858000"/>
              <a:gd name="connsiteX116" fmla="*/ 7442200 w 7569200"/>
              <a:gd name="connsiteY116" fmla="*/ 5762625 h 6858000"/>
              <a:gd name="connsiteX117" fmla="*/ 7459662 w 7569200"/>
              <a:gd name="connsiteY117" fmla="*/ 5802312 h 6858000"/>
              <a:gd name="connsiteX118" fmla="*/ 7478712 w 7569200"/>
              <a:gd name="connsiteY118" fmla="*/ 5840412 h 6858000"/>
              <a:gd name="connsiteX119" fmla="*/ 7497762 w 7569200"/>
              <a:gd name="connsiteY119" fmla="*/ 5876925 h 6858000"/>
              <a:gd name="connsiteX120" fmla="*/ 7516812 w 7569200"/>
              <a:gd name="connsiteY120" fmla="*/ 5915025 h 6858000"/>
              <a:gd name="connsiteX121" fmla="*/ 7532687 w 7569200"/>
              <a:gd name="connsiteY121" fmla="*/ 5956300 h 6858000"/>
              <a:gd name="connsiteX122" fmla="*/ 7546975 w 7569200"/>
              <a:gd name="connsiteY122" fmla="*/ 6003925 h 6858000"/>
              <a:gd name="connsiteX123" fmla="*/ 7558087 w 7569200"/>
              <a:gd name="connsiteY123" fmla="*/ 6056312 h 6858000"/>
              <a:gd name="connsiteX124" fmla="*/ 7566025 w 7569200"/>
              <a:gd name="connsiteY124" fmla="*/ 6113462 h 6858000"/>
              <a:gd name="connsiteX125" fmla="*/ 7569200 w 7569200"/>
              <a:gd name="connsiteY125" fmla="*/ 6183312 h 6858000"/>
              <a:gd name="connsiteX126" fmla="*/ 7566025 w 7569200"/>
              <a:gd name="connsiteY126" fmla="*/ 6251575 h 6858000"/>
              <a:gd name="connsiteX127" fmla="*/ 7558087 w 7569200"/>
              <a:gd name="connsiteY127" fmla="*/ 6311900 h 6858000"/>
              <a:gd name="connsiteX128" fmla="*/ 7546975 w 7569200"/>
              <a:gd name="connsiteY128" fmla="*/ 6361112 h 6858000"/>
              <a:gd name="connsiteX129" fmla="*/ 7532687 w 7569200"/>
              <a:gd name="connsiteY129" fmla="*/ 6407150 h 6858000"/>
              <a:gd name="connsiteX130" fmla="*/ 7516812 w 7569200"/>
              <a:gd name="connsiteY130" fmla="*/ 6448425 h 6858000"/>
              <a:gd name="connsiteX131" fmla="*/ 7499350 w 7569200"/>
              <a:gd name="connsiteY131" fmla="*/ 6488112 h 6858000"/>
              <a:gd name="connsiteX132" fmla="*/ 7481887 w 7569200"/>
              <a:gd name="connsiteY132" fmla="*/ 6523037 h 6858000"/>
              <a:gd name="connsiteX133" fmla="*/ 7462837 w 7569200"/>
              <a:gd name="connsiteY133" fmla="*/ 6561137 h 6858000"/>
              <a:gd name="connsiteX134" fmla="*/ 7443787 w 7569200"/>
              <a:gd name="connsiteY134" fmla="*/ 6597650 h 6858000"/>
              <a:gd name="connsiteX135" fmla="*/ 7427912 w 7569200"/>
              <a:gd name="connsiteY135" fmla="*/ 6640512 h 6858000"/>
              <a:gd name="connsiteX136" fmla="*/ 7412037 w 7569200"/>
              <a:gd name="connsiteY136" fmla="*/ 6683375 h 6858000"/>
              <a:gd name="connsiteX137" fmla="*/ 7402512 w 7569200"/>
              <a:gd name="connsiteY137" fmla="*/ 6735762 h 6858000"/>
              <a:gd name="connsiteX138" fmla="*/ 7394575 w 7569200"/>
              <a:gd name="connsiteY138" fmla="*/ 6791325 h 6858000"/>
              <a:gd name="connsiteX139" fmla="*/ 7389812 w 7569200"/>
              <a:gd name="connsiteY139" fmla="*/ 6858000 h 6858000"/>
              <a:gd name="connsiteX140" fmla="*/ 0 w 7569200"/>
              <a:gd name="connsiteY140" fmla="*/ 6858000 h 6858000"/>
              <a:gd name="connsiteX141" fmla="*/ 0 w 7569200"/>
              <a:gd name="connsiteY141" fmla="*/ 0 h 6858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  <a:cxn ang="0">
                <a:pos x="connsiteX78" y="connsiteY78"/>
              </a:cxn>
              <a:cxn ang="0">
                <a:pos x="connsiteX79" y="connsiteY79"/>
              </a:cxn>
              <a:cxn ang="0">
                <a:pos x="connsiteX80" y="connsiteY80"/>
              </a:cxn>
              <a:cxn ang="0">
                <a:pos x="connsiteX81" y="connsiteY81"/>
              </a:cxn>
              <a:cxn ang="0">
                <a:pos x="connsiteX82" y="connsiteY82"/>
              </a:cxn>
              <a:cxn ang="0">
                <a:pos x="connsiteX83" y="connsiteY83"/>
              </a:cxn>
              <a:cxn ang="0">
                <a:pos x="connsiteX84" y="connsiteY84"/>
              </a:cxn>
              <a:cxn ang="0">
                <a:pos x="connsiteX85" y="connsiteY85"/>
              </a:cxn>
              <a:cxn ang="0">
                <a:pos x="connsiteX86" y="connsiteY86"/>
              </a:cxn>
              <a:cxn ang="0">
                <a:pos x="connsiteX87" y="connsiteY87"/>
              </a:cxn>
              <a:cxn ang="0">
                <a:pos x="connsiteX88" y="connsiteY88"/>
              </a:cxn>
              <a:cxn ang="0">
                <a:pos x="connsiteX89" y="connsiteY89"/>
              </a:cxn>
              <a:cxn ang="0">
                <a:pos x="connsiteX90" y="connsiteY90"/>
              </a:cxn>
              <a:cxn ang="0">
                <a:pos x="connsiteX91" y="connsiteY91"/>
              </a:cxn>
              <a:cxn ang="0">
                <a:pos x="connsiteX92" y="connsiteY92"/>
              </a:cxn>
              <a:cxn ang="0">
                <a:pos x="connsiteX93" y="connsiteY93"/>
              </a:cxn>
              <a:cxn ang="0">
                <a:pos x="connsiteX94" y="connsiteY94"/>
              </a:cxn>
              <a:cxn ang="0">
                <a:pos x="connsiteX95" y="connsiteY95"/>
              </a:cxn>
              <a:cxn ang="0">
                <a:pos x="connsiteX96" y="connsiteY96"/>
              </a:cxn>
              <a:cxn ang="0">
                <a:pos x="connsiteX97" y="connsiteY97"/>
              </a:cxn>
              <a:cxn ang="0">
                <a:pos x="connsiteX98" y="connsiteY98"/>
              </a:cxn>
              <a:cxn ang="0">
                <a:pos x="connsiteX99" y="connsiteY99"/>
              </a:cxn>
              <a:cxn ang="0">
                <a:pos x="connsiteX100" y="connsiteY100"/>
              </a:cxn>
              <a:cxn ang="0">
                <a:pos x="connsiteX101" y="connsiteY101"/>
              </a:cxn>
              <a:cxn ang="0">
                <a:pos x="connsiteX102" y="connsiteY102"/>
              </a:cxn>
              <a:cxn ang="0">
                <a:pos x="connsiteX103" y="connsiteY103"/>
              </a:cxn>
              <a:cxn ang="0">
                <a:pos x="connsiteX104" y="connsiteY104"/>
              </a:cxn>
              <a:cxn ang="0">
                <a:pos x="connsiteX105" y="connsiteY105"/>
              </a:cxn>
              <a:cxn ang="0">
                <a:pos x="connsiteX106" y="connsiteY106"/>
              </a:cxn>
              <a:cxn ang="0">
                <a:pos x="connsiteX107" y="connsiteY107"/>
              </a:cxn>
              <a:cxn ang="0">
                <a:pos x="connsiteX108" y="connsiteY108"/>
              </a:cxn>
              <a:cxn ang="0">
                <a:pos x="connsiteX109" y="connsiteY109"/>
              </a:cxn>
              <a:cxn ang="0">
                <a:pos x="connsiteX110" y="connsiteY110"/>
              </a:cxn>
              <a:cxn ang="0">
                <a:pos x="connsiteX111" y="connsiteY111"/>
              </a:cxn>
              <a:cxn ang="0">
                <a:pos x="connsiteX112" y="connsiteY112"/>
              </a:cxn>
              <a:cxn ang="0">
                <a:pos x="connsiteX113" y="connsiteY113"/>
              </a:cxn>
              <a:cxn ang="0">
                <a:pos x="connsiteX114" y="connsiteY114"/>
              </a:cxn>
              <a:cxn ang="0">
                <a:pos x="connsiteX115" y="connsiteY115"/>
              </a:cxn>
              <a:cxn ang="0">
                <a:pos x="connsiteX116" y="connsiteY116"/>
              </a:cxn>
              <a:cxn ang="0">
                <a:pos x="connsiteX117" y="connsiteY117"/>
              </a:cxn>
              <a:cxn ang="0">
                <a:pos x="connsiteX118" y="connsiteY118"/>
              </a:cxn>
              <a:cxn ang="0">
                <a:pos x="connsiteX119" y="connsiteY119"/>
              </a:cxn>
              <a:cxn ang="0">
                <a:pos x="connsiteX120" y="connsiteY120"/>
              </a:cxn>
              <a:cxn ang="0">
                <a:pos x="connsiteX121" y="connsiteY121"/>
              </a:cxn>
              <a:cxn ang="0">
                <a:pos x="connsiteX122" y="connsiteY122"/>
              </a:cxn>
              <a:cxn ang="0">
                <a:pos x="connsiteX123" y="connsiteY123"/>
              </a:cxn>
              <a:cxn ang="0">
                <a:pos x="connsiteX124" y="connsiteY124"/>
              </a:cxn>
              <a:cxn ang="0">
                <a:pos x="connsiteX125" y="connsiteY125"/>
              </a:cxn>
              <a:cxn ang="0">
                <a:pos x="connsiteX126" y="connsiteY126"/>
              </a:cxn>
              <a:cxn ang="0">
                <a:pos x="connsiteX127" y="connsiteY127"/>
              </a:cxn>
              <a:cxn ang="0">
                <a:pos x="connsiteX128" y="connsiteY128"/>
              </a:cxn>
              <a:cxn ang="0">
                <a:pos x="connsiteX129" y="connsiteY129"/>
              </a:cxn>
              <a:cxn ang="0">
                <a:pos x="connsiteX130" y="connsiteY130"/>
              </a:cxn>
              <a:cxn ang="0">
                <a:pos x="connsiteX131" y="connsiteY131"/>
              </a:cxn>
              <a:cxn ang="0">
                <a:pos x="connsiteX132" y="connsiteY132"/>
              </a:cxn>
              <a:cxn ang="0">
                <a:pos x="connsiteX133" y="connsiteY133"/>
              </a:cxn>
              <a:cxn ang="0">
                <a:pos x="connsiteX134" y="connsiteY134"/>
              </a:cxn>
              <a:cxn ang="0">
                <a:pos x="connsiteX135" y="connsiteY135"/>
              </a:cxn>
              <a:cxn ang="0">
                <a:pos x="connsiteX136" y="connsiteY136"/>
              </a:cxn>
              <a:cxn ang="0">
                <a:pos x="connsiteX137" y="connsiteY137"/>
              </a:cxn>
              <a:cxn ang="0">
                <a:pos x="connsiteX138" y="connsiteY138"/>
              </a:cxn>
              <a:cxn ang="0">
                <a:pos x="connsiteX139" y="connsiteY139"/>
              </a:cxn>
              <a:cxn ang="0">
                <a:pos x="connsiteX140" y="connsiteY140"/>
              </a:cxn>
              <a:cxn ang="0">
                <a:pos x="connsiteX141" y="connsiteY141"/>
              </a:cxn>
            </a:cxnLst>
            <a:rect l="l" t="t" r="r" b="b"/>
            <a:pathLst>
              <a:path w="7569200" h="6858000">
                <a:moveTo>
                  <a:pt x="0" y="0"/>
                </a:moveTo>
                <a:lnTo>
                  <a:pt x="7389812" y="0"/>
                </a:lnTo>
                <a:lnTo>
                  <a:pt x="7394575" y="66675"/>
                </a:lnTo>
                <a:lnTo>
                  <a:pt x="7402512" y="122237"/>
                </a:lnTo>
                <a:lnTo>
                  <a:pt x="7412037" y="174625"/>
                </a:lnTo>
                <a:lnTo>
                  <a:pt x="7427912" y="217487"/>
                </a:lnTo>
                <a:lnTo>
                  <a:pt x="7443787" y="260350"/>
                </a:lnTo>
                <a:lnTo>
                  <a:pt x="7462837" y="296862"/>
                </a:lnTo>
                <a:lnTo>
                  <a:pt x="7481887" y="334962"/>
                </a:lnTo>
                <a:lnTo>
                  <a:pt x="7499350" y="369887"/>
                </a:lnTo>
                <a:lnTo>
                  <a:pt x="7516812" y="409575"/>
                </a:lnTo>
                <a:lnTo>
                  <a:pt x="7532687" y="450850"/>
                </a:lnTo>
                <a:lnTo>
                  <a:pt x="7546975" y="496887"/>
                </a:lnTo>
                <a:lnTo>
                  <a:pt x="7558087" y="546100"/>
                </a:lnTo>
                <a:lnTo>
                  <a:pt x="7566025" y="606425"/>
                </a:lnTo>
                <a:lnTo>
                  <a:pt x="7569200" y="673100"/>
                </a:lnTo>
                <a:lnTo>
                  <a:pt x="7566025" y="744537"/>
                </a:lnTo>
                <a:lnTo>
                  <a:pt x="7558087" y="801687"/>
                </a:lnTo>
                <a:lnTo>
                  <a:pt x="7546975" y="854075"/>
                </a:lnTo>
                <a:lnTo>
                  <a:pt x="7532687" y="901700"/>
                </a:lnTo>
                <a:lnTo>
                  <a:pt x="7516812" y="942975"/>
                </a:lnTo>
                <a:lnTo>
                  <a:pt x="7497762" y="981075"/>
                </a:lnTo>
                <a:lnTo>
                  <a:pt x="7478712" y="1017587"/>
                </a:lnTo>
                <a:lnTo>
                  <a:pt x="7459662" y="1055687"/>
                </a:lnTo>
                <a:lnTo>
                  <a:pt x="7442200" y="1095375"/>
                </a:lnTo>
                <a:lnTo>
                  <a:pt x="7424737" y="1136650"/>
                </a:lnTo>
                <a:lnTo>
                  <a:pt x="7410450" y="1182687"/>
                </a:lnTo>
                <a:lnTo>
                  <a:pt x="7400925" y="1235075"/>
                </a:lnTo>
                <a:lnTo>
                  <a:pt x="7391400" y="1295400"/>
                </a:lnTo>
                <a:lnTo>
                  <a:pt x="7389812" y="1363662"/>
                </a:lnTo>
                <a:lnTo>
                  <a:pt x="7391400" y="1431925"/>
                </a:lnTo>
                <a:lnTo>
                  <a:pt x="7400925" y="1492250"/>
                </a:lnTo>
                <a:lnTo>
                  <a:pt x="7410450" y="1544637"/>
                </a:lnTo>
                <a:lnTo>
                  <a:pt x="7424737" y="1589087"/>
                </a:lnTo>
                <a:lnTo>
                  <a:pt x="7442200" y="1631950"/>
                </a:lnTo>
                <a:lnTo>
                  <a:pt x="7459662" y="1671637"/>
                </a:lnTo>
                <a:lnTo>
                  <a:pt x="7478712" y="1708150"/>
                </a:lnTo>
                <a:lnTo>
                  <a:pt x="7497762" y="1743075"/>
                </a:lnTo>
                <a:lnTo>
                  <a:pt x="7516812" y="1782762"/>
                </a:lnTo>
                <a:lnTo>
                  <a:pt x="7532687" y="1824037"/>
                </a:lnTo>
                <a:lnTo>
                  <a:pt x="7546975" y="1870075"/>
                </a:lnTo>
                <a:lnTo>
                  <a:pt x="7558087" y="1922462"/>
                </a:lnTo>
                <a:lnTo>
                  <a:pt x="7566025" y="1982787"/>
                </a:lnTo>
                <a:lnTo>
                  <a:pt x="7569200" y="2051050"/>
                </a:lnTo>
                <a:lnTo>
                  <a:pt x="7566025" y="2119312"/>
                </a:lnTo>
                <a:lnTo>
                  <a:pt x="7558087" y="2179637"/>
                </a:lnTo>
                <a:lnTo>
                  <a:pt x="7546975" y="2232025"/>
                </a:lnTo>
                <a:lnTo>
                  <a:pt x="7532687" y="2278062"/>
                </a:lnTo>
                <a:lnTo>
                  <a:pt x="7516812" y="2319337"/>
                </a:lnTo>
                <a:lnTo>
                  <a:pt x="7497762" y="2359025"/>
                </a:lnTo>
                <a:lnTo>
                  <a:pt x="7478712" y="2395537"/>
                </a:lnTo>
                <a:lnTo>
                  <a:pt x="7459662" y="2433637"/>
                </a:lnTo>
                <a:lnTo>
                  <a:pt x="7442200" y="2471737"/>
                </a:lnTo>
                <a:lnTo>
                  <a:pt x="7424737" y="2513012"/>
                </a:lnTo>
                <a:lnTo>
                  <a:pt x="7410450" y="2560637"/>
                </a:lnTo>
                <a:lnTo>
                  <a:pt x="7400925" y="2613025"/>
                </a:lnTo>
                <a:lnTo>
                  <a:pt x="7391400" y="2671762"/>
                </a:lnTo>
                <a:lnTo>
                  <a:pt x="7389812" y="2741612"/>
                </a:lnTo>
                <a:lnTo>
                  <a:pt x="7391400" y="2809875"/>
                </a:lnTo>
                <a:lnTo>
                  <a:pt x="7400925" y="2868612"/>
                </a:lnTo>
                <a:lnTo>
                  <a:pt x="7410450" y="2922587"/>
                </a:lnTo>
                <a:lnTo>
                  <a:pt x="7424737" y="2967037"/>
                </a:lnTo>
                <a:lnTo>
                  <a:pt x="7442200" y="3009900"/>
                </a:lnTo>
                <a:lnTo>
                  <a:pt x="7459662" y="3046412"/>
                </a:lnTo>
                <a:lnTo>
                  <a:pt x="7478712" y="3084512"/>
                </a:lnTo>
                <a:lnTo>
                  <a:pt x="7497762" y="3121025"/>
                </a:lnTo>
                <a:lnTo>
                  <a:pt x="7516812" y="3160712"/>
                </a:lnTo>
                <a:lnTo>
                  <a:pt x="7532687" y="3201987"/>
                </a:lnTo>
                <a:lnTo>
                  <a:pt x="7546975" y="3248025"/>
                </a:lnTo>
                <a:lnTo>
                  <a:pt x="7558087" y="3300412"/>
                </a:lnTo>
                <a:lnTo>
                  <a:pt x="7566025" y="3360737"/>
                </a:lnTo>
                <a:lnTo>
                  <a:pt x="7569200" y="3427412"/>
                </a:lnTo>
                <a:lnTo>
                  <a:pt x="7566025" y="3497262"/>
                </a:lnTo>
                <a:lnTo>
                  <a:pt x="7558087" y="3557587"/>
                </a:lnTo>
                <a:lnTo>
                  <a:pt x="7546975" y="3609975"/>
                </a:lnTo>
                <a:lnTo>
                  <a:pt x="7532687" y="3656012"/>
                </a:lnTo>
                <a:lnTo>
                  <a:pt x="7516812" y="3697287"/>
                </a:lnTo>
                <a:lnTo>
                  <a:pt x="7497762" y="3736975"/>
                </a:lnTo>
                <a:lnTo>
                  <a:pt x="7459662" y="3811587"/>
                </a:lnTo>
                <a:lnTo>
                  <a:pt x="7442200" y="3848100"/>
                </a:lnTo>
                <a:lnTo>
                  <a:pt x="7424737" y="3890962"/>
                </a:lnTo>
                <a:lnTo>
                  <a:pt x="7410450" y="3935412"/>
                </a:lnTo>
                <a:lnTo>
                  <a:pt x="7400925" y="3987800"/>
                </a:lnTo>
                <a:lnTo>
                  <a:pt x="7391400" y="4048125"/>
                </a:lnTo>
                <a:lnTo>
                  <a:pt x="7389812" y="4116387"/>
                </a:lnTo>
                <a:lnTo>
                  <a:pt x="7391400" y="4186237"/>
                </a:lnTo>
                <a:lnTo>
                  <a:pt x="7400925" y="4244975"/>
                </a:lnTo>
                <a:lnTo>
                  <a:pt x="7410450" y="4297362"/>
                </a:lnTo>
                <a:lnTo>
                  <a:pt x="7424737" y="4343400"/>
                </a:lnTo>
                <a:lnTo>
                  <a:pt x="7442200" y="4386262"/>
                </a:lnTo>
                <a:lnTo>
                  <a:pt x="7459662" y="4424362"/>
                </a:lnTo>
                <a:lnTo>
                  <a:pt x="7497762" y="4498975"/>
                </a:lnTo>
                <a:lnTo>
                  <a:pt x="7516812" y="4537075"/>
                </a:lnTo>
                <a:lnTo>
                  <a:pt x="7532687" y="4579937"/>
                </a:lnTo>
                <a:lnTo>
                  <a:pt x="7546975" y="4625975"/>
                </a:lnTo>
                <a:lnTo>
                  <a:pt x="7558087" y="4678362"/>
                </a:lnTo>
                <a:lnTo>
                  <a:pt x="7566025" y="4738687"/>
                </a:lnTo>
                <a:lnTo>
                  <a:pt x="7569200" y="4806950"/>
                </a:lnTo>
                <a:lnTo>
                  <a:pt x="7566025" y="4875212"/>
                </a:lnTo>
                <a:lnTo>
                  <a:pt x="7558087" y="4935537"/>
                </a:lnTo>
                <a:lnTo>
                  <a:pt x="7546975" y="4987925"/>
                </a:lnTo>
                <a:lnTo>
                  <a:pt x="7532687" y="5033962"/>
                </a:lnTo>
                <a:lnTo>
                  <a:pt x="7516812" y="5075237"/>
                </a:lnTo>
                <a:lnTo>
                  <a:pt x="7497762" y="5114925"/>
                </a:lnTo>
                <a:lnTo>
                  <a:pt x="7478712" y="5149850"/>
                </a:lnTo>
                <a:lnTo>
                  <a:pt x="7459662" y="5186362"/>
                </a:lnTo>
                <a:lnTo>
                  <a:pt x="7442200" y="5226050"/>
                </a:lnTo>
                <a:lnTo>
                  <a:pt x="7424737" y="5268912"/>
                </a:lnTo>
                <a:lnTo>
                  <a:pt x="7410450" y="5313362"/>
                </a:lnTo>
                <a:lnTo>
                  <a:pt x="7400925" y="5365750"/>
                </a:lnTo>
                <a:lnTo>
                  <a:pt x="7391400" y="5426075"/>
                </a:lnTo>
                <a:lnTo>
                  <a:pt x="7389812" y="5494337"/>
                </a:lnTo>
                <a:lnTo>
                  <a:pt x="7391400" y="5562600"/>
                </a:lnTo>
                <a:lnTo>
                  <a:pt x="7400925" y="5622925"/>
                </a:lnTo>
                <a:lnTo>
                  <a:pt x="7410450" y="5675312"/>
                </a:lnTo>
                <a:lnTo>
                  <a:pt x="7424737" y="5721350"/>
                </a:lnTo>
                <a:lnTo>
                  <a:pt x="7442200" y="5762625"/>
                </a:lnTo>
                <a:lnTo>
                  <a:pt x="7459662" y="5802312"/>
                </a:lnTo>
                <a:lnTo>
                  <a:pt x="7478712" y="5840412"/>
                </a:lnTo>
                <a:lnTo>
                  <a:pt x="7497762" y="5876925"/>
                </a:lnTo>
                <a:lnTo>
                  <a:pt x="7516812" y="5915025"/>
                </a:lnTo>
                <a:lnTo>
                  <a:pt x="7532687" y="5956300"/>
                </a:lnTo>
                <a:lnTo>
                  <a:pt x="7546975" y="6003925"/>
                </a:lnTo>
                <a:lnTo>
                  <a:pt x="7558087" y="6056312"/>
                </a:lnTo>
                <a:lnTo>
                  <a:pt x="7566025" y="6113462"/>
                </a:lnTo>
                <a:lnTo>
                  <a:pt x="7569200" y="6183312"/>
                </a:lnTo>
                <a:lnTo>
                  <a:pt x="7566025" y="6251575"/>
                </a:lnTo>
                <a:lnTo>
                  <a:pt x="7558087" y="6311900"/>
                </a:lnTo>
                <a:lnTo>
                  <a:pt x="7546975" y="6361112"/>
                </a:lnTo>
                <a:lnTo>
                  <a:pt x="7532687" y="6407150"/>
                </a:lnTo>
                <a:lnTo>
                  <a:pt x="7516812" y="6448425"/>
                </a:lnTo>
                <a:lnTo>
                  <a:pt x="7499350" y="6488112"/>
                </a:lnTo>
                <a:lnTo>
                  <a:pt x="7481887" y="6523037"/>
                </a:lnTo>
                <a:lnTo>
                  <a:pt x="7462837" y="6561137"/>
                </a:lnTo>
                <a:lnTo>
                  <a:pt x="7443787" y="6597650"/>
                </a:lnTo>
                <a:lnTo>
                  <a:pt x="7427912" y="6640512"/>
                </a:lnTo>
                <a:lnTo>
                  <a:pt x="7412037" y="6683375"/>
                </a:lnTo>
                <a:lnTo>
                  <a:pt x="7402512" y="6735762"/>
                </a:lnTo>
                <a:lnTo>
                  <a:pt x="7394575" y="6791325"/>
                </a:lnTo>
                <a:lnTo>
                  <a:pt x="7389812" y="6858000"/>
                </a:lnTo>
                <a:lnTo>
                  <a:pt x="0" y="6858000"/>
                </a:lnTo>
                <a:lnTo>
                  <a:pt x="0" y="0"/>
                </a:lnTo>
                <a:close/>
              </a:path>
            </a:pathLst>
          </a:custGeom>
          <a:solidFill>
            <a:schemeClr val="bg2"/>
          </a:solidFill>
          <a:ln w="0">
            <a:noFill/>
            <a:prstDash val="solid"/>
            <a:round/>
            <a:headEnd/>
            <a:tailEnd/>
          </a:ln>
        </p:spPr>
        <p:txBody>
          <a:bodyPr/>
          <a:lstStyle/>
          <a:p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6BCD0C94-F115-3CAE-41C6-A02955243D5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65051" y="621791"/>
            <a:ext cx="6015897" cy="1252725"/>
          </a:xfrm>
        </p:spPr>
        <p:txBody>
          <a:bodyPr>
            <a:normAutofit/>
          </a:bodyPr>
          <a:lstStyle/>
          <a:p>
            <a:r>
              <a:rPr lang="en-US" sz="3600" dirty="0">
                <a:latin typeface="Optima" panose="02000503060000020004" pitchFamily="2" charset="0"/>
              </a:rPr>
              <a:t>Sensations and brain processes</a:t>
            </a: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F7E0AF57-42C6-4312-BEDF-A384DC8E42D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283464" cy="6858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DA14981-CF26-DE65-9B8F-AF5C02C8FF7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76188" y="2034540"/>
            <a:ext cx="6269733" cy="3593591"/>
          </a:xfrm>
        </p:spPr>
        <p:txBody>
          <a:bodyPr>
            <a:noAutofit/>
          </a:bodyPr>
          <a:lstStyle/>
          <a:p>
            <a:pPr marL="0" indent="0">
              <a:lnSpc>
                <a:spcPct val="150000"/>
              </a:lnSpc>
              <a:buNone/>
            </a:pPr>
            <a:r>
              <a:rPr lang="en-US" dirty="0">
                <a:solidFill>
                  <a:schemeClr val="tx1"/>
                </a:solidFill>
                <a:latin typeface="Avenir Book" panose="02000503020000020003" pitchFamily="2" charset="0"/>
              </a:rPr>
              <a:t>‘Insofar as ‘after-image’ or ‘ache’ is a report of a process, it is a report of a process that happens to be a brain process…All it claims is that in so far as a sensation statement is a reporting of something, that something is in fact a brain process. Sensations are nothing over and above brain processes.’ (In the same way that nations are nothing ‘over and above’ their citizens). Hilary Putnam</a:t>
            </a:r>
          </a:p>
        </p:txBody>
      </p:sp>
    </p:spTree>
    <p:extLst>
      <p:ext uri="{BB962C8B-B14F-4D97-AF65-F5344CB8AC3E}">
        <p14:creationId xmlns:p14="http://schemas.microsoft.com/office/powerpoint/2010/main" val="1051243231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01A5DA7-5409-7CCD-3942-60C2303AC46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251678" y="478465"/>
            <a:ext cx="10178322" cy="829340"/>
          </a:xfrm>
        </p:spPr>
        <p:txBody>
          <a:bodyPr>
            <a:normAutofit fontScale="90000"/>
          </a:bodyPr>
          <a:lstStyle/>
          <a:p>
            <a:r>
              <a:rPr lang="en-US" sz="4000" dirty="0">
                <a:latin typeface="Avenir Book" panose="02000503020000020003" pitchFamily="2" charset="0"/>
              </a:rPr>
              <a:t>Two types of mind-brain identity theory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40FFF67-7BEF-772F-F13D-82B6A329B20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251678" y="2052084"/>
            <a:ext cx="10178322" cy="3827508"/>
          </a:xfrm>
        </p:spPr>
        <p:txBody>
          <a:bodyPr>
            <a:normAutofit lnSpcReduction="10000"/>
          </a:bodyPr>
          <a:lstStyle/>
          <a:p>
            <a:pPr marL="0" indent="0">
              <a:lnSpc>
                <a:spcPct val="150000"/>
              </a:lnSpc>
              <a:buNone/>
            </a:pPr>
            <a:r>
              <a:rPr lang="en-US" sz="3200" dirty="0">
                <a:solidFill>
                  <a:srgbClr val="002060"/>
                </a:solidFill>
                <a:latin typeface="Avenir Book" panose="02000503020000020003" pitchFamily="2" charset="0"/>
              </a:rPr>
              <a:t>(1) The theory that mental states are just certain kinds of brain states.</a:t>
            </a:r>
          </a:p>
          <a:p>
            <a:pPr marL="0" indent="0">
              <a:lnSpc>
                <a:spcPct val="150000"/>
              </a:lnSpc>
              <a:buNone/>
            </a:pPr>
            <a:endParaRPr lang="en-US" sz="3200" dirty="0">
              <a:solidFill>
                <a:srgbClr val="002060"/>
              </a:solidFill>
              <a:latin typeface="Avenir Book" panose="02000503020000020003" pitchFamily="2" charset="0"/>
            </a:endParaRPr>
          </a:p>
          <a:p>
            <a:pPr marL="0" indent="0">
              <a:lnSpc>
                <a:spcPct val="150000"/>
              </a:lnSpc>
              <a:buNone/>
            </a:pPr>
            <a:r>
              <a:rPr lang="en-US" sz="3200" dirty="0">
                <a:solidFill>
                  <a:srgbClr val="002060"/>
                </a:solidFill>
                <a:latin typeface="Avenir Book" panose="02000503020000020003" pitchFamily="2" charset="0"/>
              </a:rPr>
              <a:t>(2) The theory that mental states are specific individual brain events. </a:t>
            </a:r>
          </a:p>
        </p:txBody>
      </p:sp>
    </p:spTree>
    <p:extLst>
      <p:ext uri="{BB962C8B-B14F-4D97-AF65-F5344CB8AC3E}">
        <p14:creationId xmlns:p14="http://schemas.microsoft.com/office/powerpoint/2010/main" val="2137902564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F3EB4A8-1AAE-29F8-06B7-9E0304E37D9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251678" y="694943"/>
            <a:ext cx="10178322" cy="1179573"/>
          </a:xfrm>
        </p:spPr>
        <p:txBody>
          <a:bodyPr>
            <a:normAutofit fontScale="90000"/>
          </a:bodyPr>
          <a:lstStyle/>
          <a:p>
            <a:r>
              <a:rPr lang="en-US" sz="4000" dirty="0">
                <a:latin typeface="Optima" panose="02000503060000020004" pitchFamily="2" charset="0"/>
              </a:rPr>
              <a:t>Advantage 1: it solves the problem of causation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5339AFE-9967-2AED-2BC9-4BAF933F695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648046" y="2286001"/>
            <a:ext cx="9324753" cy="3593591"/>
          </a:xfrm>
        </p:spPr>
        <p:txBody>
          <a:bodyPr>
            <a:normAutofit lnSpcReduction="10000"/>
          </a:bodyPr>
          <a:lstStyle/>
          <a:p>
            <a:pPr marL="0" indent="0">
              <a:lnSpc>
                <a:spcPct val="150000"/>
              </a:lnSpc>
              <a:buNone/>
            </a:pPr>
            <a:r>
              <a:rPr lang="en-US" sz="3200" dirty="0">
                <a:solidFill>
                  <a:srgbClr val="002060"/>
                </a:solidFill>
                <a:latin typeface="Avenir Book" panose="02000503020000020003" pitchFamily="2" charset="0"/>
              </a:rPr>
              <a:t>If sensations are identical with brain processes, then we do not need to postulate any non-physical cause of human behaviour. This means we can explain the two-way link between the mind and the world in a way consistent with physics. </a:t>
            </a:r>
          </a:p>
        </p:txBody>
      </p:sp>
    </p:spTree>
    <p:extLst>
      <p:ext uri="{BB962C8B-B14F-4D97-AF65-F5344CB8AC3E}">
        <p14:creationId xmlns:p14="http://schemas.microsoft.com/office/powerpoint/2010/main" val="2321393879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C4062A7-F4CC-6A50-7461-40893B09884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371600" y="648585"/>
            <a:ext cx="10058400" cy="988829"/>
          </a:xfrm>
        </p:spPr>
        <p:txBody>
          <a:bodyPr/>
          <a:lstStyle/>
          <a:p>
            <a:r>
              <a:rPr lang="en-US" dirty="0">
                <a:latin typeface="Optima" panose="02000503060000020004" pitchFamily="2" charset="0"/>
              </a:rPr>
              <a:t>Identity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3A5DF65-293D-C7B3-DD65-D3F38D4A518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251678" y="2328531"/>
            <a:ext cx="10178322" cy="3593591"/>
          </a:xfrm>
        </p:spPr>
        <p:txBody>
          <a:bodyPr>
            <a:normAutofit/>
          </a:bodyPr>
          <a:lstStyle/>
          <a:p>
            <a:pPr marL="0" indent="0" algn="just">
              <a:lnSpc>
                <a:spcPct val="150000"/>
              </a:lnSpc>
              <a:buNone/>
            </a:pPr>
            <a:r>
              <a:rPr lang="en-US" sz="3200" i="1" dirty="0">
                <a:solidFill>
                  <a:srgbClr val="002060"/>
                </a:solidFill>
                <a:latin typeface="Avenir Book" panose="02000503020000020003" pitchFamily="2" charset="0"/>
              </a:rPr>
              <a:t>“When I say that a sensation is a brain process or that lightning is an electrical discharge, I am using ‘is’ in the sense of strict identity” Hilary Putnam</a:t>
            </a:r>
          </a:p>
        </p:txBody>
      </p:sp>
    </p:spTree>
    <p:extLst>
      <p:ext uri="{BB962C8B-B14F-4D97-AF65-F5344CB8AC3E}">
        <p14:creationId xmlns:p14="http://schemas.microsoft.com/office/powerpoint/2010/main" val="3320920702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BF10DE0-F526-E3EB-B2F6-1BE7C020314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251678" y="723013"/>
            <a:ext cx="10178322" cy="1151503"/>
          </a:xfrm>
        </p:spPr>
        <p:txBody>
          <a:bodyPr/>
          <a:lstStyle/>
          <a:p>
            <a:r>
              <a:rPr lang="en-US" dirty="0">
                <a:latin typeface="Optima" panose="02000503060000020004" pitchFamily="2" charset="0"/>
              </a:rPr>
              <a:t>Objection 1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B182994-9024-EA9F-775C-64EF0668FC4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251678" y="2023873"/>
            <a:ext cx="10178322" cy="3855720"/>
          </a:xfrm>
        </p:spPr>
        <p:txBody>
          <a:bodyPr>
            <a:normAutofit fontScale="92500" lnSpcReduction="20000"/>
          </a:bodyPr>
          <a:lstStyle/>
          <a:p>
            <a:pPr marL="0" indent="0" algn="just">
              <a:lnSpc>
                <a:spcPct val="150000"/>
              </a:lnSpc>
              <a:buNone/>
            </a:pPr>
            <a:r>
              <a:rPr lang="en-US" sz="2800" dirty="0">
                <a:solidFill>
                  <a:srgbClr val="002060"/>
                </a:solidFill>
                <a:latin typeface="Avenir Book" panose="02000503020000020003" pitchFamily="2" charset="0"/>
              </a:rPr>
              <a:t>‘Any illiterate peasant can talk perfectly well about his after-images, or how things look or feel to him, or about his aches and pains, and yet he may know nothing whatsoever about neurophysiology’. </a:t>
            </a:r>
          </a:p>
          <a:p>
            <a:pPr marL="0" indent="0" algn="just">
              <a:lnSpc>
                <a:spcPct val="150000"/>
              </a:lnSpc>
              <a:buNone/>
            </a:pPr>
            <a:endParaRPr lang="en-US" sz="2800" dirty="0">
              <a:solidFill>
                <a:srgbClr val="002060"/>
              </a:solidFill>
              <a:latin typeface="Avenir Book" panose="02000503020000020003" pitchFamily="2" charset="0"/>
            </a:endParaRPr>
          </a:p>
          <a:p>
            <a:pPr marL="0" indent="0" algn="just">
              <a:lnSpc>
                <a:spcPct val="150000"/>
              </a:lnSpc>
              <a:buNone/>
            </a:pPr>
            <a:r>
              <a:rPr lang="en-US" sz="2800" dirty="0">
                <a:solidFill>
                  <a:srgbClr val="002060"/>
                </a:solidFill>
                <a:latin typeface="Avenir Book" panose="02000503020000020003" pitchFamily="2" charset="0"/>
              </a:rPr>
              <a:t>Response: You may as well say that someone who never saw the morning star and only ever saw the evening star, never spoke about the same entity. You can refer to X and not know that X is also Y. </a:t>
            </a:r>
          </a:p>
        </p:txBody>
      </p:sp>
    </p:spTree>
    <p:extLst>
      <p:ext uri="{BB962C8B-B14F-4D97-AF65-F5344CB8AC3E}">
        <p14:creationId xmlns:p14="http://schemas.microsoft.com/office/powerpoint/2010/main" val="3981490507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7E05735-F851-CE16-78EA-04C94CB5F20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251678" y="548639"/>
            <a:ext cx="10178322" cy="670561"/>
          </a:xfrm>
        </p:spPr>
        <p:txBody>
          <a:bodyPr>
            <a:normAutofit fontScale="90000"/>
          </a:bodyPr>
          <a:lstStyle/>
          <a:p>
            <a:r>
              <a:rPr lang="en-US" dirty="0">
                <a:latin typeface="Optima" panose="02000503060000020004" pitchFamily="2" charset="0"/>
              </a:rPr>
              <a:t>Objection 2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F594468-A643-5DDD-CA43-4CC3D97987B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251678" y="1520457"/>
            <a:ext cx="10178322" cy="4359136"/>
          </a:xfrm>
        </p:spPr>
        <p:txBody>
          <a:bodyPr>
            <a:noAutofit/>
          </a:bodyPr>
          <a:lstStyle/>
          <a:p>
            <a:pPr>
              <a:lnSpc>
                <a:spcPct val="150000"/>
              </a:lnSpc>
            </a:pPr>
            <a:r>
              <a:rPr lang="en-US" sz="2400" dirty="0">
                <a:solidFill>
                  <a:srgbClr val="002060"/>
                </a:solidFill>
                <a:latin typeface="Avenir Book" panose="02000503020000020003" pitchFamily="2" charset="0"/>
              </a:rPr>
              <a:t>Maybe science will move on and prove that sensations are not brain processes. So, when we report a sensation, we do not report a mental state. </a:t>
            </a:r>
          </a:p>
          <a:p>
            <a:pPr>
              <a:lnSpc>
                <a:spcPct val="150000"/>
              </a:lnSpc>
            </a:pPr>
            <a:endParaRPr lang="en-US" sz="2400" dirty="0">
              <a:solidFill>
                <a:srgbClr val="002060"/>
              </a:solidFill>
              <a:latin typeface="Avenir Book" panose="02000503020000020003" pitchFamily="2" charset="0"/>
            </a:endParaRPr>
          </a:p>
          <a:p>
            <a:pPr>
              <a:lnSpc>
                <a:spcPct val="150000"/>
              </a:lnSpc>
            </a:pPr>
            <a:r>
              <a:rPr lang="en-US" sz="2400" dirty="0">
                <a:solidFill>
                  <a:srgbClr val="002060"/>
                </a:solidFill>
                <a:latin typeface="Avenir Book" panose="02000503020000020003" pitchFamily="2" charset="0"/>
              </a:rPr>
              <a:t>Reply: “The objection only proves that when we say ‘I have an after-image’ we cannot mean something of the form ‘I have such and such a brain process’.” The same can be said about lightning and a discharge of electricity. </a:t>
            </a:r>
          </a:p>
        </p:txBody>
      </p:sp>
    </p:spTree>
    <p:extLst>
      <p:ext uri="{BB962C8B-B14F-4D97-AF65-F5344CB8AC3E}">
        <p14:creationId xmlns:p14="http://schemas.microsoft.com/office/powerpoint/2010/main" val="2132930791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05E4839-A7ED-0AC4-0B88-161B76FB607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251678" y="563526"/>
            <a:ext cx="10178322" cy="967562"/>
          </a:xfrm>
        </p:spPr>
        <p:txBody>
          <a:bodyPr/>
          <a:lstStyle/>
          <a:p>
            <a:r>
              <a:rPr lang="en-US" dirty="0">
                <a:latin typeface="Optima" panose="02000503060000020004" pitchFamily="2" charset="0"/>
              </a:rPr>
              <a:t>Objection 3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C571B41-EB1D-10DA-27BE-2BC70F47E86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251678" y="1733107"/>
            <a:ext cx="10178322" cy="4146485"/>
          </a:xfrm>
        </p:spPr>
        <p:txBody>
          <a:bodyPr>
            <a:normAutofit fontScale="77500" lnSpcReduction="20000"/>
          </a:bodyPr>
          <a:lstStyle/>
          <a:p>
            <a:pPr marL="0" indent="0">
              <a:lnSpc>
                <a:spcPct val="170000"/>
              </a:lnSpc>
              <a:buNone/>
            </a:pPr>
            <a:r>
              <a:rPr lang="en-US" sz="2800" dirty="0">
                <a:solidFill>
                  <a:srgbClr val="002060"/>
                </a:solidFill>
                <a:latin typeface="Avenir Book" panose="02000503020000020003" pitchFamily="2" charset="0"/>
              </a:rPr>
              <a:t>‘The after-image is not in physical space but the brain process is. So, the after-image is not the brain process.’</a:t>
            </a:r>
          </a:p>
          <a:p>
            <a:pPr marL="0" indent="0">
              <a:lnSpc>
                <a:spcPct val="170000"/>
              </a:lnSpc>
              <a:buNone/>
            </a:pPr>
            <a:endParaRPr lang="en-US" sz="2800" dirty="0">
              <a:solidFill>
                <a:srgbClr val="002060"/>
              </a:solidFill>
              <a:latin typeface="Avenir Book" panose="02000503020000020003" pitchFamily="2" charset="0"/>
            </a:endParaRPr>
          </a:p>
          <a:p>
            <a:pPr marL="0" indent="0">
              <a:lnSpc>
                <a:spcPct val="170000"/>
              </a:lnSpc>
              <a:buNone/>
            </a:pPr>
            <a:r>
              <a:rPr lang="en-US" sz="2800" dirty="0">
                <a:solidFill>
                  <a:srgbClr val="002060"/>
                </a:solidFill>
                <a:latin typeface="Avenir Book" panose="02000503020000020003" pitchFamily="2" charset="0"/>
              </a:rPr>
              <a:t>Reply: “I am not arguing that an after-image is a brain process but that the experience of an after-image is a brain process. It is the experience which is reported in the introspective report”. </a:t>
            </a:r>
          </a:p>
          <a:p>
            <a:pPr marL="0" indent="0">
              <a:lnSpc>
                <a:spcPct val="170000"/>
              </a:lnSpc>
              <a:buNone/>
            </a:pPr>
            <a:r>
              <a:rPr lang="en-US" sz="2800" dirty="0">
                <a:solidFill>
                  <a:srgbClr val="002060"/>
                </a:solidFill>
                <a:latin typeface="Avenir Book" panose="02000503020000020003" pitchFamily="2" charset="0"/>
              </a:rPr>
              <a:t>In one sense an after-image does not exist, only the experience of it exists. </a:t>
            </a:r>
          </a:p>
          <a:p>
            <a:pPr marL="0" indent="0">
              <a:buNone/>
            </a:pPr>
            <a:endParaRPr lang="en-US" sz="2800" dirty="0">
              <a:solidFill>
                <a:srgbClr val="00206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441667616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A9F5AE6-889A-02BC-2118-9A47B72A2E8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251678" y="574157"/>
            <a:ext cx="10178322" cy="1300359"/>
          </a:xfrm>
        </p:spPr>
        <p:txBody>
          <a:bodyPr/>
          <a:lstStyle/>
          <a:p>
            <a:r>
              <a:rPr lang="en-US" dirty="0">
                <a:latin typeface="Optima" panose="02000503060000020004" pitchFamily="2" charset="0"/>
              </a:rPr>
              <a:t>Objection 4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5C00D22-C4C4-07AA-349C-C48B57BE5AA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251678" y="1775637"/>
            <a:ext cx="10178322" cy="4103955"/>
          </a:xfrm>
        </p:spPr>
        <p:txBody>
          <a:bodyPr>
            <a:normAutofit fontScale="85000" lnSpcReduction="10000"/>
          </a:bodyPr>
          <a:lstStyle/>
          <a:p>
            <a:pPr marL="0" indent="0" algn="just">
              <a:lnSpc>
                <a:spcPct val="150000"/>
              </a:lnSpc>
              <a:buNone/>
            </a:pPr>
            <a:r>
              <a:rPr lang="en-US" sz="2800" dirty="0">
                <a:solidFill>
                  <a:schemeClr val="tx1"/>
                </a:solidFill>
                <a:latin typeface="Avenir Book" panose="02000503020000020003" pitchFamily="2" charset="0"/>
              </a:rPr>
              <a:t>Sensations are private and brain processes are public. I can never be wrong about what I am experiencing, but even if a neuroscientist could see the processes of my brain, they could not know with the same certainty what my sensation was. </a:t>
            </a:r>
          </a:p>
          <a:p>
            <a:pPr marL="0" indent="0" algn="just">
              <a:lnSpc>
                <a:spcPct val="150000"/>
              </a:lnSpc>
              <a:buNone/>
            </a:pPr>
            <a:endParaRPr lang="en-US" sz="2800" dirty="0">
              <a:solidFill>
                <a:schemeClr val="tx1"/>
              </a:solidFill>
              <a:latin typeface="Avenir Book" panose="02000503020000020003" pitchFamily="2" charset="0"/>
            </a:endParaRPr>
          </a:p>
          <a:p>
            <a:pPr marL="0" indent="0" algn="just">
              <a:lnSpc>
                <a:spcPct val="150000"/>
              </a:lnSpc>
              <a:buNone/>
            </a:pPr>
            <a:r>
              <a:rPr lang="en-US" sz="2800" dirty="0">
                <a:solidFill>
                  <a:schemeClr val="tx1"/>
                </a:solidFill>
                <a:latin typeface="Avenir Book" panose="02000503020000020003" pitchFamily="2" charset="0"/>
              </a:rPr>
              <a:t>Reply: We do not yet know enough about brain processes, but when we do, we may well get equal access to the sensations of another person. </a:t>
            </a:r>
          </a:p>
        </p:txBody>
      </p:sp>
    </p:spTree>
    <p:extLst>
      <p:ext uri="{BB962C8B-B14F-4D97-AF65-F5344CB8AC3E}">
        <p14:creationId xmlns:p14="http://schemas.microsoft.com/office/powerpoint/2010/main" val="2294541027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98AF736-938B-01A4-7D50-6877BEA8070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251678" y="648585"/>
            <a:ext cx="10178322" cy="1225931"/>
          </a:xfrm>
        </p:spPr>
        <p:txBody>
          <a:bodyPr/>
          <a:lstStyle/>
          <a:p>
            <a:r>
              <a:rPr lang="en-US" dirty="0">
                <a:latin typeface="Optima" panose="02000503060000020004" pitchFamily="2" charset="0"/>
              </a:rPr>
              <a:t>Objection 5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CB71830-3A76-F1B3-C489-247530A4DF8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251678" y="1874517"/>
            <a:ext cx="10178322" cy="4005075"/>
          </a:xfrm>
        </p:spPr>
        <p:txBody>
          <a:bodyPr>
            <a:normAutofit fontScale="92500" lnSpcReduction="20000"/>
          </a:bodyPr>
          <a:lstStyle/>
          <a:p>
            <a:pPr marL="0" indent="0">
              <a:lnSpc>
                <a:spcPct val="150000"/>
              </a:lnSpc>
              <a:buNone/>
            </a:pPr>
            <a:r>
              <a:rPr lang="en-US" sz="2800" dirty="0">
                <a:solidFill>
                  <a:schemeClr val="tx1"/>
                </a:solidFill>
                <a:latin typeface="Avenir Book" panose="02000503020000020003" pitchFamily="2" charset="0"/>
              </a:rPr>
              <a:t>I can imagine having sensations without having brain processes. So, sensations and brain processes are not identical. </a:t>
            </a:r>
          </a:p>
          <a:p>
            <a:pPr marL="0" indent="0">
              <a:lnSpc>
                <a:spcPct val="150000"/>
              </a:lnSpc>
              <a:buNone/>
            </a:pPr>
            <a:endParaRPr lang="en-US" sz="2800" dirty="0">
              <a:solidFill>
                <a:schemeClr val="tx1"/>
              </a:solidFill>
              <a:latin typeface="Avenir Book" panose="02000503020000020003" pitchFamily="2" charset="0"/>
            </a:endParaRPr>
          </a:p>
          <a:p>
            <a:pPr marL="0" indent="0">
              <a:lnSpc>
                <a:spcPct val="150000"/>
              </a:lnSpc>
              <a:buNone/>
            </a:pPr>
            <a:r>
              <a:rPr lang="en-US" sz="2800" dirty="0">
                <a:solidFill>
                  <a:schemeClr val="tx1"/>
                </a:solidFill>
                <a:latin typeface="Avenir Book" panose="02000503020000020003" pitchFamily="2" charset="0"/>
              </a:rPr>
              <a:t>Reply: Conceivability does not prove truths about physical reality. It only proves that we cannot know a priori that brain processes are identical to sensations. However, the identity is necessary, but we only know it a posteriori. The same is true of water and H₂O. </a:t>
            </a:r>
          </a:p>
        </p:txBody>
      </p:sp>
    </p:spTree>
    <p:extLst>
      <p:ext uri="{BB962C8B-B14F-4D97-AF65-F5344CB8AC3E}">
        <p14:creationId xmlns:p14="http://schemas.microsoft.com/office/powerpoint/2010/main" val="3817782591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 descr="A dog licking its paw on a bed&#10;&#10;Description automatically generated">
            <a:extLst>
              <a:ext uri="{FF2B5EF4-FFF2-40B4-BE49-F238E27FC236}">
                <a16:creationId xmlns:a16="http://schemas.microsoft.com/office/drawing/2014/main" id="{F46DDDC7-BC3E-0CDE-332D-858529C4D694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16832" r="12399"/>
          <a:stretch/>
        </p:blipFill>
        <p:spPr>
          <a:xfrm>
            <a:off x="7338646" y="10"/>
            <a:ext cx="4853354" cy="6857990"/>
          </a:xfrm>
          <a:prstGeom prst="rect">
            <a:avLst/>
          </a:prstGeom>
        </p:spPr>
      </p:pic>
      <p:sp>
        <p:nvSpPr>
          <p:cNvPr id="9" name="Freeform 10">
            <a:extLst>
              <a:ext uri="{FF2B5EF4-FFF2-40B4-BE49-F238E27FC236}">
                <a16:creationId xmlns:a16="http://schemas.microsoft.com/office/drawing/2014/main" id="{FF606621-EDD0-4CB0-B5A0-2BD458842F0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 bwMode="ltGray">
          <a:xfrm>
            <a:off x="0" y="0"/>
            <a:ext cx="7569200" cy="6858000"/>
          </a:xfrm>
          <a:custGeom>
            <a:avLst/>
            <a:gdLst>
              <a:gd name="connsiteX0" fmla="*/ 0 w 7569200"/>
              <a:gd name="connsiteY0" fmla="*/ 0 h 6858000"/>
              <a:gd name="connsiteX1" fmla="*/ 7389812 w 7569200"/>
              <a:gd name="connsiteY1" fmla="*/ 0 h 6858000"/>
              <a:gd name="connsiteX2" fmla="*/ 7394575 w 7569200"/>
              <a:gd name="connsiteY2" fmla="*/ 66675 h 6858000"/>
              <a:gd name="connsiteX3" fmla="*/ 7402512 w 7569200"/>
              <a:gd name="connsiteY3" fmla="*/ 122237 h 6858000"/>
              <a:gd name="connsiteX4" fmla="*/ 7412037 w 7569200"/>
              <a:gd name="connsiteY4" fmla="*/ 174625 h 6858000"/>
              <a:gd name="connsiteX5" fmla="*/ 7427912 w 7569200"/>
              <a:gd name="connsiteY5" fmla="*/ 217487 h 6858000"/>
              <a:gd name="connsiteX6" fmla="*/ 7443787 w 7569200"/>
              <a:gd name="connsiteY6" fmla="*/ 260350 h 6858000"/>
              <a:gd name="connsiteX7" fmla="*/ 7462837 w 7569200"/>
              <a:gd name="connsiteY7" fmla="*/ 296862 h 6858000"/>
              <a:gd name="connsiteX8" fmla="*/ 7481887 w 7569200"/>
              <a:gd name="connsiteY8" fmla="*/ 334962 h 6858000"/>
              <a:gd name="connsiteX9" fmla="*/ 7499350 w 7569200"/>
              <a:gd name="connsiteY9" fmla="*/ 369887 h 6858000"/>
              <a:gd name="connsiteX10" fmla="*/ 7516812 w 7569200"/>
              <a:gd name="connsiteY10" fmla="*/ 409575 h 6858000"/>
              <a:gd name="connsiteX11" fmla="*/ 7532687 w 7569200"/>
              <a:gd name="connsiteY11" fmla="*/ 450850 h 6858000"/>
              <a:gd name="connsiteX12" fmla="*/ 7546975 w 7569200"/>
              <a:gd name="connsiteY12" fmla="*/ 496887 h 6858000"/>
              <a:gd name="connsiteX13" fmla="*/ 7558087 w 7569200"/>
              <a:gd name="connsiteY13" fmla="*/ 546100 h 6858000"/>
              <a:gd name="connsiteX14" fmla="*/ 7566025 w 7569200"/>
              <a:gd name="connsiteY14" fmla="*/ 606425 h 6858000"/>
              <a:gd name="connsiteX15" fmla="*/ 7569200 w 7569200"/>
              <a:gd name="connsiteY15" fmla="*/ 673100 h 6858000"/>
              <a:gd name="connsiteX16" fmla="*/ 7566025 w 7569200"/>
              <a:gd name="connsiteY16" fmla="*/ 744537 h 6858000"/>
              <a:gd name="connsiteX17" fmla="*/ 7558087 w 7569200"/>
              <a:gd name="connsiteY17" fmla="*/ 801687 h 6858000"/>
              <a:gd name="connsiteX18" fmla="*/ 7546975 w 7569200"/>
              <a:gd name="connsiteY18" fmla="*/ 854075 h 6858000"/>
              <a:gd name="connsiteX19" fmla="*/ 7532687 w 7569200"/>
              <a:gd name="connsiteY19" fmla="*/ 901700 h 6858000"/>
              <a:gd name="connsiteX20" fmla="*/ 7516812 w 7569200"/>
              <a:gd name="connsiteY20" fmla="*/ 942975 h 6858000"/>
              <a:gd name="connsiteX21" fmla="*/ 7497762 w 7569200"/>
              <a:gd name="connsiteY21" fmla="*/ 981075 h 6858000"/>
              <a:gd name="connsiteX22" fmla="*/ 7478712 w 7569200"/>
              <a:gd name="connsiteY22" fmla="*/ 1017587 h 6858000"/>
              <a:gd name="connsiteX23" fmla="*/ 7459662 w 7569200"/>
              <a:gd name="connsiteY23" fmla="*/ 1055687 h 6858000"/>
              <a:gd name="connsiteX24" fmla="*/ 7442200 w 7569200"/>
              <a:gd name="connsiteY24" fmla="*/ 1095375 h 6858000"/>
              <a:gd name="connsiteX25" fmla="*/ 7424737 w 7569200"/>
              <a:gd name="connsiteY25" fmla="*/ 1136650 h 6858000"/>
              <a:gd name="connsiteX26" fmla="*/ 7410450 w 7569200"/>
              <a:gd name="connsiteY26" fmla="*/ 1182687 h 6858000"/>
              <a:gd name="connsiteX27" fmla="*/ 7400925 w 7569200"/>
              <a:gd name="connsiteY27" fmla="*/ 1235075 h 6858000"/>
              <a:gd name="connsiteX28" fmla="*/ 7391400 w 7569200"/>
              <a:gd name="connsiteY28" fmla="*/ 1295400 h 6858000"/>
              <a:gd name="connsiteX29" fmla="*/ 7389812 w 7569200"/>
              <a:gd name="connsiteY29" fmla="*/ 1363662 h 6858000"/>
              <a:gd name="connsiteX30" fmla="*/ 7391400 w 7569200"/>
              <a:gd name="connsiteY30" fmla="*/ 1431925 h 6858000"/>
              <a:gd name="connsiteX31" fmla="*/ 7400925 w 7569200"/>
              <a:gd name="connsiteY31" fmla="*/ 1492250 h 6858000"/>
              <a:gd name="connsiteX32" fmla="*/ 7410450 w 7569200"/>
              <a:gd name="connsiteY32" fmla="*/ 1544637 h 6858000"/>
              <a:gd name="connsiteX33" fmla="*/ 7424737 w 7569200"/>
              <a:gd name="connsiteY33" fmla="*/ 1589087 h 6858000"/>
              <a:gd name="connsiteX34" fmla="*/ 7442200 w 7569200"/>
              <a:gd name="connsiteY34" fmla="*/ 1631950 h 6858000"/>
              <a:gd name="connsiteX35" fmla="*/ 7459662 w 7569200"/>
              <a:gd name="connsiteY35" fmla="*/ 1671637 h 6858000"/>
              <a:gd name="connsiteX36" fmla="*/ 7478712 w 7569200"/>
              <a:gd name="connsiteY36" fmla="*/ 1708150 h 6858000"/>
              <a:gd name="connsiteX37" fmla="*/ 7497762 w 7569200"/>
              <a:gd name="connsiteY37" fmla="*/ 1743075 h 6858000"/>
              <a:gd name="connsiteX38" fmla="*/ 7516812 w 7569200"/>
              <a:gd name="connsiteY38" fmla="*/ 1782762 h 6858000"/>
              <a:gd name="connsiteX39" fmla="*/ 7532687 w 7569200"/>
              <a:gd name="connsiteY39" fmla="*/ 1824037 h 6858000"/>
              <a:gd name="connsiteX40" fmla="*/ 7546975 w 7569200"/>
              <a:gd name="connsiteY40" fmla="*/ 1870075 h 6858000"/>
              <a:gd name="connsiteX41" fmla="*/ 7558087 w 7569200"/>
              <a:gd name="connsiteY41" fmla="*/ 1922462 h 6858000"/>
              <a:gd name="connsiteX42" fmla="*/ 7566025 w 7569200"/>
              <a:gd name="connsiteY42" fmla="*/ 1982787 h 6858000"/>
              <a:gd name="connsiteX43" fmla="*/ 7569200 w 7569200"/>
              <a:gd name="connsiteY43" fmla="*/ 2051050 h 6858000"/>
              <a:gd name="connsiteX44" fmla="*/ 7566025 w 7569200"/>
              <a:gd name="connsiteY44" fmla="*/ 2119312 h 6858000"/>
              <a:gd name="connsiteX45" fmla="*/ 7558087 w 7569200"/>
              <a:gd name="connsiteY45" fmla="*/ 2179637 h 6858000"/>
              <a:gd name="connsiteX46" fmla="*/ 7546975 w 7569200"/>
              <a:gd name="connsiteY46" fmla="*/ 2232025 h 6858000"/>
              <a:gd name="connsiteX47" fmla="*/ 7532687 w 7569200"/>
              <a:gd name="connsiteY47" fmla="*/ 2278062 h 6858000"/>
              <a:gd name="connsiteX48" fmla="*/ 7516812 w 7569200"/>
              <a:gd name="connsiteY48" fmla="*/ 2319337 h 6858000"/>
              <a:gd name="connsiteX49" fmla="*/ 7497762 w 7569200"/>
              <a:gd name="connsiteY49" fmla="*/ 2359025 h 6858000"/>
              <a:gd name="connsiteX50" fmla="*/ 7478712 w 7569200"/>
              <a:gd name="connsiteY50" fmla="*/ 2395537 h 6858000"/>
              <a:gd name="connsiteX51" fmla="*/ 7459662 w 7569200"/>
              <a:gd name="connsiteY51" fmla="*/ 2433637 h 6858000"/>
              <a:gd name="connsiteX52" fmla="*/ 7442200 w 7569200"/>
              <a:gd name="connsiteY52" fmla="*/ 2471737 h 6858000"/>
              <a:gd name="connsiteX53" fmla="*/ 7424737 w 7569200"/>
              <a:gd name="connsiteY53" fmla="*/ 2513012 h 6858000"/>
              <a:gd name="connsiteX54" fmla="*/ 7410450 w 7569200"/>
              <a:gd name="connsiteY54" fmla="*/ 2560637 h 6858000"/>
              <a:gd name="connsiteX55" fmla="*/ 7400925 w 7569200"/>
              <a:gd name="connsiteY55" fmla="*/ 2613025 h 6858000"/>
              <a:gd name="connsiteX56" fmla="*/ 7391400 w 7569200"/>
              <a:gd name="connsiteY56" fmla="*/ 2671762 h 6858000"/>
              <a:gd name="connsiteX57" fmla="*/ 7389812 w 7569200"/>
              <a:gd name="connsiteY57" fmla="*/ 2741612 h 6858000"/>
              <a:gd name="connsiteX58" fmla="*/ 7391400 w 7569200"/>
              <a:gd name="connsiteY58" fmla="*/ 2809875 h 6858000"/>
              <a:gd name="connsiteX59" fmla="*/ 7400925 w 7569200"/>
              <a:gd name="connsiteY59" fmla="*/ 2868612 h 6858000"/>
              <a:gd name="connsiteX60" fmla="*/ 7410450 w 7569200"/>
              <a:gd name="connsiteY60" fmla="*/ 2922587 h 6858000"/>
              <a:gd name="connsiteX61" fmla="*/ 7424737 w 7569200"/>
              <a:gd name="connsiteY61" fmla="*/ 2967037 h 6858000"/>
              <a:gd name="connsiteX62" fmla="*/ 7442200 w 7569200"/>
              <a:gd name="connsiteY62" fmla="*/ 3009900 h 6858000"/>
              <a:gd name="connsiteX63" fmla="*/ 7459662 w 7569200"/>
              <a:gd name="connsiteY63" fmla="*/ 3046412 h 6858000"/>
              <a:gd name="connsiteX64" fmla="*/ 7478712 w 7569200"/>
              <a:gd name="connsiteY64" fmla="*/ 3084512 h 6858000"/>
              <a:gd name="connsiteX65" fmla="*/ 7497762 w 7569200"/>
              <a:gd name="connsiteY65" fmla="*/ 3121025 h 6858000"/>
              <a:gd name="connsiteX66" fmla="*/ 7516812 w 7569200"/>
              <a:gd name="connsiteY66" fmla="*/ 3160712 h 6858000"/>
              <a:gd name="connsiteX67" fmla="*/ 7532687 w 7569200"/>
              <a:gd name="connsiteY67" fmla="*/ 3201987 h 6858000"/>
              <a:gd name="connsiteX68" fmla="*/ 7546975 w 7569200"/>
              <a:gd name="connsiteY68" fmla="*/ 3248025 h 6858000"/>
              <a:gd name="connsiteX69" fmla="*/ 7558087 w 7569200"/>
              <a:gd name="connsiteY69" fmla="*/ 3300412 h 6858000"/>
              <a:gd name="connsiteX70" fmla="*/ 7566025 w 7569200"/>
              <a:gd name="connsiteY70" fmla="*/ 3360737 h 6858000"/>
              <a:gd name="connsiteX71" fmla="*/ 7569200 w 7569200"/>
              <a:gd name="connsiteY71" fmla="*/ 3427412 h 6858000"/>
              <a:gd name="connsiteX72" fmla="*/ 7566025 w 7569200"/>
              <a:gd name="connsiteY72" fmla="*/ 3497262 h 6858000"/>
              <a:gd name="connsiteX73" fmla="*/ 7558087 w 7569200"/>
              <a:gd name="connsiteY73" fmla="*/ 3557587 h 6858000"/>
              <a:gd name="connsiteX74" fmla="*/ 7546975 w 7569200"/>
              <a:gd name="connsiteY74" fmla="*/ 3609975 h 6858000"/>
              <a:gd name="connsiteX75" fmla="*/ 7532687 w 7569200"/>
              <a:gd name="connsiteY75" fmla="*/ 3656012 h 6858000"/>
              <a:gd name="connsiteX76" fmla="*/ 7516812 w 7569200"/>
              <a:gd name="connsiteY76" fmla="*/ 3697287 h 6858000"/>
              <a:gd name="connsiteX77" fmla="*/ 7497762 w 7569200"/>
              <a:gd name="connsiteY77" fmla="*/ 3736975 h 6858000"/>
              <a:gd name="connsiteX78" fmla="*/ 7459662 w 7569200"/>
              <a:gd name="connsiteY78" fmla="*/ 3811587 h 6858000"/>
              <a:gd name="connsiteX79" fmla="*/ 7442200 w 7569200"/>
              <a:gd name="connsiteY79" fmla="*/ 3848100 h 6858000"/>
              <a:gd name="connsiteX80" fmla="*/ 7424737 w 7569200"/>
              <a:gd name="connsiteY80" fmla="*/ 3890962 h 6858000"/>
              <a:gd name="connsiteX81" fmla="*/ 7410450 w 7569200"/>
              <a:gd name="connsiteY81" fmla="*/ 3935412 h 6858000"/>
              <a:gd name="connsiteX82" fmla="*/ 7400925 w 7569200"/>
              <a:gd name="connsiteY82" fmla="*/ 3987800 h 6858000"/>
              <a:gd name="connsiteX83" fmla="*/ 7391400 w 7569200"/>
              <a:gd name="connsiteY83" fmla="*/ 4048125 h 6858000"/>
              <a:gd name="connsiteX84" fmla="*/ 7389812 w 7569200"/>
              <a:gd name="connsiteY84" fmla="*/ 4116387 h 6858000"/>
              <a:gd name="connsiteX85" fmla="*/ 7391400 w 7569200"/>
              <a:gd name="connsiteY85" fmla="*/ 4186237 h 6858000"/>
              <a:gd name="connsiteX86" fmla="*/ 7400925 w 7569200"/>
              <a:gd name="connsiteY86" fmla="*/ 4244975 h 6858000"/>
              <a:gd name="connsiteX87" fmla="*/ 7410450 w 7569200"/>
              <a:gd name="connsiteY87" fmla="*/ 4297362 h 6858000"/>
              <a:gd name="connsiteX88" fmla="*/ 7424737 w 7569200"/>
              <a:gd name="connsiteY88" fmla="*/ 4343400 h 6858000"/>
              <a:gd name="connsiteX89" fmla="*/ 7442200 w 7569200"/>
              <a:gd name="connsiteY89" fmla="*/ 4386262 h 6858000"/>
              <a:gd name="connsiteX90" fmla="*/ 7459662 w 7569200"/>
              <a:gd name="connsiteY90" fmla="*/ 4424362 h 6858000"/>
              <a:gd name="connsiteX91" fmla="*/ 7497762 w 7569200"/>
              <a:gd name="connsiteY91" fmla="*/ 4498975 h 6858000"/>
              <a:gd name="connsiteX92" fmla="*/ 7516812 w 7569200"/>
              <a:gd name="connsiteY92" fmla="*/ 4537075 h 6858000"/>
              <a:gd name="connsiteX93" fmla="*/ 7532687 w 7569200"/>
              <a:gd name="connsiteY93" fmla="*/ 4579937 h 6858000"/>
              <a:gd name="connsiteX94" fmla="*/ 7546975 w 7569200"/>
              <a:gd name="connsiteY94" fmla="*/ 4625975 h 6858000"/>
              <a:gd name="connsiteX95" fmla="*/ 7558087 w 7569200"/>
              <a:gd name="connsiteY95" fmla="*/ 4678362 h 6858000"/>
              <a:gd name="connsiteX96" fmla="*/ 7566025 w 7569200"/>
              <a:gd name="connsiteY96" fmla="*/ 4738687 h 6858000"/>
              <a:gd name="connsiteX97" fmla="*/ 7569200 w 7569200"/>
              <a:gd name="connsiteY97" fmla="*/ 4806950 h 6858000"/>
              <a:gd name="connsiteX98" fmla="*/ 7566025 w 7569200"/>
              <a:gd name="connsiteY98" fmla="*/ 4875212 h 6858000"/>
              <a:gd name="connsiteX99" fmla="*/ 7558087 w 7569200"/>
              <a:gd name="connsiteY99" fmla="*/ 4935537 h 6858000"/>
              <a:gd name="connsiteX100" fmla="*/ 7546975 w 7569200"/>
              <a:gd name="connsiteY100" fmla="*/ 4987925 h 6858000"/>
              <a:gd name="connsiteX101" fmla="*/ 7532687 w 7569200"/>
              <a:gd name="connsiteY101" fmla="*/ 5033962 h 6858000"/>
              <a:gd name="connsiteX102" fmla="*/ 7516812 w 7569200"/>
              <a:gd name="connsiteY102" fmla="*/ 5075237 h 6858000"/>
              <a:gd name="connsiteX103" fmla="*/ 7497762 w 7569200"/>
              <a:gd name="connsiteY103" fmla="*/ 5114925 h 6858000"/>
              <a:gd name="connsiteX104" fmla="*/ 7478712 w 7569200"/>
              <a:gd name="connsiteY104" fmla="*/ 5149850 h 6858000"/>
              <a:gd name="connsiteX105" fmla="*/ 7459662 w 7569200"/>
              <a:gd name="connsiteY105" fmla="*/ 5186362 h 6858000"/>
              <a:gd name="connsiteX106" fmla="*/ 7442200 w 7569200"/>
              <a:gd name="connsiteY106" fmla="*/ 5226050 h 6858000"/>
              <a:gd name="connsiteX107" fmla="*/ 7424737 w 7569200"/>
              <a:gd name="connsiteY107" fmla="*/ 5268912 h 6858000"/>
              <a:gd name="connsiteX108" fmla="*/ 7410450 w 7569200"/>
              <a:gd name="connsiteY108" fmla="*/ 5313362 h 6858000"/>
              <a:gd name="connsiteX109" fmla="*/ 7400925 w 7569200"/>
              <a:gd name="connsiteY109" fmla="*/ 5365750 h 6858000"/>
              <a:gd name="connsiteX110" fmla="*/ 7391400 w 7569200"/>
              <a:gd name="connsiteY110" fmla="*/ 5426075 h 6858000"/>
              <a:gd name="connsiteX111" fmla="*/ 7389812 w 7569200"/>
              <a:gd name="connsiteY111" fmla="*/ 5494337 h 6858000"/>
              <a:gd name="connsiteX112" fmla="*/ 7391400 w 7569200"/>
              <a:gd name="connsiteY112" fmla="*/ 5562600 h 6858000"/>
              <a:gd name="connsiteX113" fmla="*/ 7400925 w 7569200"/>
              <a:gd name="connsiteY113" fmla="*/ 5622925 h 6858000"/>
              <a:gd name="connsiteX114" fmla="*/ 7410450 w 7569200"/>
              <a:gd name="connsiteY114" fmla="*/ 5675312 h 6858000"/>
              <a:gd name="connsiteX115" fmla="*/ 7424737 w 7569200"/>
              <a:gd name="connsiteY115" fmla="*/ 5721350 h 6858000"/>
              <a:gd name="connsiteX116" fmla="*/ 7442200 w 7569200"/>
              <a:gd name="connsiteY116" fmla="*/ 5762625 h 6858000"/>
              <a:gd name="connsiteX117" fmla="*/ 7459662 w 7569200"/>
              <a:gd name="connsiteY117" fmla="*/ 5802312 h 6858000"/>
              <a:gd name="connsiteX118" fmla="*/ 7478712 w 7569200"/>
              <a:gd name="connsiteY118" fmla="*/ 5840412 h 6858000"/>
              <a:gd name="connsiteX119" fmla="*/ 7497762 w 7569200"/>
              <a:gd name="connsiteY119" fmla="*/ 5876925 h 6858000"/>
              <a:gd name="connsiteX120" fmla="*/ 7516812 w 7569200"/>
              <a:gd name="connsiteY120" fmla="*/ 5915025 h 6858000"/>
              <a:gd name="connsiteX121" fmla="*/ 7532687 w 7569200"/>
              <a:gd name="connsiteY121" fmla="*/ 5956300 h 6858000"/>
              <a:gd name="connsiteX122" fmla="*/ 7546975 w 7569200"/>
              <a:gd name="connsiteY122" fmla="*/ 6003925 h 6858000"/>
              <a:gd name="connsiteX123" fmla="*/ 7558087 w 7569200"/>
              <a:gd name="connsiteY123" fmla="*/ 6056312 h 6858000"/>
              <a:gd name="connsiteX124" fmla="*/ 7566025 w 7569200"/>
              <a:gd name="connsiteY124" fmla="*/ 6113462 h 6858000"/>
              <a:gd name="connsiteX125" fmla="*/ 7569200 w 7569200"/>
              <a:gd name="connsiteY125" fmla="*/ 6183312 h 6858000"/>
              <a:gd name="connsiteX126" fmla="*/ 7566025 w 7569200"/>
              <a:gd name="connsiteY126" fmla="*/ 6251575 h 6858000"/>
              <a:gd name="connsiteX127" fmla="*/ 7558087 w 7569200"/>
              <a:gd name="connsiteY127" fmla="*/ 6311900 h 6858000"/>
              <a:gd name="connsiteX128" fmla="*/ 7546975 w 7569200"/>
              <a:gd name="connsiteY128" fmla="*/ 6361112 h 6858000"/>
              <a:gd name="connsiteX129" fmla="*/ 7532687 w 7569200"/>
              <a:gd name="connsiteY129" fmla="*/ 6407150 h 6858000"/>
              <a:gd name="connsiteX130" fmla="*/ 7516812 w 7569200"/>
              <a:gd name="connsiteY130" fmla="*/ 6448425 h 6858000"/>
              <a:gd name="connsiteX131" fmla="*/ 7499350 w 7569200"/>
              <a:gd name="connsiteY131" fmla="*/ 6488112 h 6858000"/>
              <a:gd name="connsiteX132" fmla="*/ 7481887 w 7569200"/>
              <a:gd name="connsiteY132" fmla="*/ 6523037 h 6858000"/>
              <a:gd name="connsiteX133" fmla="*/ 7462837 w 7569200"/>
              <a:gd name="connsiteY133" fmla="*/ 6561137 h 6858000"/>
              <a:gd name="connsiteX134" fmla="*/ 7443787 w 7569200"/>
              <a:gd name="connsiteY134" fmla="*/ 6597650 h 6858000"/>
              <a:gd name="connsiteX135" fmla="*/ 7427912 w 7569200"/>
              <a:gd name="connsiteY135" fmla="*/ 6640512 h 6858000"/>
              <a:gd name="connsiteX136" fmla="*/ 7412037 w 7569200"/>
              <a:gd name="connsiteY136" fmla="*/ 6683375 h 6858000"/>
              <a:gd name="connsiteX137" fmla="*/ 7402512 w 7569200"/>
              <a:gd name="connsiteY137" fmla="*/ 6735762 h 6858000"/>
              <a:gd name="connsiteX138" fmla="*/ 7394575 w 7569200"/>
              <a:gd name="connsiteY138" fmla="*/ 6791325 h 6858000"/>
              <a:gd name="connsiteX139" fmla="*/ 7389812 w 7569200"/>
              <a:gd name="connsiteY139" fmla="*/ 6858000 h 6858000"/>
              <a:gd name="connsiteX140" fmla="*/ 0 w 7569200"/>
              <a:gd name="connsiteY140" fmla="*/ 6858000 h 6858000"/>
              <a:gd name="connsiteX141" fmla="*/ 0 w 7569200"/>
              <a:gd name="connsiteY141" fmla="*/ 0 h 6858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  <a:cxn ang="0">
                <a:pos x="connsiteX78" y="connsiteY78"/>
              </a:cxn>
              <a:cxn ang="0">
                <a:pos x="connsiteX79" y="connsiteY79"/>
              </a:cxn>
              <a:cxn ang="0">
                <a:pos x="connsiteX80" y="connsiteY80"/>
              </a:cxn>
              <a:cxn ang="0">
                <a:pos x="connsiteX81" y="connsiteY81"/>
              </a:cxn>
              <a:cxn ang="0">
                <a:pos x="connsiteX82" y="connsiteY82"/>
              </a:cxn>
              <a:cxn ang="0">
                <a:pos x="connsiteX83" y="connsiteY83"/>
              </a:cxn>
              <a:cxn ang="0">
                <a:pos x="connsiteX84" y="connsiteY84"/>
              </a:cxn>
              <a:cxn ang="0">
                <a:pos x="connsiteX85" y="connsiteY85"/>
              </a:cxn>
              <a:cxn ang="0">
                <a:pos x="connsiteX86" y="connsiteY86"/>
              </a:cxn>
              <a:cxn ang="0">
                <a:pos x="connsiteX87" y="connsiteY87"/>
              </a:cxn>
              <a:cxn ang="0">
                <a:pos x="connsiteX88" y="connsiteY88"/>
              </a:cxn>
              <a:cxn ang="0">
                <a:pos x="connsiteX89" y="connsiteY89"/>
              </a:cxn>
              <a:cxn ang="0">
                <a:pos x="connsiteX90" y="connsiteY90"/>
              </a:cxn>
              <a:cxn ang="0">
                <a:pos x="connsiteX91" y="connsiteY91"/>
              </a:cxn>
              <a:cxn ang="0">
                <a:pos x="connsiteX92" y="connsiteY92"/>
              </a:cxn>
              <a:cxn ang="0">
                <a:pos x="connsiteX93" y="connsiteY93"/>
              </a:cxn>
              <a:cxn ang="0">
                <a:pos x="connsiteX94" y="connsiteY94"/>
              </a:cxn>
              <a:cxn ang="0">
                <a:pos x="connsiteX95" y="connsiteY95"/>
              </a:cxn>
              <a:cxn ang="0">
                <a:pos x="connsiteX96" y="connsiteY96"/>
              </a:cxn>
              <a:cxn ang="0">
                <a:pos x="connsiteX97" y="connsiteY97"/>
              </a:cxn>
              <a:cxn ang="0">
                <a:pos x="connsiteX98" y="connsiteY98"/>
              </a:cxn>
              <a:cxn ang="0">
                <a:pos x="connsiteX99" y="connsiteY99"/>
              </a:cxn>
              <a:cxn ang="0">
                <a:pos x="connsiteX100" y="connsiteY100"/>
              </a:cxn>
              <a:cxn ang="0">
                <a:pos x="connsiteX101" y="connsiteY101"/>
              </a:cxn>
              <a:cxn ang="0">
                <a:pos x="connsiteX102" y="connsiteY102"/>
              </a:cxn>
              <a:cxn ang="0">
                <a:pos x="connsiteX103" y="connsiteY103"/>
              </a:cxn>
              <a:cxn ang="0">
                <a:pos x="connsiteX104" y="connsiteY104"/>
              </a:cxn>
              <a:cxn ang="0">
                <a:pos x="connsiteX105" y="connsiteY105"/>
              </a:cxn>
              <a:cxn ang="0">
                <a:pos x="connsiteX106" y="connsiteY106"/>
              </a:cxn>
              <a:cxn ang="0">
                <a:pos x="connsiteX107" y="connsiteY107"/>
              </a:cxn>
              <a:cxn ang="0">
                <a:pos x="connsiteX108" y="connsiteY108"/>
              </a:cxn>
              <a:cxn ang="0">
                <a:pos x="connsiteX109" y="connsiteY109"/>
              </a:cxn>
              <a:cxn ang="0">
                <a:pos x="connsiteX110" y="connsiteY110"/>
              </a:cxn>
              <a:cxn ang="0">
                <a:pos x="connsiteX111" y="connsiteY111"/>
              </a:cxn>
              <a:cxn ang="0">
                <a:pos x="connsiteX112" y="connsiteY112"/>
              </a:cxn>
              <a:cxn ang="0">
                <a:pos x="connsiteX113" y="connsiteY113"/>
              </a:cxn>
              <a:cxn ang="0">
                <a:pos x="connsiteX114" y="connsiteY114"/>
              </a:cxn>
              <a:cxn ang="0">
                <a:pos x="connsiteX115" y="connsiteY115"/>
              </a:cxn>
              <a:cxn ang="0">
                <a:pos x="connsiteX116" y="connsiteY116"/>
              </a:cxn>
              <a:cxn ang="0">
                <a:pos x="connsiteX117" y="connsiteY117"/>
              </a:cxn>
              <a:cxn ang="0">
                <a:pos x="connsiteX118" y="connsiteY118"/>
              </a:cxn>
              <a:cxn ang="0">
                <a:pos x="connsiteX119" y="connsiteY119"/>
              </a:cxn>
              <a:cxn ang="0">
                <a:pos x="connsiteX120" y="connsiteY120"/>
              </a:cxn>
              <a:cxn ang="0">
                <a:pos x="connsiteX121" y="connsiteY121"/>
              </a:cxn>
              <a:cxn ang="0">
                <a:pos x="connsiteX122" y="connsiteY122"/>
              </a:cxn>
              <a:cxn ang="0">
                <a:pos x="connsiteX123" y="connsiteY123"/>
              </a:cxn>
              <a:cxn ang="0">
                <a:pos x="connsiteX124" y="connsiteY124"/>
              </a:cxn>
              <a:cxn ang="0">
                <a:pos x="connsiteX125" y="connsiteY125"/>
              </a:cxn>
              <a:cxn ang="0">
                <a:pos x="connsiteX126" y="connsiteY126"/>
              </a:cxn>
              <a:cxn ang="0">
                <a:pos x="connsiteX127" y="connsiteY127"/>
              </a:cxn>
              <a:cxn ang="0">
                <a:pos x="connsiteX128" y="connsiteY128"/>
              </a:cxn>
              <a:cxn ang="0">
                <a:pos x="connsiteX129" y="connsiteY129"/>
              </a:cxn>
              <a:cxn ang="0">
                <a:pos x="connsiteX130" y="connsiteY130"/>
              </a:cxn>
              <a:cxn ang="0">
                <a:pos x="connsiteX131" y="connsiteY131"/>
              </a:cxn>
              <a:cxn ang="0">
                <a:pos x="connsiteX132" y="connsiteY132"/>
              </a:cxn>
              <a:cxn ang="0">
                <a:pos x="connsiteX133" y="connsiteY133"/>
              </a:cxn>
              <a:cxn ang="0">
                <a:pos x="connsiteX134" y="connsiteY134"/>
              </a:cxn>
              <a:cxn ang="0">
                <a:pos x="connsiteX135" y="connsiteY135"/>
              </a:cxn>
              <a:cxn ang="0">
                <a:pos x="connsiteX136" y="connsiteY136"/>
              </a:cxn>
              <a:cxn ang="0">
                <a:pos x="connsiteX137" y="connsiteY137"/>
              </a:cxn>
              <a:cxn ang="0">
                <a:pos x="connsiteX138" y="connsiteY138"/>
              </a:cxn>
              <a:cxn ang="0">
                <a:pos x="connsiteX139" y="connsiteY139"/>
              </a:cxn>
              <a:cxn ang="0">
                <a:pos x="connsiteX140" y="connsiteY140"/>
              </a:cxn>
              <a:cxn ang="0">
                <a:pos x="connsiteX141" y="connsiteY141"/>
              </a:cxn>
            </a:cxnLst>
            <a:rect l="l" t="t" r="r" b="b"/>
            <a:pathLst>
              <a:path w="7569200" h="6858000">
                <a:moveTo>
                  <a:pt x="0" y="0"/>
                </a:moveTo>
                <a:lnTo>
                  <a:pt x="7389812" y="0"/>
                </a:lnTo>
                <a:lnTo>
                  <a:pt x="7394575" y="66675"/>
                </a:lnTo>
                <a:lnTo>
                  <a:pt x="7402512" y="122237"/>
                </a:lnTo>
                <a:lnTo>
                  <a:pt x="7412037" y="174625"/>
                </a:lnTo>
                <a:lnTo>
                  <a:pt x="7427912" y="217487"/>
                </a:lnTo>
                <a:lnTo>
                  <a:pt x="7443787" y="260350"/>
                </a:lnTo>
                <a:lnTo>
                  <a:pt x="7462837" y="296862"/>
                </a:lnTo>
                <a:lnTo>
                  <a:pt x="7481887" y="334962"/>
                </a:lnTo>
                <a:lnTo>
                  <a:pt x="7499350" y="369887"/>
                </a:lnTo>
                <a:lnTo>
                  <a:pt x="7516812" y="409575"/>
                </a:lnTo>
                <a:lnTo>
                  <a:pt x="7532687" y="450850"/>
                </a:lnTo>
                <a:lnTo>
                  <a:pt x="7546975" y="496887"/>
                </a:lnTo>
                <a:lnTo>
                  <a:pt x="7558087" y="546100"/>
                </a:lnTo>
                <a:lnTo>
                  <a:pt x="7566025" y="606425"/>
                </a:lnTo>
                <a:lnTo>
                  <a:pt x="7569200" y="673100"/>
                </a:lnTo>
                <a:lnTo>
                  <a:pt x="7566025" y="744537"/>
                </a:lnTo>
                <a:lnTo>
                  <a:pt x="7558087" y="801687"/>
                </a:lnTo>
                <a:lnTo>
                  <a:pt x="7546975" y="854075"/>
                </a:lnTo>
                <a:lnTo>
                  <a:pt x="7532687" y="901700"/>
                </a:lnTo>
                <a:lnTo>
                  <a:pt x="7516812" y="942975"/>
                </a:lnTo>
                <a:lnTo>
                  <a:pt x="7497762" y="981075"/>
                </a:lnTo>
                <a:lnTo>
                  <a:pt x="7478712" y="1017587"/>
                </a:lnTo>
                <a:lnTo>
                  <a:pt x="7459662" y="1055687"/>
                </a:lnTo>
                <a:lnTo>
                  <a:pt x="7442200" y="1095375"/>
                </a:lnTo>
                <a:lnTo>
                  <a:pt x="7424737" y="1136650"/>
                </a:lnTo>
                <a:lnTo>
                  <a:pt x="7410450" y="1182687"/>
                </a:lnTo>
                <a:lnTo>
                  <a:pt x="7400925" y="1235075"/>
                </a:lnTo>
                <a:lnTo>
                  <a:pt x="7391400" y="1295400"/>
                </a:lnTo>
                <a:lnTo>
                  <a:pt x="7389812" y="1363662"/>
                </a:lnTo>
                <a:lnTo>
                  <a:pt x="7391400" y="1431925"/>
                </a:lnTo>
                <a:lnTo>
                  <a:pt x="7400925" y="1492250"/>
                </a:lnTo>
                <a:lnTo>
                  <a:pt x="7410450" y="1544637"/>
                </a:lnTo>
                <a:lnTo>
                  <a:pt x="7424737" y="1589087"/>
                </a:lnTo>
                <a:lnTo>
                  <a:pt x="7442200" y="1631950"/>
                </a:lnTo>
                <a:lnTo>
                  <a:pt x="7459662" y="1671637"/>
                </a:lnTo>
                <a:lnTo>
                  <a:pt x="7478712" y="1708150"/>
                </a:lnTo>
                <a:lnTo>
                  <a:pt x="7497762" y="1743075"/>
                </a:lnTo>
                <a:lnTo>
                  <a:pt x="7516812" y="1782762"/>
                </a:lnTo>
                <a:lnTo>
                  <a:pt x="7532687" y="1824037"/>
                </a:lnTo>
                <a:lnTo>
                  <a:pt x="7546975" y="1870075"/>
                </a:lnTo>
                <a:lnTo>
                  <a:pt x="7558087" y="1922462"/>
                </a:lnTo>
                <a:lnTo>
                  <a:pt x="7566025" y="1982787"/>
                </a:lnTo>
                <a:lnTo>
                  <a:pt x="7569200" y="2051050"/>
                </a:lnTo>
                <a:lnTo>
                  <a:pt x="7566025" y="2119312"/>
                </a:lnTo>
                <a:lnTo>
                  <a:pt x="7558087" y="2179637"/>
                </a:lnTo>
                <a:lnTo>
                  <a:pt x="7546975" y="2232025"/>
                </a:lnTo>
                <a:lnTo>
                  <a:pt x="7532687" y="2278062"/>
                </a:lnTo>
                <a:lnTo>
                  <a:pt x="7516812" y="2319337"/>
                </a:lnTo>
                <a:lnTo>
                  <a:pt x="7497762" y="2359025"/>
                </a:lnTo>
                <a:lnTo>
                  <a:pt x="7478712" y="2395537"/>
                </a:lnTo>
                <a:lnTo>
                  <a:pt x="7459662" y="2433637"/>
                </a:lnTo>
                <a:lnTo>
                  <a:pt x="7442200" y="2471737"/>
                </a:lnTo>
                <a:lnTo>
                  <a:pt x="7424737" y="2513012"/>
                </a:lnTo>
                <a:lnTo>
                  <a:pt x="7410450" y="2560637"/>
                </a:lnTo>
                <a:lnTo>
                  <a:pt x="7400925" y="2613025"/>
                </a:lnTo>
                <a:lnTo>
                  <a:pt x="7391400" y="2671762"/>
                </a:lnTo>
                <a:lnTo>
                  <a:pt x="7389812" y="2741612"/>
                </a:lnTo>
                <a:lnTo>
                  <a:pt x="7391400" y="2809875"/>
                </a:lnTo>
                <a:lnTo>
                  <a:pt x="7400925" y="2868612"/>
                </a:lnTo>
                <a:lnTo>
                  <a:pt x="7410450" y="2922587"/>
                </a:lnTo>
                <a:lnTo>
                  <a:pt x="7424737" y="2967037"/>
                </a:lnTo>
                <a:lnTo>
                  <a:pt x="7442200" y="3009900"/>
                </a:lnTo>
                <a:lnTo>
                  <a:pt x="7459662" y="3046412"/>
                </a:lnTo>
                <a:lnTo>
                  <a:pt x="7478712" y="3084512"/>
                </a:lnTo>
                <a:lnTo>
                  <a:pt x="7497762" y="3121025"/>
                </a:lnTo>
                <a:lnTo>
                  <a:pt x="7516812" y="3160712"/>
                </a:lnTo>
                <a:lnTo>
                  <a:pt x="7532687" y="3201987"/>
                </a:lnTo>
                <a:lnTo>
                  <a:pt x="7546975" y="3248025"/>
                </a:lnTo>
                <a:lnTo>
                  <a:pt x="7558087" y="3300412"/>
                </a:lnTo>
                <a:lnTo>
                  <a:pt x="7566025" y="3360737"/>
                </a:lnTo>
                <a:lnTo>
                  <a:pt x="7569200" y="3427412"/>
                </a:lnTo>
                <a:lnTo>
                  <a:pt x="7566025" y="3497262"/>
                </a:lnTo>
                <a:lnTo>
                  <a:pt x="7558087" y="3557587"/>
                </a:lnTo>
                <a:lnTo>
                  <a:pt x="7546975" y="3609975"/>
                </a:lnTo>
                <a:lnTo>
                  <a:pt x="7532687" y="3656012"/>
                </a:lnTo>
                <a:lnTo>
                  <a:pt x="7516812" y="3697287"/>
                </a:lnTo>
                <a:lnTo>
                  <a:pt x="7497762" y="3736975"/>
                </a:lnTo>
                <a:lnTo>
                  <a:pt x="7459662" y="3811587"/>
                </a:lnTo>
                <a:lnTo>
                  <a:pt x="7442200" y="3848100"/>
                </a:lnTo>
                <a:lnTo>
                  <a:pt x="7424737" y="3890962"/>
                </a:lnTo>
                <a:lnTo>
                  <a:pt x="7410450" y="3935412"/>
                </a:lnTo>
                <a:lnTo>
                  <a:pt x="7400925" y="3987800"/>
                </a:lnTo>
                <a:lnTo>
                  <a:pt x="7391400" y="4048125"/>
                </a:lnTo>
                <a:lnTo>
                  <a:pt x="7389812" y="4116387"/>
                </a:lnTo>
                <a:lnTo>
                  <a:pt x="7391400" y="4186237"/>
                </a:lnTo>
                <a:lnTo>
                  <a:pt x="7400925" y="4244975"/>
                </a:lnTo>
                <a:lnTo>
                  <a:pt x="7410450" y="4297362"/>
                </a:lnTo>
                <a:lnTo>
                  <a:pt x="7424737" y="4343400"/>
                </a:lnTo>
                <a:lnTo>
                  <a:pt x="7442200" y="4386262"/>
                </a:lnTo>
                <a:lnTo>
                  <a:pt x="7459662" y="4424362"/>
                </a:lnTo>
                <a:lnTo>
                  <a:pt x="7497762" y="4498975"/>
                </a:lnTo>
                <a:lnTo>
                  <a:pt x="7516812" y="4537075"/>
                </a:lnTo>
                <a:lnTo>
                  <a:pt x="7532687" y="4579937"/>
                </a:lnTo>
                <a:lnTo>
                  <a:pt x="7546975" y="4625975"/>
                </a:lnTo>
                <a:lnTo>
                  <a:pt x="7558087" y="4678362"/>
                </a:lnTo>
                <a:lnTo>
                  <a:pt x="7566025" y="4738687"/>
                </a:lnTo>
                <a:lnTo>
                  <a:pt x="7569200" y="4806950"/>
                </a:lnTo>
                <a:lnTo>
                  <a:pt x="7566025" y="4875212"/>
                </a:lnTo>
                <a:lnTo>
                  <a:pt x="7558087" y="4935537"/>
                </a:lnTo>
                <a:lnTo>
                  <a:pt x="7546975" y="4987925"/>
                </a:lnTo>
                <a:lnTo>
                  <a:pt x="7532687" y="5033962"/>
                </a:lnTo>
                <a:lnTo>
                  <a:pt x="7516812" y="5075237"/>
                </a:lnTo>
                <a:lnTo>
                  <a:pt x="7497762" y="5114925"/>
                </a:lnTo>
                <a:lnTo>
                  <a:pt x="7478712" y="5149850"/>
                </a:lnTo>
                <a:lnTo>
                  <a:pt x="7459662" y="5186362"/>
                </a:lnTo>
                <a:lnTo>
                  <a:pt x="7442200" y="5226050"/>
                </a:lnTo>
                <a:lnTo>
                  <a:pt x="7424737" y="5268912"/>
                </a:lnTo>
                <a:lnTo>
                  <a:pt x="7410450" y="5313362"/>
                </a:lnTo>
                <a:lnTo>
                  <a:pt x="7400925" y="5365750"/>
                </a:lnTo>
                <a:lnTo>
                  <a:pt x="7391400" y="5426075"/>
                </a:lnTo>
                <a:lnTo>
                  <a:pt x="7389812" y="5494337"/>
                </a:lnTo>
                <a:lnTo>
                  <a:pt x="7391400" y="5562600"/>
                </a:lnTo>
                <a:lnTo>
                  <a:pt x="7400925" y="5622925"/>
                </a:lnTo>
                <a:lnTo>
                  <a:pt x="7410450" y="5675312"/>
                </a:lnTo>
                <a:lnTo>
                  <a:pt x="7424737" y="5721350"/>
                </a:lnTo>
                <a:lnTo>
                  <a:pt x="7442200" y="5762625"/>
                </a:lnTo>
                <a:lnTo>
                  <a:pt x="7459662" y="5802312"/>
                </a:lnTo>
                <a:lnTo>
                  <a:pt x="7478712" y="5840412"/>
                </a:lnTo>
                <a:lnTo>
                  <a:pt x="7497762" y="5876925"/>
                </a:lnTo>
                <a:lnTo>
                  <a:pt x="7516812" y="5915025"/>
                </a:lnTo>
                <a:lnTo>
                  <a:pt x="7532687" y="5956300"/>
                </a:lnTo>
                <a:lnTo>
                  <a:pt x="7546975" y="6003925"/>
                </a:lnTo>
                <a:lnTo>
                  <a:pt x="7558087" y="6056312"/>
                </a:lnTo>
                <a:lnTo>
                  <a:pt x="7566025" y="6113462"/>
                </a:lnTo>
                <a:lnTo>
                  <a:pt x="7569200" y="6183312"/>
                </a:lnTo>
                <a:lnTo>
                  <a:pt x="7566025" y="6251575"/>
                </a:lnTo>
                <a:lnTo>
                  <a:pt x="7558087" y="6311900"/>
                </a:lnTo>
                <a:lnTo>
                  <a:pt x="7546975" y="6361112"/>
                </a:lnTo>
                <a:lnTo>
                  <a:pt x="7532687" y="6407150"/>
                </a:lnTo>
                <a:lnTo>
                  <a:pt x="7516812" y="6448425"/>
                </a:lnTo>
                <a:lnTo>
                  <a:pt x="7499350" y="6488112"/>
                </a:lnTo>
                <a:lnTo>
                  <a:pt x="7481887" y="6523037"/>
                </a:lnTo>
                <a:lnTo>
                  <a:pt x="7462837" y="6561137"/>
                </a:lnTo>
                <a:lnTo>
                  <a:pt x="7443787" y="6597650"/>
                </a:lnTo>
                <a:lnTo>
                  <a:pt x="7427912" y="6640512"/>
                </a:lnTo>
                <a:lnTo>
                  <a:pt x="7412037" y="6683375"/>
                </a:lnTo>
                <a:lnTo>
                  <a:pt x="7402512" y="6735762"/>
                </a:lnTo>
                <a:lnTo>
                  <a:pt x="7394575" y="6791325"/>
                </a:lnTo>
                <a:lnTo>
                  <a:pt x="7389812" y="6858000"/>
                </a:lnTo>
                <a:lnTo>
                  <a:pt x="0" y="6858000"/>
                </a:lnTo>
                <a:lnTo>
                  <a:pt x="0" y="0"/>
                </a:lnTo>
                <a:close/>
              </a:path>
            </a:pathLst>
          </a:custGeom>
          <a:solidFill>
            <a:schemeClr val="bg2"/>
          </a:solidFill>
          <a:ln w="0">
            <a:noFill/>
            <a:prstDash val="solid"/>
            <a:round/>
            <a:headEnd/>
            <a:tailEnd/>
          </a:ln>
        </p:spPr>
        <p:txBody>
          <a:bodyPr/>
          <a:lstStyle/>
          <a:p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FF7766F1-7731-4257-2E4A-81389D78AB2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65051" y="730077"/>
            <a:ext cx="6015897" cy="1144439"/>
          </a:xfrm>
        </p:spPr>
        <p:txBody>
          <a:bodyPr>
            <a:normAutofit/>
          </a:bodyPr>
          <a:lstStyle/>
          <a:p>
            <a:r>
              <a:rPr lang="en-US" sz="3600" dirty="0">
                <a:latin typeface="Avenir Book" panose="02000503020000020003" pitchFamily="2" charset="0"/>
              </a:rPr>
              <a:t>Objection 6</a:t>
            </a: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F7E0AF57-42C6-4312-BEDF-A384DC8E42D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283464" cy="6858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44BE60A-F6DC-E4A1-F79C-DFE65B96B89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765051" y="2069431"/>
            <a:ext cx="6015897" cy="3810161"/>
          </a:xfrm>
        </p:spPr>
        <p:txBody>
          <a:bodyPr>
            <a:noAutofit/>
          </a:bodyPr>
          <a:lstStyle/>
          <a:p>
            <a:pPr algn="just"/>
            <a:r>
              <a:rPr lang="en-US" sz="2400" dirty="0">
                <a:solidFill>
                  <a:srgbClr val="002060"/>
                </a:solidFill>
                <a:latin typeface="Avenir Book" panose="02000503020000020003" pitchFamily="2" charset="0"/>
              </a:rPr>
              <a:t>Animals can also suffer pain, and their brains are totally different from ours, so it cannot make sense to think that brain states are identical with mental states. </a:t>
            </a:r>
          </a:p>
          <a:p>
            <a:pPr marL="0" indent="0" algn="just">
              <a:buNone/>
            </a:pPr>
            <a:endParaRPr lang="en-US" sz="2400" dirty="0">
              <a:solidFill>
                <a:srgbClr val="002060"/>
              </a:solidFill>
              <a:latin typeface="Avenir Book" panose="02000503020000020003" pitchFamily="2" charset="0"/>
            </a:endParaRPr>
          </a:p>
          <a:p>
            <a:pPr algn="just"/>
            <a:r>
              <a:rPr lang="en-US" sz="2400" dirty="0">
                <a:solidFill>
                  <a:srgbClr val="002060"/>
                </a:solidFill>
                <a:latin typeface="Avenir Book" panose="02000503020000020003" pitchFamily="2" charset="0"/>
              </a:rPr>
              <a:t>This is called the argument from ‘multiple realisability’. </a:t>
            </a:r>
          </a:p>
        </p:txBody>
      </p:sp>
    </p:spTree>
    <p:extLst>
      <p:ext uri="{BB962C8B-B14F-4D97-AF65-F5344CB8AC3E}">
        <p14:creationId xmlns:p14="http://schemas.microsoft.com/office/powerpoint/2010/main" val="3035532814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7C3769B-E02C-13D9-47FA-38AF5596939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251678" y="978407"/>
            <a:ext cx="10178322" cy="896109"/>
          </a:xfrm>
        </p:spPr>
        <p:txBody>
          <a:bodyPr>
            <a:normAutofit/>
          </a:bodyPr>
          <a:lstStyle/>
          <a:p>
            <a:r>
              <a:rPr lang="en-US" sz="3600" dirty="0">
                <a:latin typeface="Avenir Book" panose="02000503020000020003" pitchFamily="2" charset="0"/>
              </a:rPr>
              <a:t>Questions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59C9B63-77A3-7548-E546-AD19B6E6D29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sz="2400" dirty="0">
                <a:solidFill>
                  <a:schemeClr val="tx1"/>
                </a:solidFill>
                <a:latin typeface="Avenir Book" panose="02000503020000020003" pitchFamily="2" charset="0"/>
              </a:rPr>
              <a:t>1. Explain mind-brain identity theory (5)</a:t>
            </a:r>
          </a:p>
          <a:p>
            <a:r>
              <a:rPr lang="en-US" sz="2400" dirty="0">
                <a:solidFill>
                  <a:schemeClr val="tx1"/>
                </a:solidFill>
                <a:latin typeface="Avenir Book" panose="02000503020000020003" pitchFamily="2" charset="0"/>
              </a:rPr>
              <a:t>2. Outline and explain the objections to mind-brain identity theory (12)</a:t>
            </a:r>
          </a:p>
          <a:p>
            <a:r>
              <a:rPr lang="en-US" sz="2400" dirty="0">
                <a:solidFill>
                  <a:schemeClr val="tx1"/>
                </a:solidFill>
                <a:latin typeface="Avenir Book" panose="02000503020000020003" pitchFamily="2" charset="0"/>
              </a:rPr>
              <a:t>3. What are some responses to these objections? (12) </a:t>
            </a:r>
          </a:p>
        </p:txBody>
      </p:sp>
    </p:spTree>
    <p:extLst>
      <p:ext uri="{BB962C8B-B14F-4D97-AF65-F5344CB8AC3E}">
        <p14:creationId xmlns:p14="http://schemas.microsoft.com/office/powerpoint/2010/main" val="1720896056"/>
      </p:ext>
    </p:extLst>
  </p:cSld>
  <p:clrMapOvr>
    <a:masterClrMapping/>
  </p:clrMapOvr>
</p:sld>
</file>

<file path=ppt/theme/theme1.xml><?xml version="1.0" encoding="utf-8"?>
<a:theme xmlns:a="http://schemas.openxmlformats.org/drawingml/2006/main" name="Badge">
  <a:themeElements>
    <a:clrScheme name="Badge">
      <a:dk1>
        <a:sysClr val="windowText" lastClr="000000"/>
      </a:dk1>
      <a:lt1>
        <a:sysClr val="window" lastClr="FFFFFF"/>
      </a:lt1>
      <a:dk2>
        <a:srgbClr val="0B082E"/>
      </a:dk2>
      <a:lt2>
        <a:srgbClr val="F3F3F2"/>
      </a:lt2>
      <a:accent1>
        <a:srgbClr val="62B4C6"/>
      </a:accent1>
      <a:accent2>
        <a:srgbClr val="1B376E"/>
      </a:accent2>
      <a:accent3>
        <a:srgbClr val="9EBE55"/>
      </a:accent3>
      <a:accent4>
        <a:srgbClr val="C65E5E"/>
      </a:accent4>
      <a:accent5>
        <a:srgbClr val="D3BA55"/>
      </a:accent5>
      <a:accent6>
        <a:srgbClr val="96648A"/>
      </a:accent6>
      <a:hlink>
        <a:srgbClr val="62B4C6"/>
      </a:hlink>
      <a:folHlink>
        <a:srgbClr val="96648A"/>
      </a:folHlink>
    </a:clrScheme>
    <a:fontScheme name="Badge">
      <a:majorFont>
        <a:latin typeface="Impact" panose="020B0806030902050204"/>
        <a:ea typeface=""/>
        <a:cs typeface=""/>
        <a:font script="Jpan" typeface="メイリオ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ajorFont>
      <a:minorFont>
        <a:latin typeface="Gill Sans MT" panose="020B0502020104020203"/>
        <a:ea typeface=""/>
        <a:cs typeface=""/>
        <a:font script="Grek" typeface="Corbel"/>
        <a:font script="Cyrl" typeface="Corbel"/>
        <a:font script="Jpan" typeface="メイリオ"/>
        <a:font script="Hang" typeface="휴먼매직체"/>
        <a:font script="Hans" typeface="华文中宋"/>
        <a:font script="Hant" typeface="微軟正黑體"/>
        <a:font script="Arab" typeface="Majalla UI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inorFont>
    </a:fontScheme>
    <a:fmtScheme name="Badge">
      <a:fillStyleLst>
        <a:solidFill>
          <a:schemeClr val="phClr"/>
        </a:solidFill>
        <a:gradFill rotWithShape="1">
          <a:gsLst>
            <a:gs pos="0">
              <a:schemeClr val="phClr">
                <a:tint val="67000"/>
                <a:satMod val="105000"/>
                <a:lumMod val="110000"/>
              </a:schemeClr>
            </a:gs>
            <a:gs pos="50000">
              <a:schemeClr val="phClr">
                <a:tint val="73000"/>
                <a:satMod val="103000"/>
                <a:lumMod val="105000"/>
              </a:schemeClr>
            </a:gs>
            <a:gs pos="100000">
              <a:schemeClr val="phClr">
                <a:tint val="81000"/>
                <a:satMod val="109000"/>
                <a:lumMod val="105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4000"/>
                <a:satMod val="103000"/>
                <a:lumMod val="102000"/>
              </a:schemeClr>
            </a:gs>
            <a:gs pos="50000">
              <a:schemeClr val="phClr">
                <a:shade val="100000"/>
                <a:satMod val="110000"/>
                <a:lumMod val="100000"/>
              </a:schemeClr>
            </a:gs>
            <a:gs pos="100000">
              <a:schemeClr val="phClr">
                <a:shade val="78000"/>
                <a:satMod val="120000"/>
                <a:lumMod val="99000"/>
              </a:schemeClr>
            </a:gs>
          </a:gsLst>
          <a:lin ang="5400000" scaled="0"/>
        </a:gradFill>
      </a:fillStyleLst>
      <a:lnStyleLst>
        <a:ln w="6350" cap="flat" cmpd="sng" algn="in">
          <a:solidFill>
            <a:schemeClr val="phClr"/>
          </a:solidFill>
          <a:prstDash val="solid"/>
        </a:ln>
        <a:ln w="12700" cap="flat" cmpd="sng" algn="in">
          <a:solidFill>
            <a:schemeClr val="phClr"/>
          </a:solidFill>
          <a:prstDash val="solid"/>
        </a:ln>
        <a:ln w="50800" cap="flat" cmpd="sng" algn="in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38100" dist="25400" dir="5400000" algn="ctr" rotWithShape="0">
              <a:srgbClr val="000000">
                <a:alpha val="25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hade val="98000"/>
                <a:satMod val="150000"/>
                <a:lumMod val="102000"/>
              </a:schemeClr>
            </a:gs>
            <a:gs pos="50000">
              <a:schemeClr val="phClr">
                <a:tint val="98000"/>
                <a:shade val="90000"/>
                <a:satMod val="13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Badge" id="{71A07785-5930-41D4-9A83-E23602B48E98}" vid="{D71F8F05-6246-47AF-9E68-E57F6C93F792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Badge</Template>
  <TotalTime>412</TotalTime>
  <Words>739</Words>
  <Application>Microsoft Macintosh PowerPoint</Application>
  <PresentationFormat>Widescreen</PresentationFormat>
  <Paragraphs>44</Paragraphs>
  <Slides>13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5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13</vt:i4>
      </vt:variant>
    </vt:vector>
  </HeadingPairs>
  <TitlesOfParts>
    <vt:vector size="19" baseType="lpstr">
      <vt:lpstr>Arial</vt:lpstr>
      <vt:lpstr>Avenir Book</vt:lpstr>
      <vt:lpstr>Gill Sans MT</vt:lpstr>
      <vt:lpstr>Impact</vt:lpstr>
      <vt:lpstr>Optima</vt:lpstr>
      <vt:lpstr>Badge</vt:lpstr>
      <vt:lpstr>Mind-Brain identity theory</vt:lpstr>
      <vt:lpstr>Key thesis</vt:lpstr>
      <vt:lpstr>Sensations and brain processes</vt:lpstr>
      <vt:lpstr>Two types of mind-brain identity theory</vt:lpstr>
      <vt:lpstr>Advantage (1) It solves the problem of causation</vt:lpstr>
      <vt:lpstr>Identity</vt:lpstr>
      <vt:lpstr>Objection 1</vt:lpstr>
      <vt:lpstr>Objection 2</vt:lpstr>
      <vt:lpstr>Objection 3</vt:lpstr>
      <vt:lpstr>OBJECTIONS 4</vt:lpstr>
      <vt:lpstr>Objection 5</vt:lpstr>
      <vt:lpstr>Objection 6</vt:lpstr>
      <vt:lpstr>questions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Nir Shaki</dc:creator>
  <cp:lastModifiedBy>Nir Shaki</cp:lastModifiedBy>
  <cp:revision>6</cp:revision>
  <dcterms:created xsi:type="dcterms:W3CDTF">2024-06-25T07:58:18Z</dcterms:created>
  <dcterms:modified xsi:type="dcterms:W3CDTF">2024-11-28T10:21:11Z</dcterms:modified>
</cp:coreProperties>
</file>