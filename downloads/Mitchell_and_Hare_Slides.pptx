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sldIdLst>
    <p:sldId id="256" r:id="rId2"/>
    <p:sldId id="257" r:id="rId3"/>
    <p:sldId id="258" r:id="rId4"/>
    <p:sldId id="259" r:id="rId5"/>
    <p:sldId id="260" r:id="rId6"/>
    <p:sldId id="265" r:id="rId7"/>
    <p:sldId id="261" r:id="rId8"/>
    <p:sldId id="262" r:id="rId9"/>
    <p:sldId id="263" r:id="rId10"/>
    <p:sldId id="266" r:id="rId11"/>
    <p:sldId id="264" r:id="rId12"/>
    <p:sldId id="270" r:id="rId13"/>
    <p:sldId id="271" r:id="rId14"/>
    <p:sldId id="272" r:id="rId15"/>
    <p:sldId id="273" r:id="rId16"/>
    <p:sldId id="274" r:id="rId17"/>
    <p:sldId id="275" r:id="rId18"/>
    <p:sldId id="276" r:id="rId19"/>
    <p:sldId id="277" r:id="rId20"/>
    <p:sldId id="278" r:id="rId21"/>
    <p:sldId id="281" r:id="rId22"/>
    <p:sldId id="282" r:id="rId23"/>
    <p:sldId id="283" r:id="rId24"/>
    <p:sldId id="284" r:id="rId25"/>
    <p:sldId id="285" r:id="rId26"/>
    <p:sldId id="288" r:id="rId27"/>
    <p:sldId id="292"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3066"/>
  </p:normalViewPr>
  <p:slideViewPr>
    <p:cSldViewPr snapToGrid="0">
      <p:cViewPr varScale="1">
        <p:scale>
          <a:sx n="104" d="100"/>
          <a:sy n="104" d="100"/>
        </p:scale>
        <p:origin x="896"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GB"/>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334D819-9F07-4261-B09B-9E467E5D9002}" type="datetimeFigureOut">
              <a:rPr lang="en-US" smtClean="0"/>
              <a:pPr/>
              <a:t>11/4/25</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smtClean="0"/>
              <a:pPr/>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636880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11/4/25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17323784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smtClean="0"/>
              <a:pPr/>
              <a:t>11/4/25</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smtClean="0"/>
              <a:pPr/>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303699124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smtClean="0"/>
              <a:t>11/4/25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180114282"/>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GB"/>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smtClean="0"/>
              <a:t>11/4/25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772137265"/>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smtClean="0"/>
              <a:t>11/4/25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4280097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smtClean="0"/>
              <a:t>11/4/25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706289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GB"/>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smtClean="0"/>
              <a:t>11/4/25</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smtClean="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65648264"/>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GB"/>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smtClean="0"/>
              <a:t>11/4/25</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25628522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11/4/25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767496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11/4/25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2949299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smtClean="0"/>
              <a:pPr/>
              <a:t>11/4/25</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smtClean="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3562144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55A43-8F77-ACE8-8827-088480EC38AF}"/>
              </a:ext>
            </a:extLst>
          </p:cNvPr>
          <p:cNvSpPr>
            <a:spLocks noGrp="1"/>
          </p:cNvSpPr>
          <p:nvPr>
            <p:ph type="ctrTitle"/>
          </p:nvPr>
        </p:nvSpPr>
        <p:spPr/>
        <p:txBody>
          <a:bodyPr/>
          <a:lstStyle/>
          <a:p>
            <a:r>
              <a:rPr lang="en-US" sz="6000" dirty="0">
                <a:latin typeface="Avenir Book" panose="02000503020000020003" pitchFamily="2" charset="0"/>
              </a:rPr>
              <a:t>Religious </a:t>
            </a:r>
            <a:br>
              <a:rPr lang="en-US" sz="6000" dirty="0">
                <a:latin typeface="Avenir Book" panose="02000503020000020003" pitchFamily="2" charset="0"/>
              </a:rPr>
            </a:br>
            <a:r>
              <a:rPr lang="en-US" sz="6000" dirty="0">
                <a:latin typeface="Avenir Book" panose="02000503020000020003" pitchFamily="2" charset="0"/>
              </a:rPr>
              <a:t>Language</a:t>
            </a:r>
          </a:p>
        </p:txBody>
      </p:sp>
      <p:sp>
        <p:nvSpPr>
          <p:cNvPr id="3" name="Subtitle 2">
            <a:extLst>
              <a:ext uri="{FF2B5EF4-FFF2-40B4-BE49-F238E27FC236}">
                <a16:creationId xmlns:a16="http://schemas.microsoft.com/office/drawing/2014/main" id="{CED4D541-9A29-8F26-0866-36FE38E16C43}"/>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3373834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85B3E-BFAB-98C4-5AA3-89082EDE8A9E}"/>
              </a:ext>
            </a:extLst>
          </p:cNvPr>
          <p:cNvSpPr>
            <a:spLocks noGrp="1"/>
          </p:cNvSpPr>
          <p:nvPr>
            <p:ph type="title"/>
          </p:nvPr>
        </p:nvSpPr>
        <p:spPr>
          <a:xfrm>
            <a:off x="1251678" y="893135"/>
            <a:ext cx="10178322" cy="981382"/>
          </a:xfrm>
        </p:spPr>
        <p:txBody>
          <a:bodyPr>
            <a:normAutofit/>
          </a:bodyPr>
          <a:lstStyle/>
          <a:p>
            <a:r>
              <a:rPr lang="en-US" sz="3200" dirty="0">
                <a:latin typeface="Avenir Book" panose="02000503020000020003" pitchFamily="2" charset="0"/>
              </a:rPr>
              <a:t>The question of religious language</a:t>
            </a:r>
          </a:p>
        </p:txBody>
      </p:sp>
      <p:sp>
        <p:nvSpPr>
          <p:cNvPr id="3" name="Content Placeholder 2">
            <a:extLst>
              <a:ext uri="{FF2B5EF4-FFF2-40B4-BE49-F238E27FC236}">
                <a16:creationId xmlns:a16="http://schemas.microsoft.com/office/drawing/2014/main" id="{A3201DE5-EE9B-D9D8-1FF3-D3809388622C}"/>
              </a:ext>
            </a:extLst>
          </p:cNvPr>
          <p:cNvSpPr>
            <a:spLocks noGrp="1"/>
          </p:cNvSpPr>
          <p:nvPr>
            <p:ph idx="1"/>
          </p:nvPr>
        </p:nvSpPr>
        <p:spPr>
          <a:xfrm>
            <a:off x="1251678" y="2083981"/>
            <a:ext cx="10178322" cy="3795611"/>
          </a:xfrm>
        </p:spPr>
        <p:txBody>
          <a:bodyPr/>
          <a:lstStyle/>
          <a:p>
            <a:pPr algn="just">
              <a:lnSpc>
                <a:spcPct val="150000"/>
              </a:lnSpc>
            </a:pPr>
            <a:r>
              <a:rPr lang="en-US" dirty="0">
                <a:solidFill>
                  <a:schemeClr val="tx1"/>
                </a:solidFill>
                <a:latin typeface="Avenir Book" panose="02000503020000020003" pitchFamily="2" charset="0"/>
              </a:rPr>
              <a:t>This unit is concerned with the question of whether religious language and propositions makes, or attempts to make, objective claims about the world. In other words whether it attempts to express truths about state of affairs, and is therefore cognitive. </a:t>
            </a:r>
          </a:p>
          <a:p>
            <a:pPr algn="just">
              <a:lnSpc>
                <a:spcPct val="150000"/>
              </a:lnSpc>
            </a:pPr>
            <a:r>
              <a:rPr lang="en-US" dirty="0">
                <a:solidFill>
                  <a:schemeClr val="tx1"/>
                </a:solidFill>
                <a:latin typeface="Avenir Book" panose="02000503020000020003" pitchFamily="2" charset="0"/>
              </a:rPr>
              <a:t>OR</a:t>
            </a:r>
          </a:p>
          <a:p>
            <a:pPr algn="just">
              <a:lnSpc>
                <a:spcPct val="150000"/>
              </a:lnSpc>
            </a:pPr>
            <a:r>
              <a:rPr lang="en-US" dirty="0">
                <a:solidFill>
                  <a:schemeClr val="tx1"/>
                </a:solidFill>
                <a:latin typeface="Avenir Book" panose="02000503020000020003" pitchFamily="2" charset="0"/>
              </a:rPr>
              <a:t>Whether religious language is not trying to express objective truths about the world, and is therefore an expression of attitude or worldview, that is non-cognitive. </a:t>
            </a:r>
          </a:p>
        </p:txBody>
      </p:sp>
    </p:spTree>
    <p:extLst>
      <p:ext uri="{BB962C8B-B14F-4D97-AF65-F5344CB8AC3E}">
        <p14:creationId xmlns:p14="http://schemas.microsoft.com/office/powerpoint/2010/main" val="2382474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3F58A-3805-DE25-9CD2-534E85E03451}"/>
              </a:ext>
            </a:extLst>
          </p:cNvPr>
          <p:cNvSpPr>
            <a:spLocks noGrp="1"/>
          </p:cNvSpPr>
          <p:nvPr>
            <p:ph type="title"/>
          </p:nvPr>
        </p:nvSpPr>
        <p:spPr>
          <a:xfrm>
            <a:off x="1251678" y="829339"/>
            <a:ext cx="10178322" cy="1045177"/>
          </a:xfrm>
        </p:spPr>
        <p:txBody>
          <a:bodyPr>
            <a:normAutofit/>
          </a:bodyPr>
          <a:lstStyle/>
          <a:p>
            <a:pPr algn="ctr"/>
            <a:r>
              <a:rPr lang="en-US" sz="4000" dirty="0">
                <a:latin typeface="Avenir Book" panose="02000503020000020003" pitchFamily="2" charset="0"/>
              </a:rPr>
              <a:t>Table of theories</a:t>
            </a:r>
          </a:p>
        </p:txBody>
      </p:sp>
      <p:graphicFrame>
        <p:nvGraphicFramePr>
          <p:cNvPr id="4" name="Content Placeholder 3">
            <a:extLst>
              <a:ext uri="{FF2B5EF4-FFF2-40B4-BE49-F238E27FC236}">
                <a16:creationId xmlns:a16="http://schemas.microsoft.com/office/drawing/2014/main" id="{2BD7E5DD-E4C2-4ED1-7A4B-F6466C6321AB}"/>
              </a:ext>
            </a:extLst>
          </p:cNvPr>
          <p:cNvGraphicFramePr>
            <a:graphicFrameLocks noGrp="1"/>
          </p:cNvGraphicFramePr>
          <p:nvPr>
            <p:ph idx="1"/>
            <p:extLst>
              <p:ext uri="{D42A27DB-BD31-4B8C-83A1-F6EECF244321}">
                <p14:modId xmlns:p14="http://schemas.microsoft.com/office/powerpoint/2010/main" val="248465305"/>
              </p:ext>
            </p:extLst>
          </p:nvPr>
        </p:nvGraphicFramePr>
        <p:xfrm>
          <a:off x="1250950" y="1733107"/>
          <a:ext cx="10179050" cy="4684705"/>
        </p:xfrm>
        <a:graphic>
          <a:graphicData uri="http://schemas.openxmlformats.org/drawingml/2006/table">
            <a:tbl>
              <a:tblPr firstRow="1" bandRow="1">
                <a:tableStyleId>{21E4AEA4-8DFA-4A89-87EB-49C32662AFE0}</a:tableStyleId>
              </a:tblPr>
              <a:tblGrid>
                <a:gridCol w="5089525">
                  <a:extLst>
                    <a:ext uri="{9D8B030D-6E8A-4147-A177-3AD203B41FA5}">
                      <a16:colId xmlns:a16="http://schemas.microsoft.com/office/drawing/2014/main" val="3812679125"/>
                    </a:ext>
                  </a:extLst>
                </a:gridCol>
                <a:gridCol w="5089525">
                  <a:extLst>
                    <a:ext uri="{9D8B030D-6E8A-4147-A177-3AD203B41FA5}">
                      <a16:colId xmlns:a16="http://schemas.microsoft.com/office/drawing/2014/main" val="1392481543"/>
                    </a:ext>
                  </a:extLst>
                </a:gridCol>
              </a:tblGrid>
              <a:tr h="478465">
                <a:tc>
                  <a:txBody>
                    <a:bodyPr/>
                    <a:lstStyle/>
                    <a:p>
                      <a:r>
                        <a:rPr lang="en-US" dirty="0">
                          <a:latin typeface="Avenir Book" panose="02000503020000020003" pitchFamily="2" charset="0"/>
                        </a:rPr>
                        <a:t>Non-cognitive Theories</a:t>
                      </a:r>
                    </a:p>
                  </a:txBody>
                  <a:tcPr/>
                </a:tc>
                <a:tc>
                  <a:txBody>
                    <a:bodyPr/>
                    <a:lstStyle/>
                    <a:p>
                      <a:r>
                        <a:rPr lang="en-US" dirty="0">
                          <a:latin typeface="Avenir Book" panose="02000503020000020003" pitchFamily="2" charset="0"/>
                        </a:rPr>
                        <a:t>Cognitive Theories</a:t>
                      </a:r>
                    </a:p>
                  </a:txBody>
                  <a:tcPr/>
                </a:tc>
                <a:extLst>
                  <a:ext uri="{0D108BD9-81ED-4DB2-BD59-A6C34878D82A}">
                    <a16:rowId xmlns:a16="http://schemas.microsoft.com/office/drawing/2014/main" val="125647622"/>
                  </a:ext>
                </a:extLst>
              </a:tr>
              <a:tr h="2195623">
                <a:tc>
                  <a:txBody>
                    <a:bodyPr/>
                    <a:lstStyle/>
                    <a:p>
                      <a:endParaRPr lang="en-US" dirty="0"/>
                    </a:p>
                    <a:p>
                      <a:r>
                        <a:rPr lang="en-US" dirty="0">
                          <a:solidFill>
                            <a:schemeClr val="tx1"/>
                          </a:solidFill>
                          <a:latin typeface="Avenir Book" panose="02000503020000020003" pitchFamily="2" charset="0"/>
                        </a:rPr>
                        <a:t>Logical Positivism – </a:t>
                      </a:r>
                      <a:r>
                        <a:rPr lang="en-US" dirty="0" err="1">
                          <a:solidFill>
                            <a:schemeClr val="tx1"/>
                          </a:solidFill>
                          <a:latin typeface="Avenir Book" panose="02000503020000020003" pitchFamily="2" charset="0"/>
                        </a:rPr>
                        <a:t>A.J.Ayer</a:t>
                      </a:r>
                      <a:endParaRPr lang="en-US" dirty="0">
                        <a:solidFill>
                          <a:schemeClr val="tx1"/>
                        </a:solidFill>
                        <a:latin typeface="Avenir Book" panose="02000503020000020003" pitchFamily="2" charset="0"/>
                      </a:endParaRPr>
                    </a:p>
                    <a:p>
                      <a:endParaRPr lang="en-US" dirty="0"/>
                    </a:p>
                    <a:p>
                      <a:r>
                        <a:rPr lang="en-US" dirty="0">
                          <a:latin typeface="Avenir Book" panose="02000503020000020003" pitchFamily="2" charset="0"/>
                        </a:rPr>
                        <a:t>Falsification – Karl Popper- Anthony Flew</a:t>
                      </a:r>
                    </a:p>
                    <a:p>
                      <a:endParaRPr lang="en-US" dirty="0"/>
                    </a:p>
                    <a:p>
                      <a:r>
                        <a:rPr lang="en-US" dirty="0" err="1">
                          <a:latin typeface="Avenir Book" panose="02000503020000020003" pitchFamily="2" charset="0"/>
                        </a:rPr>
                        <a:t>R.M.Hare</a:t>
                      </a:r>
                      <a:endParaRPr lang="en-US" dirty="0">
                        <a:latin typeface="Avenir Book" panose="02000503020000020003" pitchFamily="2" charset="0"/>
                      </a:endParaRP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txBody>
                  <a:tcPr/>
                </a:tc>
                <a:tc>
                  <a:txBody>
                    <a:bodyPr/>
                    <a:lstStyle/>
                    <a:p>
                      <a:endParaRPr lang="en-US" dirty="0"/>
                    </a:p>
                    <a:p>
                      <a:r>
                        <a:rPr lang="en-US" dirty="0">
                          <a:latin typeface="Avenir Book" panose="02000503020000020003" pitchFamily="2" charset="0"/>
                        </a:rPr>
                        <a:t>Basil Mitchell</a:t>
                      </a:r>
                    </a:p>
                    <a:p>
                      <a:endParaRPr lang="en-US" dirty="0">
                        <a:latin typeface="Avenir Book" panose="02000503020000020003" pitchFamily="2" charset="0"/>
                      </a:endParaRPr>
                    </a:p>
                    <a:p>
                      <a:endParaRPr lang="en-US" dirty="0">
                        <a:latin typeface="Avenir Book" panose="02000503020000020003" pitchFamily="2" charset="0"/>
                      </a:endParaRPr>
                    </a:p>
                  </a:txBody>
                  <a:tcPr/>
                </a:tc>
                <a:extLst>
                  <a:ext uri="{0D108BD9-81ED-4DB2-BD59-A6C34878D82A}">
                    <a16:rowId xmlns:a16="http://schemas.microsoft.com/office/drawing/2014/main" val="3313966019"/>
                  </a:ext>
                </a:extLst>
              </a:tr>
            </a:tbl>
          </a:graphicData>
        </a:graphic>
      </p:graphicFrame>
    </p:spTree>
    <p:extLst>
      <p:ext uri="{BB962C8B-B14F-4D97-AF65-F5344CB8AC3E}">
        <p14:creationId xmlns:p14="http://schemas.microsoft.com/office/powerpoint/2010/main" val="15322519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FE716-C301-88F6-91B0-A036B9EFBF0F}"/>
              </a:ext>
            </a:extLst>
          </p:cNvPr>
          <p:cNvSpPr>
            <a:spLocks noGrp="1"/>
          </p:cNvSpPr>
          <p:nvPr>
            <p:ph type="title"/>
          </p:nvPr>
        </p:nvSpPr>
        <p:spPr>
          <a:xfrm>
            <a:off x="1251678" y="723013"/>
            <a:ext cx="10178322" cy="1151503"/>
          </a:xfrm>
        </p:spPr>
        <p:txBody>
          <a:bodyPr>
            <a:normAutofit/>
          </a:bodyPr>
          <a:lstStyle/>
          <a:p>
            <a:pPr algn="ctr"/>
            <a:r>
              <a:rPr lang="en-US" sz="4000" dirty="0">
                <a:latin typeface="Avenir Book" panose="02000503020000020003" pitchFamily="2" charset="0"/>
              </a:rPr>
              <a:t>Logical positivism (1)</a:t>
            </a:r>
          </a:p>
        </p:txBody>
      </p:sp>
      <p:sp>
        <p:nvSpPr>
          <p:cNvPr id="3" name="Content Placeholder 2">
            <a:extLst>
              <a:ext uri="{FF2B5EF4-FFF2-40B4-BE49-F238E27FC236}">
                <a16:creationId xmlns:a16="http://schemas.microsoft.com/office/drawing/2014/main" id="{4DF9C703-76ED-A792-0446-0C630B7247E1}"/>
              </a:ext>
            </a:extLst>
          </p:cNvPr>
          <p:cNvSpPr>
            <a:spLocks noGrp="1"/>
          </p:cNvSpPr>
          <p:nvPr>
            <p:ph idx="1"/>
          </p:nvPr>
        </p:nvSpPr>
        <p:spPr>
          <a:xfrm>
            <a:off x="1251678" y="1733107"/>
            <a:ext cx="10178322" cy="4146486"/>
          </a:xfrm>
        </p:spPr>
        <p:txBody>
          <a:bodyPr>
            <a:normAutofit/>
          </a:bodyPr>
          <a:lstStyle/>
          <a:p>
            <a:pPr algn="just">
              <a:lnSpc>
                <a:spcPct val="150000"/>
              </a:lnSpc>
            </a:pPr>
            <a:r>
              <a:rPr lang="en-US" dirty="0">
                <a:solidFill>
                  <a:schemeClr val="tx1"/>
                </a:solidFill>
                <a:latin typeface="Avenir Book" panose="02000503020000020003" pitchFamily="2" charset="0"/>
              </a:rPr>
              <a:t>Key Thesis: Logical positivism is a non-cognitivist theory of religious language. Logical positivism is the theory that claims that a proposition must pass the principle of verification, in order to count as cognitive. If a proposition does not pass the principle of verification then it is non-cognitive. According to Ayer, non-cognitive propositions are not significant. </a:t>
            </a:r>
          </a:p>
          <a:p>
            <a:pPr algn="just">
              <a:lnSpc>
                <a:spcPct val="150000"/>
              </a:lnSpc>
            </a:pPr>
            <a:endParaRPr lang="en-US" dirty="0">
              <a:solidFill>
                <a:schemeClr val="tx1"/>
              </a:solidFill>
              <a:latin typeface="Avenir Book" panose="02000503020000020003" pitchFamily="2" charset="0"/>
            </a:endParaRPr>
          </a:p>
          <a:p>
            <a:pPr algn="just">
              <a:lnSpc>
                <a:spcPct val="150000"/>
              </a:lnSpc>
            </a:pPr>
            <a:r>
              <a:rPr lang="en-US" dirty="0">
                <a:solidFill>
                  <a:schemeClr val="tx1"/>
                </a:solidFill>
                <a:latin typeface="Avenir Book" panose="02000503020000020003" pitchFamily="2" charset="0"/>
              </a:rPr>
              <a:t>The principle of verification claims that there are only two categories of propositions that count as cognitive, </a:t>
            </a:r>
            <a:r>
              <a:rPr lang="en-US" dirty="0" err="1">
                <a:solidFill>
                  <a:schemeClr val="tx1"/>
                </a:solidFill>
                <a:latin typeface="Avenir Book" panose="02000503020000020003" pitchFamily="2" charset="0"/>
              </a:rPr>
              <a:t>i.e</a:t>
            </a:r>
            <a:r>
              <a:rPr lang="en-US" dirty="0">
                <a:solidFill>
                  <a:schemeClr val="tx1"/>
                </a:solidFill>
                <a:latin typeface="Avenir Book" panose="02000503020000020003" pitchFamily="2" charset="0"/>
              </a:rPr>
              <a:t> that make claims about the objective world. </a:t>
            </a:r>
          </a:p>
          <a:p>
            <a:pPr algn="just"/>
            <a:endParaRPr lang="en-US" dirty="0">
              <a:solidFill>
                <a:schemeClr val="tx1"/>
              </a:solidFill>
              <a:latin typeface="Avenir Book" panose="02000503020000020003" pitchFamily="2" charset="0"/>
            </a:endParaRPr>
          </a:p>
        </p:txBody>
      </p:sp>
    </p:spTree>
    <p:extLst>
      <p:ext uri="{BB962C8B-B14F-4D97-AF65-F5344CB8AC3E}">
        <p14:creationId xmlns:p14="http://schemas.microsoft.com/office/powerpoint/2010/main" val="2308943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9A1A3-1DED-39A3-5B11-F2064C8FD989}"/>
              </a:ext>
            </a:extLst>
          </p:cNvPr>
          <p:cNvSpPr>
            <a:spLocks noGrp="1"/>
          </p:cNvSpPr>
          <p:nvPr>
            <p:ph type="title"/>
          </p:nvPr>
        </p:nvSpPr>
        <p:spPr>
          <a:xfrm>
            <a:off x="1251678" y="723013"/>
            <a:ext cx="10178322" cy="1151503"/>
          </a:xfrm>
        </p:spPr>
        <p:txBody>
          <a:bodyPr>
            <a:normAutofit/>
          </a:bodyPr>
          <a:lstStyle/>
          <a:p>
            <a:pPr algn="ctr"/>
            <a:r>
              <a:rPr lang="en-US" sz="4000" dirty="0">
                <a:latin typeface="Avenir Book" panose="02000503020000020003" pitchFamily="2" charset="0"/>
              </a:rPr>
              <a:t>Logical positivism (2)</a:t>
            </a:r>
          </a:p>
        </p:txBody>
      </p:sp>
      <p:sp>
        <p:nvSpPr>
          <p:cNvPr id="3" name="Content Placeholder 2">
            <a:extLst>
              <a:ext uri="{FF2B5EF4-FFF2-40B4-BE49-F238E27FC236}">
                <a16:creationId xmlns:a16="http://schemas.microsoft.com/office/drawing/2014/main" id="{9E056A7C-9E24-BCEE-1CA1-F4BF1AA75B23}"/>
              </a:ext>
            </a:extLst>
          </p:cNvPr>
          <p:cNvSpPr>
            <a:spLocks noGrp="1"/>
          </p:cNvSpPr>
          <p:nvPr>
            <p:ph idx="1"/>
          </p:nvPr>
        </p:nvSpPr>
        <p:spPr>
          <a:xfrm>
            <a:off x="1251678" y="1967023"/>
            <a:ext cx="10178322" cy="4391247"/>
          </a:xfrm>
        </p:spPr>
        <p:txBody>
          <a:bodyPr>
            <a:normAutofit fontScale="70000" lnSpcReduction="20000"/>
          </a:bodyPr>
          <a:lstStyle/>
          <a:p>
            <a:pPr marL="0" indent="0" algn="just">
              <a:lnSpc>
                <a:spcPct val="150000"/>
              </a:lnSpc>
              <a:buNone/>
            </a:pPr>
            <a:r>
              <a:rPr lang="en-US" sz="3300" dirty="0">
                <a:solidFill>
                  <a:schemeClr val="tx1"/>
                </a:solidFill>
                <a:latin typeface="Avenir Book" panose="02000503020000020003" pitchFamily="2" charset="0"/>
              </a:rPr>
              <a:t>The principle of verification claims that there are only two categories of propositions that count as cognitive, </a:t>
            </a:r>
            <a:r>
              <a:rPr lang="en-US" sz="3300" dirty="0" err="1">
                <a:solidFill>
                  <a:schemeClr val="tx1"/>
                </a:solidFill>
                <a:latin typeface="Avenir Book" panose="02000503020000020003" pitchFamily="2" charset="0"/>
              </a:rPr>
              <a:t>i.e</a:t>
            </a:r>
            <a:r>
              <a:rPr lang="en-US" sz="3300" dirty="0">
                <a:solidFill>
                  <a:schemeClr val="tx1"/>
                </a:solidFill>
                <a:latin typeface="Avenir Book" panose="02000503020000020003" pitchFamily="2" charset="0"/>
              </a:rPr>
              <a:t> that make claims about the objective world. </a:t>
            </a:r>
          </a:p>
          <a:p>
            <a:pPr marL="0" indent="0" algn="just">
              <a:buNone/>
            </a:pPr>
            <a:endParaRPr lang="en-US" sz="3300" dirty="0">
              <a:solidFill>
                <a:schemeClr val="tx1"/>
              </a:solidFill>
              <a:latin typeface="Avenir Book" panose="02000503020000020003" pitchFamily="2" charset="0"/>
            </a:endParaRPr>
          </a:p>
          <a:p>
            <a:pPr marL="0" indent="0" algn="just">
              <a:buNone/>
            </a:pPr>
            <a:r>
              <a:rPr lang="en-US" sz="3300" dirty="0">
                <a:solidFill>
                  <a:schemeClr val="tx1"/>
                </a:solidFill>
                <a:latin typeface="Avenir Book" panose="02000503020000020003" pitchFamily="2" charset="0"/>
              </a:rPr>
              <a:t>1. Empirical claims – these are claims about the world, that can be verified or not. </a:t>
            </a:r>
          </a:p>
          <a:p>
            <a:pPr marL="514350" indent="-514350" algn="just">
              <a:buAutoNum type="arabicPeriod"/>
            </a:pPr>
            <a:endParaRPr lang="en-US" sz="3300" dirty="0">
              <a:solidFill>
                <a:schemeClr val="tx1"/>
              </a:solidFill>
              <a:latin typeface="Avenir Book" panose="02000503020000020003" pitchFamily="2" charset="0"/>
            </a:endParaRPr>
          </a:p>
          <a:p>
            <a:pPr marL="0" indent="0" algn="just">
              <a:buNone/>
            </a:pPr>
            <a:r>
              <a:rPr lang="en-US" sz="3300" dirty="0">
                <a:solidFill>
                  <a:schemeClr val="tx1"/>
                </a:solidFill>
                <a:latin typeface="Avenir Book" panose="02000503020000020003" pitchFamily="2" charset="0"/>
              </a:rPr>
              <a:t>2. Analytic claims – These are claims about the ideas and how they are related to each other. They can be verified or not, without recourse to sense experience. </a:t>
            </a:r>
          </a:p>
          <a:p>
            <a:endParaRPr lang="en-US" dirty="0"/>
          </a:p>
        </p:txBody>
      </p:sp>
    </p:spTree>
    <p:extLst>
      <p:ext uri="{BB962C8B-B14F-4D97-AF65-F5344CB8AC3E}">
        <p14:creationId xmlns:p14="http://schemas.microsoft.com/office/powerpoint/2010/main" val="38276854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B788A-B445-7F91-4AC0-E61CF098E8E9}"/>
              </a:ext>
            </a:extLst>
          </p:cNvPr>
          <p:cNvSpPr>
            <a:spLocks noGrp="1"/>
          </p:cNvSpPr>
          <p:nvPr>
            <p:ph type="title"/>
          </p:nvPr>
        </p:nvSpPr>
        <p:spPr>
          <a:xfrm>
            <a:off x="1251678" y="797441"/>
            <a:ext cx="10178322" cy="1077075"/>
          </a:xfrm>
        </p:spPr>
        <p:txBody>
          <a:bodyPr>
            <a:normAutofit/>
          </a:bodyPr>
          <a:lstStyle/>
          <a:p>
            <a:pPr algn="ctr"/>
            <a:r>
              <a:rPr lang="en-US" sz="4000" dirty="0">
                <a:latin typeface="Avenir Book" panose="02000503020000020003" pitchFamily="2" charset="0"/>
              </a:rPr>
              <a:t>Logical positivism (2) </a:t>
            </a:r>
          </a:p>
        </p:txBody>
      </p:sp>
      <p:sp>
        <p:nvSpPr>
          <p:cNvPr id="3" name="Content Placeholder 2">
            <a:extLst>
              <a:ext uri="{FF2B5EF4-FFF2-40B4-BE49-F238E27FC236}">
                <a16:creationId xmlns:a16="http://schemas.microsoft.com/office/drawing/2014/main" id="{7EEBFB80-0658-3558-21AB-D77EA4ABDB89}"/>
              </a:ext>
            </a:extLst>
          </p:cNvPr>
          <p:cNvSpPr>
            <a:spLocks noGrp="1"/>
          </p:cNvSpPr>
          <p:nvPr>
            <p:ph idx="1"/>
          </p:nvPr>
        </p:nvSpPr>
        <p:spPr>
          <a:xfrm>
            <a:off x="1251678" y="2020187"/>
            <a:ext cx="10178322" cy="3859406"/>
          </a:xfrm>
        </p:spPr>
        <p:txBody>
          <a:bodyPr/>
          <a:lstStyle/>
          <a:p>
            <a:pPr marL="0" indent="0" algn="just">
              <a:buNone/>
            </a:pPr>
            <a:r>
              <a:rPr lang="en-US" dirty="0">
                <a:solidFill>
                  <a:schemeClr val="tx1"/>
                </a:solidFill>
                <a:latin typeface="Avenir Book" panose="02000503020000020003" pitchFamily="2" charset="0"/>
              </a:rPr>
              <a:t>‘The criterion which we use to test the genuineness of apparent statements of fact is the criterion of verifiability. We say that a criterion of factually significant to any given person, if and only if, he knows how to verify the proposition he purports to express – that is, if he knows what observations would lead him, under certain conditions, to accept the proposition as being true, or rejecting it as being false. If on the other hand, the putative proposition is of such a character that the assumption of its truth, or falsehood is consistent with any assumptions whatsoever concerning the nature of future experiences…it is a mere pseudo-proposition. The sentence expressing it may be emotionally significant to him; but it is not literally significant. And with regard to the question the procedure is the same.’ </a:t>
            </a:r>
          </a:p>
          <a:p>
            <a:pPr marL="0" indent="0" algn="just">
              <a:buNone/>
            </a:pPr>
            <a:r>
              <a:rPr lang="en-US" dirty="0" err="1">
                <a:solidFill>
                  <a:schemeClr val="tx1"/>
                </a:solidFill>
                <a:latin typeface="Avenir Book" panose="02000503020000020003" pitchFamily="2" charset="0"/>
              </a:rPr>
              <a:t>A.J.Ayer</a:t>
            </a:r>
            <a:r>
              <a:rPr lang="en-US" dirty="0">
                <a:solidFill>
                  <a:schemeClr val="tx1"/>
                </a:solidFill>
                <a:latin typeface="Avenir Book" panose="02000503020000020003" pitchFamily="2" charset="0"/>
              </a:rPr>
              <a:t> ‘Language, Truth and Logic.’ 1936</a:t>
            </a:r>
          </a:p>
        </p:txBody>
      </p:sp>
    </p:spTree>
    <p:extLst>
      <p:ext uri="{BB962C8B-B14F-4D97-AF65-F5344CB8AC3E}">
        <p14:creationId xmlns:p14="http://schemas.microsoft.com/office/powerpoint/2010/main" val="760967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37B36-FC14-BC1D-87C3-5577C304C86E}"/>
              </a:ext>
            </a:extLst>
          </p:cNvPr>
          <p:cNvSpPr>
            <a:spLocks noGrp="1"/>
          </p:cNvSpPr>
          <p:nvPr>
            <p:ph type="title"/>
          </p:nvPr>
        </p:nvSpPr>
        <p:spPr>
          <a:xfrm>
            <a:off x="1251678" y="861237"/>
            <a:ext cx="10178322" cy="1013280"/>
          </a:xfrm>
        </p:spPr>
        <p:txBody>
          <a:bodyPr>
            <a:normAutofit/>
          </a:bodyPr>
          <a:lstStyle/>
          <a:p>
            <a:r>
              <a:rPr lang="en-US" sz="3600" dirty="0">
                <a:latin typeface="Avenir Book" panose="02000503020000020003" pitchFamily="2" charset="0"/>
              </a:rPr>
              <a:t>The argument of logical positivism </a:t>
            </a:r>
          </a:p>
        </p:txBody>
      </p:sp>
      <p:sp>
        <p:nvSpPr>
          <p:cNvPr id="3" name="Content Placeholder 2">
            <a:extLst>
              <a:ext uri="{FF2B5EF4-FFF2-40B4-BE49-F238E27FC236}">
                <a16:creationId xmlns:a16="http://schemas.microsoft.com/office/drawing/2014/main" id="{5699E337-4774-8B03-E851-2C3CD7DA5092}"/>
              </a:ext>
            </a:extLst>
          </p:cNvPr>
          <p:cNvSpPr>
            <a:spLocks noGrp="1"/>
          </p:cNvSpPr>
          <p:nvPr>
            <p:ph idx="1"/>
          </p:nvPr>
        </p:nvSpPr>
        <p:spPr/>
        <p:txBody>
          <a:bodyPr>
            <a:normAutofit/>
          </a:bodyPr>
          <a:lstStyle/>
          <a:p>
            <a:pPr marL="0" indent="0">
              <a:buNone/>
            </a:pPr>
            <a:r>
              <a:rPr lang="en-US" sz="2400" dirty="0">
                <a:solidFill>
                  <a:schemeClr val="tx1"/>
                </a:solidFill>
                <a:latin typeface="Avenir Book" panose="02000503020000020003" pitchFamily="2" charset="0"/>
              </a:rPr>
              <a:t>1. The principle of verification limits cognitive propositions to those that are either empirical or analytic. </a:t>
            </a:r>
          </a:p>
          <a:p>
            <a:pPr marL="0" indent="0">
              <a:buNone/>
            </a:pPr>
            <a:r>
              <a:rPr lang="en-US" sz="2400" dirty="0">
                <a:solidFill>
                  <a:schemeClr val="tx1"/>
                </a:solidFill>
                <a:latin typeface="Avenir Book" panose="02000503020000020003" pitchFamily="2" charset="0"/>
              </a:rPr>
              <a:t>2. ‘God exists’ is not an analytic proposition.</a:t>
            </a:r>
          </a:p>
          <a:p>
            <a:pPr marL="0" indent="0">
              <a:buNone/>
            </a:pPr>
            <a:r>
              <a:rPr lang="en-US" sz="2400" dirty="0">
                <a:solidFill>
                  <a:schemeClr val="tx1"/>
                </a:solidFill>
                <a:latin typeface="Avenir Book" panose="02000503020000020003" pitchFamily="2" charset="0"/>
              </a:rPr>
              <a:t>3. ‘God exists’ is not an empirical proposition. </a:t>
            </a:r>
          </a:p>
          <a:p>
            <a:pPr marL="0" indent="0">
              <a:buNone/>
            </a:pPr>
            <a:r>
              <a:rPr lang="en-US" sz="2400" dirty="0">
                <a:solidFill>
                  <a:schemeClr val="tx1"/>
                </a:solidFill>
                <a:latin typeface="Avenir Book" panose="02000503020000020003" pitchFamily="2" charset="0"/>
              </a:rPr>
              <a:t>4. Therefore, the proposition that ‘God exists’ is not cognitive. </a:t>
            </a:r>
          </a:p>
        </p:txBody>
      </p:sp>
    </p:spTree>
    <p:extLst>
      <p:ext uri="{BB962C8B-B14F-4D97-AF65-F5344CB8AC3E}">
        <p14:creationId xmlns:p14="http://schemas.microsoft.com/office/powerpoint/2010/main" val="151916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8FC7D-54C3-1CCC-A68C-7E1C23ECCC66}"/>
              </a:ext>
            </a:extLst>
          </p:cNvPr>
          <p:cNvSpPr>
            <a:spLocks noGrp="1"/>
          </p:cNvSpPr>
          <p:nvPr>
            <p:ph type="title"/>
          </p:nvPr>
        </p:nvSpPr>
        <p:spPr>
          <a:xfrm>
            <a:off x="1251678" y="723013"/>
            <a:ext cx="10178322" cy="1151503"/>
          </a:xfrm>
        </p:spPr>
        <p:txBody>
          <a:bodyPr>
            <a:normAutofit/>
          </a:bodyPr>
          <a:lstStyle/>
          <a:p>
            <a:pPr algn="just"/>
            <a:r>
              <a:rPr lang="en-US" sz="3200" dirty="0">
                <a:latin typeface="Avenir Book" panose="02000503020000020003" pitchFamily="2" charset="0"/>
              </a:rPr>
              <a:t>The objections to the principle of verification. </a:t>
            </a:r>
          </a:p>
        </p:txBody>
      </p:sp>
      <p:sp>
        <p:nvSpPr>
          <p:cNvPr id="3" name="Content Placeholder 2">
            <a:extLst>
              <a:ext uri="{FF2B5EF4-FFF2-40B4-BE49-F238E27FC236}">
                <a16:creationId xmlns:a16="http://schemas.microsoft.com/office/drawing/2014/main" id="{5BEA8447-55E7-2F27-7525-4D134EE8592C}"/>
              </a:ext>
            </a:extLst>
          </p:cNvPr>
          <p:cNvSpPr>
            <a:spLocks noGrp="1"/>
          </p:cNvSpPr>
          <p:nvPr>
            <p:ph idx="1"/>
          </p:nvPr>
        </p:nvSpPr>
        <p:spPr/>
        <p:txBody>
          <a:bodyPr>
            <a:normAutofit/>
          </a:bodyPr>
          <a:lstStyle/>
          <a:p>
            <a:pPr algn="just"/>
            <a:r>
              <a:rPr lang="en-US" sz="2400" dirty="0">
                <a:solidFill>
                  <a:schemeClr val="tx1"/>
                </a:solidFill>
                <a:latin typeface="Avenir Book" panose="02000503020000020003" pitchFamily="2" charset="0"/>
              </a:rPr>
              <a:t>1. The principle of verification means that we would need to abandon not only religious language, but historical and moral language also. </a:t>
            </a:r>
          </a:p>
          <a:p>
            <a:pPr algn="just"/>
            <a:r>
              <a:rPr lang="en-US" sz="2400" dirty="0">
                <a:solidFill>
                  <a:schemeClr val="tx1"/>
                </a:solidFill>
                <a:latin typeface="Avenir Book" panose="02000503020000020003" pitchFamily="2" charset="0"/>
              </a:rPr>
              <a:t>2. The broader principle allows religion in through the back door. </a:t>
            </a:r>
          </a:p>
          <a:p>
            <a:pPr algn="just"/>
            <a:r>
              <a:rPr lang="en-US" sz="2400" dirty="0">
                <a:solidFill>
                  <a:schemeClr val="tx1"/>
                </a:solidFill>
                <a:latin typeface="Avenir Book" panose="02000503020000020003" pitchFamily="2" charset="0"/>
              </a:rPr>
              <a:t>3. ‘Eschatological verification’ might make religious language meaningful, consistent with logical positivism. </a:t>
            </a:r>
          </a:p>
          <a:p>
            <a:pPr algn="just"/>
            <a:r>
              <a:rPr lang="en-US" sz="2400" dirty="0">
                <a:solidFill>
                  <a:schemeClr val="tx1"/>
                </a:solidFill>
                <a:latin typeface="Avenir Book" panose="02000503020000020003" pitchFamily="2" charset="0"/>
              </a:rPr>
              <a:t>4. The principle of verification does not pass its own test of verification. </a:t>
            </a:r>
          </a:p>
        </p:txBody>
      </p:sp>
    </p:spTree>
    <p:extLst>
      <p:ext uri="{BB962C8B-B14F-4D97-AF65-F5344CB8AC3E}">
        <p14:creationId xmlns:p14="http://schemas.microsoft.com/office/powerpoint/2010/main" val="2162658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DF0E8-7671-99B0-4AFB-5E0E4798D855}"/>
              </a:ext>
            </a:extLst>
          </p:cNvPr>
          <p:cNvSpPr>
            <a:spLocks noGrp="1"/>
          </p:cNvSpPr>
          <p:nvPr>
            <p:ph type="title"/>
          </p:nvPr>
        </p:nvSpPr>
        <p:spPr>
          <a:xfrm>
            <a:off x="1251678" y="754911"/>
            <a:ext cx="10178322" cy="1119605"/>
          </a:xfrm>
        </p:spPr>
        <p:txBody>
          <a:bodyPr>
            <a:normAutofit/>
          </a:bodyPr>
          <a:lstStyle/>
          <a:p>
            <a:pPr algn="ctr"/>
            <a:r>
              <a:rPr lang="en-US" sz="4000" dirty="0">
                <a:latin typeface="Avenir Book" panose="02000503020000020003" pitchFamily="2" charset="0"/>
              </a:rPr>
              <a:t>Problem (1)</a:t>
            </a:r>
          </a:p>
        </p:txBody>
      </p:sp>
      <p:sp>
        <p:nvSpPr>
          <p:cNvPr id="3" name="Content Placeholder 2">
            <a:extLst>
              <a:ext uri="{FF2B5EF4-FFF2-40B4-BE49-F238E27FC236}">
                <a16:creationId xmlns:a16="http://schemas.microsoft.com/office/drawing/2014/main" id="{988C4982-3DD3-797B-8862-B3DB9CCAA4CA}"/>
              </a:ext>
            </a:extLst>
          </p:cNvPr>
          <p:cNvSpPr>
            <a:spLocks noGrp="1"/>
          </p:cNvSpPr>
          <p:nvPr>
            <p:ph idx="1"/>
          </p:nvPr>
        </p:nvSpPr>
        <p:spPr>
          <a:xfrm>
            <a:off x="1251678" y="1711843"/>
            <a:ext cx="10178322" cy="4167750"/>
          </a:xfrm>
        </p:spPr>
        <p:txBody>
          <a:bodyPr>
            <a:normAutofit/>
          </a:bodyPr>
          <a:lstStyle/>
          <a:p>
            <a:pPr marL="0" indent="0" algn="just">
              <a:buNone/>
            </a:pPr>
            <a:r>
              <a:rPr lang="en-US" dirty="0">
                <a:solidFill>
                  <a:schemeClr val="tx1"/>
                </a:solidFill>
                <a:latin typeface="Avenir Book" panose="02000503020000020003" pitchFamily="2" charset="0"/>
              </a:rPr>
              <a:t>As the principle of verification stands it would not consider the following statement cognitive and therefore it would render it not significant. </a:t>
            </a:r>
          </a:p>
          <a:p>
            <a:pPr algn="just"/>
            <a:endParaRPr lang="en-US" dirty="0">
              <a:solidFill>
                <a:schemeClr val="tx1"/>
              </a:solidFill>
              <a:latin typeface="Avenir Book" panose="02000503020000020003" pitchFamily="2" charset="0"/>
            </a:endParaRPr>
          </a:p>
          <a:p>
            <a:pPr marL="0" indent="0" algn="just">
              <a:buNone/>
            </a:pPr>
            <a:r>
              <a:rPr lang="en-US" i="1" dirty="0">
                <a:solidFill>
                  <a:schemeClr val="tx1"/>
                </a:solidFill>
                <a:latin typeface="Avenir Book" panose="02000503020000020003" pitchFamily="2" charset="0"/>
              </a:rPr>
              <a:t>‘King Harold was killed with an arrow to the eye in the battle of Hastings’</a:t>
            </a:r>
          </a:p>
          <a:p>
            <a:pPr marL="0" indent="0" algn="just">
              <a:buNone/>
            </a:pPr>
            <a:endParaRPr lang="en-US" dirty="0">
              <a:solidFill>
                <a:schemeClr val="tx1"/>
              </a:solidFill>
              <a:latin typeface="Avenir Book" panose="02000503020000020003" pitchFamily="2" charset="0"/>
            </a:endParaRPr>
          </a:p>
          <a:p>
            <a:pPr marL="0" indent="0" algn="just">
              <a:buNone/>
            </a:pPr>
            <a:r>
              <a:rPr lang="en-US" dirty="0">
                <a:solidFill>
                  <a:schemeClr val="tx1"/>
                </a:solidFill>
                <a:latin typeface="Avenir Book" panose="02000503020000020003" pitchFamily="2" charset="0"/>
              </a:rPr>
              <a:t>This proposition is disputed and there is no way we could now see the battle, or know analytically whether it is true. Therefore, it is not meaningful. </a:t>
            </a:r>
          </a:p>
          <a:p>
            <a:pPr marL="0" indent="0" algn="just">
              <a:buNone/>
            </a:pPr>
            <a:r>
              <a:rPr lang="en-US" dirty="0">
                <a:solidFill>
                  <a:schemeClr val="tx1"/>
                </a:solidFill>
                <a:latin typeface="Avenir Book" panose="02000503020000020003" pitchFamily="2" charset="0"/>
              </a:rPr>
              <a:t>This is clearly an absurd conclusion, because we know, precisely what it means. We would be forced to abandon study of history and many other areas of knowledge if we kept to the principle of verification as it was formulated by Ayer. </a:t>
            </a:r>
          </a:p>
          <a:p>
            <a:pPr algn="just"/>
            <a:endParaRPr lang="en-US" dirty="0">
              <a:solidFill>
                <a:schemeClr val="tx1"/>
              </a:solidFill>
              <a:latin typeface="Avenir Book" panose="02000503020000020003" pitchFamily="2" charset="0"/>
            </a:endParaRPr>
          </a:p>
          <a:p>
            <a:pPr algn="just"/>
            <a:endParaRPr lang="en-US" dirty="0">
              <a:solidFill>
                <a:schemeClr val="tx1"/>
              </a:solidFill>
              <a:latin typeface="Avenir Book" panose="02000503020000020003" pitchFamily="2" charset="0"/>
            </a:endParaRPr>
          </a:p>
        </p:txBody>
      </p:sp>
    </p:spTree>
    <p:extLst>
      <p:ext uri="{BB962C8B-B14F-4D97-AF65-F5344CB8AC3E}">
        <p14:creationId xmlns:p14="http://schemas.microsoft.com/office/powerpoint/2010/main" val="40531693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6F818-E914-ADDC-AF45-FD865205B384}"/>
              </a:ext>
            </a:extLst>
          </p:cNvPr>
          <p:cNvSpPr>
            <a:spLocks noGrp="1"/>
          </p:cNvSpPr>
          <p:nvPr>
            <p:ph type="title"/>
          </p:nvPr>
        </p:nvSpPr>
        <p:spPr>
          <a:xfrm>
            <a:off x="1251678" y="797441"/>
            <a:ext cx="10178322" cy="1077075"/>
          </a:xfrm>
        </p:spPr>
        <p:txBody>
          <a:bodyPr>
            <a:normAutofit/>
          </a:bodyPr>
          <a:lstStyle/>
          <a:p>
            <a:pPr algn="ctr"/>
            <a:r>
              <a:rPr lang="en-US" sz="4000" dirty="0">
                <a:latin typeface="Avenir Book" panose="02000503020000020003" pitchFamily="2" charset="0"/>
              </a:rPr>
              <a:t>Problem (1) continued</a:t>
            </a:r>
          </a:p>
        </p:txBody>
      </p:sp>
      <p:sp>
        <p:nvSpPr>
          <p:cNvPr id="3" name="Content Placeholder 2">
            <a:extLst>
              <a:ext uri="{FF2B5EF4-FFF2-40B4-BE49-F238E27FC236}">
                <a16:creationId xmlns:a16="http://schemas.microsoft.com/office/drawing/2014/main" id="{717A784A-F356-D6E1-8941-3E2E1A84F130}"/>
              </a:ext>
            </a:extLst>
          </p:cNvPr>
          <p:cNvSpPr>
            <a:spLocks noGrp="1"/>
          </p:cNvSpPr>
          <p:nvPr>
            <p:ph idx="1"/>
          </p:nvPr>
        </p:nvSpPr>
        <p:spPr>
          <a:xfrm>
            <a:off x="1251678" y="1874517"/>
            <a:ext cx="10178322" cy="4005076"/>
          </a:xfrm>
        </p:spPr>
        <p:txBody>
          <a:bodyPr/>
          <a:lstStyle/>
          <a:p>
            <a:pPr marL="0" indent="0" algn="just">
              <a:lnSpc>
                <a:spcPct val="150000"/>
              </a:lnSpc>
              <a:buNone/>
            </a:pPr>
            <a:r>
              <a:rPr lang="en-US" dirty="0">
                <a:solidFill>
                  <a:schemeClr val="tx1"/>
                </a:solidFill>
                <a:latin typeface="Avenir Book" panose="02000503020000020003" pitchFamily="2" charset="0"/>
              </a:rPr>
              <a:t>‘Accordingly, we fall back to the weaker principle of verification. We say that the question that must be asked about any putative statement of fact is not, ‘Would any observations make its truth or falsehood logically certain?’ But simply, ‘would any observations be relevant to the determination of its truth or falsehood? And it is only is a negative answer is given to this second question that we conclude that the statement under consideration is nonsensical’. </a:t>
            </a:r>
            <a:r>
              <a:rPr lang="en-US" dirty="0" err="1">
                <a:solidFill>
                  <a:schemeClr val="tx1"/>
                </a:solidFill>
                <a:latin typeface="Avenir Book" panose="02000503020000020003" pitchFamily="2" charset="0"/>
              </a:rPr>
              <a:t>A.J.Ayer</a:t>
            </a:r>
            <a:r>
              <a:rPr lang="en-US" dirty="0">
                <a:solidFill>
                  <a:schemeClr val="tx1"/>
                </a:solidFill>
                <a:latin typeface="Avenir Book" panose="02000503020000020003" pitchFamily="2" charset="0"/>
              </a:rPr>
              <a:t> 1936</a:t>
            </a:r>
          </a:p>
        </p:txBody>
      </p:sp>
    </p:spTree>
    <p:extLst>
      <p:ext uri="{BB962C8B-B14F-4D97-AF65-F5344CB8AC3E}">
        <p14:creationId xmlns:p14="http://schemas.microsoft.com/office/powerpoint/2010/main" val="31118354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AADEB-3D11-5413-FF18-DE544AE6BD8A}"/>
              </a:ext>
            </a:extLst>
          </p:cNvPr>
          <p:cNvSpPr>
            <a:spLocks noGrp="1"/>
          </p:cNvSpPr>
          <p:nvPr>
            <p:ph type="title"/>
          </p:nvPr>
        </p:nvSpPr>
        <p:spPr>
          <a:xfrm>
            <a:off x="1251678" y="765543"/>
            <a:ext cx="10178322" cy="1108973"/>
          </a:xfrm>
        </p:spPr>
        <p:txBody>
          <a:bodyPr>
            <a:normAutofit/>
          </a:bodyPr>
          <a:lstStyle/>
          <a:p>
            <a:pPr algn="ctr"/>
            <a:r>
              <a:rPr lang="en-US" sz="3600" dirty="0">
                <a:latin typeface="Avenir Book" panose="02000503020000020003" pitchFamily="2" charset="0"/>
              </a:rPr>
              <a:t>Problem (2) </a:t>
            </a:r>
          </a:p>
        </p:txBody>
      </p:sp>
      <p:sp>
        <p:nvSpPr>
          <p:cNvPr id="3" name="Content Placeholder 2">
            <a:extLst>
              <a:ext uri="{FF2B5EF4-FFF2-40B4-BE49-F238E27FC236}">
                <a16:creationId xmlns:a16="http://schemas.microsoft.com/office/drawing/2014/main" id="{0C6C78CC-F6DD-5016-15B2-58EC7C181A9B}"/>
              </a:ext>
            </a:extLst>
          </p:cNvPr>
          <p:cNvSpPr>
            <a:spLocks noGrp="1"/>
          </p:cNvSpPr>
          <p:nvPr>
            <p:ph idx="1"/>
          </p:nvPr>
        </p:nvSpPr>
        <p:spPr>
          <a:xfrm>
            <a:off x="1251678" y="1786271"/>
            <a:ext cx="10178322" cy="4093322"/>
          </a:xfrm>
        </p:spPr>
        <p:txBody>
          <a:bodyPr>
            <a:normAutofit fontScale="92500" lnSpcReduction="10000"/>
          </a:bodyPr>
          <a:lstStyle/>
          <a:p>
            <a:pPr algn="just">
              <a:lnSpc>
                <a:spcPct val="150000"/>
              </a:lnSpc>
            </a:pPr>
            <a:r>
              <a:rPr lang="en-US" dirty="0">
                <a:solidFill>
                  <a:schemeClr val="tx1"/>
                </a:solidFill>
                <a:latin typeface="Avenir Book" panose="02000503020000020003" pitchFamily="2" charset="0"/>
              </a:rPr>
              <a:t>The weaker principle of verification claims that we should be able to verify in principle a particular proposition. So, for example, even if we cannot travel back in time to know how Harold was killed, if we found his body, and had DNA evidence that it was him, and that he died with an arrow to the eye, that would mean, that the best evidence available to use is that he died with an arrow to the eye. </a:t>
            </a:r>
          </a:p>
          <a:p>
            <a:pPr algn="just">
              <a:lnSpc>
                <a:spcPct val="150000"/>
              </a:lnSpc>
            </a:pPr>
            <a:endParaRPr lang="en-US" dirty="0">
              <a:solidFill>
                <a:schemeClr val="tx1"/>
              </a:solidFill>
              <a:latin typeface="Avenir Book" panose="02000503020000020003" pitchFamily="2" charset="0"/>
            </a:endParaRPr>
          </a:p>
          <a:p>
            <a:pPr algn="just">
              <a:lnSpc>
                <a:spcPct val="150000"/>
              </a:lnSpc>
            </a:pPr>
            <a:r>
              <a:rPr lang="en-US" dirty="0">
                <a:solidFill>
                  <a:schemeClr val="tx1"/>
                </a:solidFill>
                <a:latin typeface="Avenir Book" panose="02000503020000020003" pitchFamily="2" charset="0"/>
              </a:rPr>
              <a:t>The problem with this weaker principle is that it allows once religious claims to pass the principle of verification. There is every reason to count the design argument as evidence for the existence of an intelligent being. </a:t>
            </a:r>
          </a:p>
          <a:p>
            <a:pPr algn="just"/>
            <a:endParaRPr lang="en-US" dirty="0">
              <a:solidFill>
                <a:schemeClr val="tx1"/>
              </a:solidFill>
              <a:latin typeface="Avenir Book" panose="02000503020000020003" pitchFamily="2" charset="0"/>
            </a:endParaRPr>
          </a:p>
        </p:txBody>
      </p:sp>
    </p:spTree>
    <p:extLst>
      <p:ext uri="{BB962C8B-B14F-4D97-AF65-F5344CB8AC3E}">
        <p14:creationId xmlns:p14="http://schemas.microsoft.com/office/powerpoint/2010/main" val="40115958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833BF-319E-0E63-78EB-782AA2B6578C}"/>
              </a:ext>
            </a:extLst>
          </p:cNvPr>
          <p:cNvSpPr>
            <a:spLocks noGrp="1"/>
          </p:cNvSpPr>
          <p:nvPr>
            <p:ph type="title"/>
          </p:nvPr>
        </p:nvSpPr>
        <p:spPr>
          <a:xfrm>
            <a:off x="1251678" y="659219"/>
            <a:ext cx="10178322" cy="648587"/>
          </a:xfrm>
        </p:spPr>
        <p:txBody>
          <a:bodyPr>
            <a:normAutofit/>
          </a:bodyPr>
          <a:lstStyle/>
          <a:p>
            <a:pPr algn="ctr"/>
            <a:r>
              <a:rPr lang="en-US" sz="3600" dirty="0">
                <a:latin typeface="Avenir Book" panose="02000503020000020003" pitchFamily="2" charset="0"/>
              </a:rPr>
              <a:t>Problem (3) </a:t>
            </a:r>
          </a:p>
        </p:txBody>
      </p:sp>
      <p:sp>
        <p:nvSpPr>
          <p:cNvPr id="3" name="Content Placeholder 2">
            <a:extLst>
              <a:ext uri="{FF2B5EF4-FFF2-40B4-BE49-F238E27FC236}">
                <a16:creationId xmlns:a16="http://schemas.microsoft.com/office/drawing/2014/main" id="{E0D8963B-1AA3-AE4B-55DF-2B5CE1741361}"/>
              </a:ext>
            </a:extLst>
          </p:cNvPr>
          <p:cNvSpPr>
            <a:spLocks noGrp="1"/>
          </p:cNvSpPr>
          <p:nvPr>
            <p:ph idx="1"/>
          </p:nvPr>
        </p:nvSpPr>
        <p:spPr>
          <a:xfrm>
            <a:off x="1251678" y="1648047"/>
            <a:ext cx="10178322" cy="4231545"/>
          </a:xfrm>
        </p:spPr>
        <p:txBody>
          <a:bodyPr>
            <a:normAutofit lnSpcReduction="10000"/>
          </a:bodyPr>
          <a:lstStyle/>
          <a:p>
            <a:pPr algn="just">
              <a:lnSpc>
                <a:spcPct val="150000"/>
              </a:lnSpc>
            </a:pPr>
            <a:r>
              <a:rPr lang="en-US" dirty="0">
                <a:solidFill>
                  <a:schemeClr val="tx1"/>
                </a:solidFill>
                <a:latin typeface="Avenir Book" panose="02000503020000020003" pitchFamily="2" charset="0"/>
              </a:rPr>
              <a:t>John Hick claims that we can make sense of the idea of eschatological verification. This is verification that would happen at the end of one’s life, in the resurrection or at the end of time. </a:t>
            </a:r>
          </a:p>
          <a:p>
            <a:pPr algn="just">
              <a:lnSpc>
                <a:spcPct val="150000"/>
              </a:lnSpc>
            </a:pPr>
            <a:r>
              <a:rPr lang="en-US" dirty="0">
                <a:solidFill>
                  <a:schemeClr val="tx1"/>
                </a:solidFill>
                <a:latin typeface="Avenir Book" panose="02000503020000020003" pitchFamily="2" charset="0"/>
              </a:rPr>
              <a:t>Hick’s theory makes the claim that although some propositions cannot be verified now, they can be verified at some future date, and if this is so, those propositions can be rendered meaningful. For example, I cannot know now, that there is a city, at the end of a long desert road, but that can be verified in the future. </a:t>
            </a:r>
          </a:p>
          <a:p>
            <a:pPr algn="just">
              <a:lnSpc>
                <a:spcPct val="150000"/>
              </a:lnSpc>
            </a:pPr>
            <a:r>
              <a:rPr lang="en-US" dirty="0">
                <a:solidFill>
                  <a:schemeClr val="tx1"/>
                </a:solidFill>
                <a:latin typeface="Avenir Book" panose="02000503020000020003" pitchFamily="2" charset="0"/>
              </a:rPr>
              <a:t>This could allow for the idea of the verification of the existence of God in the future, leaving open the idea that claims about God’s existence are in fact meaningful. </a:t>
            </a:r>
          </a:p>
        </p:txBody>
      </p:sp>
    </p:spTree>
    <p:extLst>
      <p:ext uri="{BB962C8B-B14F-4D97-AF65-F5344CB8AC3E}">
        <p14:creationId xmlns:p14="http://schemas.microsoft.com/office/powerpoint/2010/main" val="6273156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9AABD-DD03-94DF-F480-0F984EDA6669}"/>
              </a:ext>
            </a:extLst>
          </p:cNvPr>
          <p:cNvSpPr>
            <a:spLocks noGrp="1"/>
          </p:cNvSpPr>
          <p:nvPr>
            <p:ph type="title"/>
          </p:nvPr>
        </p:nvSpPr>
        <p:spPr>
          <a:xfrm>
            <a:off x="1251678" y="733647"/>
            <a:ext cx="10178322" cy="1140870"/>
          </a:xfrm>
        </p:spPr>
        <p:txBody>
          <a:bodyPr>
            <a:normAutofit/>
          </a:bodyPr>
          <a:lstStyle/>
          <a:p>
            <a:pPr algn="ctr"/>
            <a:r>
              <a:rPr lang="en-US" sz="4000" dirty="0">
                <a:latin typeface="Avenir Book" panose="02000503020000020003" pitchFamily="2" charset="0"/>
              </a:rPr>
              <a:t>Problem 4</a:t>
            </a:r>
          </a:p>
        </p:txBody>
      </p:sp>
      <p:sp>
        <p:nvSpPr>
          <p:cNvPr id="3" name="Content Placeholder 2">
            <a:extLst>
              <a:ext uri="{FF2B5EF4-FFF2-40B4-BE49-F238E27FC236}">
                <a16:creationId xmlns:a16="http://schemas.microsoft.com/office/drawing/2014/main" id="{33DCC054-2E8D-4F46-B143-401E0539A6E5}"/>
              </a:ext>
            </a:extLst>
          </p:cNvPr>
          <p:cNvSpPr>
            <a:spLocks noGrp="1"/>
          </p:cNvSpPr>
          <p:nvPr>
            <p:ph idx="1"/>
          </p:nvPr>
        </p:nvSpPr>
        <p:spPr>
          <a:xfrm>
            <a:off x="1251678" y="1690577"/>
            <a:ext cx="10178322" cy="4189015"/>
          </a:xfrm>
        </p:spPr>
        <p:txBody>
          <a:bodyPr>
            <a:noAutofit/>
          </a:bodyPr>
          <a:lstStyle/>
          <a:p>
            <a:pPr algn="just">
              <a:lnSpc>
                <a:spcPct val="150000"/>
              </a:lnSpc>
            </a:pPr>
            <a:r>
              <a:rPr lang="en-US" dirty="0">
                <a:solidFill>
                  <a:schemeClr val="tx1"/>
                </a:solidFill>
                <a:latin typeface="Avenir Book" panose="02000503020000020003" pitchFamily="2" charset="0"/>
              </a:rPr>
              <a:t>The key problem for the logical positivists is that the principle of verification is not itself an analytic or a synthetic claim. If that is the case, then it does not pass its own test of verifiability and so is not significant. </a:t>
            </a:r>
          </a:p>
          <a:p>
            <a:pPr algn="just">
              <a:lnSpc>
                <a:spcPct val="150000"/>
              </a:lnSpc>
            </a:pPr>
            <a:r>
              <a:rPr lang="en-US" dirty="0">
                <a:solidFill>
                  <a:schemeClr val="tx1"/>
                </a:solidFill>
                <a:latin typeface="Avenir Book" panose="02000503020000020003" pitchFamily="2" charset="0"/>
              </a:rPr>
              <a:t>Ayer responds that he wants the principle of verification to act as his criterion of meaningful, and not as a hypothesis of what is meaningful. </a:t>
            </a:r>
          </a:p>
          <a:p>
            <a:pPr algn="just">
              <a:lnSpc>
                <a:spcPct val="150000"/>
              </a:lnSpc>
            </a:pPr>
            <a:r>
              <a:rPr lang="en-US" i="1" dirty="0">
                <a:solidFill>
                  <a:schemeClr val="tx1"/>
                </a:solidFill>
                <a:latin typeface="Avenir Book" panose="02000503020000020003" pitchFamily="2" charset="0"/>
              </a:rPr>
              <a:t>’Thus, while I wish the principle of verification itself to be regarded, not as an empirical hypothesis, but as a definition, it is not entirely arbitrary</a:t>
            </a:r>
            <a:r>
              <a:rPr lang="en-US" dirty="0">
                <a:solidFill>
                  <a:schemeClr val="tx1"/>
                </a:solidFill>
                <a:latin typeface="Avenir Book" panose="02000503020000020003" pitchFamily="2" charset="0"/>
              </a:rPr>
              <a:t>’. </a:t>
            </a:r>
          </a:p>
        </p:txBody>
      </p:sp>
    </p:spTree>
    <p:extLst>
      <p:ext uri="{BB962C8B-B14F-4D97-AF65-F5344CB8AC3E}">
        <p14:creationId xmlns:p14="http://schemas.microsoft.com/office/powerpoint/2010/main" val="27238779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7AC49-64C0-1601-A468-4DC0CDFC5588}"/>
              </a:ext>
            </a:extLst>
          </p:cNvPr>
          <p:cNvSpPr>
            <a:spLocks noGrp="1"/>
          </p:cNvSpPr>
          <p:nvPr>
            <p:ph type="title"/>
          </p:nvPr>
        </p:nvSpPr>
        <p:spPr>
          <a:xfrm>
            <a:off x="1251678" y="903767"/>
            <a:ext cx="10178322" cy="970750"/>
          </a:xfrm>
        </p:spPr>
        <p:txBody>
          <a:bodyPr>
            <a:normAutofit/>
          </a:bodyPr>
          <a:lstStyle/>
          <a:p>
            <a:pPr algn="ctr"/>
            <a:r>
              <a:rPr lang="en-US" sz="3600" dirty="0">
                <a:latin typeface="Avenir Book" panose="02000503020000020003" pitchFamily="2" charset="0"/>
              </a:rPr>
              <a:t>Problem (4) continued</a:t>
            </a:r>
          </a:p>
        </p:txBody>
      </p:sp>
      <p:sp>
        <p:nvSpPr>
          <p:cNvPr id="3" name="Content Placeholder 2">
            <a:extLst>
              <a:ext uri="{FF2B5EF4-FFF2-40B4-BE49-F238E27FC236}">
                <a16:creationId xmlns:a16="http://schemas.microsoft.com/office/drawing/2014/main" id="{F9D1F7CA-187E-8E5D-9B2B-A1A76B9353A3}"/>
              </a:ext>
            </a:extLst>
          </p:cNvPr>
          <p:cNvSpPr>
            <a:spLocks noGrp="1"/>
          </p:cNvSpPr>
          <p:nvPr>
            <p:ph idx="1"/>
          </p:nvPr>
        </p:nvSpPr>
        <p:spPr/>
        <p:txBody>
          <a:bodyPr>
            <a:normAutofit/>
          </a:bodyPr>
          <a:lstStyle/>
          <a:p>
            <a:pPr algn="just">
              <a:lnSpc>
                <a:spcPct val="150000"/>
              </a:lnSpc>
            </a:pPr>
            <a:r>
              <a:rPr lang="en-US" sz="2400" dirty="0">
                <a:solidFill>
                  <a:schemeClr val="tx1"/>
                </a:solidFill>
                <a:latin typeface="Avenir Book" panose="02000503020000020003" pitchFamily="2" charset="0"/>
              </a:rPr>
              <a:t>The problem is that we are under no obligation to accept this definition of meaningful, and we can reject it, in order to, adopt a number of other definitions of meaningful. </a:t>
            </a:r>
          </a:p>
        </p:txBody>
      </p:sp>
    </p:spTree>
    <p:extLst>
      <p:ext uri="{BB962C8B-B14F-4D97-AF65-F5344CB8AC3E}">
        <p14:creationId xmlns:p14="http://schemas.microsoft.com/office/powerpoint/2010/main" val="34496502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5EFFC-2B19-08B3-609E-46A718FDB17A}"/>
              </a:ext>
            </a:extLst>
          </p:cNvPr>
          <p:cNvSpPr>
            <a:spLocks noGrp="1"/>
          </p:cNvSpPr>
          <p:nvPr>
            <p:ph type="title"/>
          </p:nvPr>
        </p:nvSpPr>
        <p:spPr>
          <a:xfrm>
            <a:off x="1251678" y="851337"/>
            <a:ext cx="10178322" cy="1023179"/>
          </a:xfrm>
        </p:spPr>
        <p:txBody>
          <a:bodyPr>
            <a:normAutofit/>
          </a:bodyPr>
          <a:lstStyle/>
          <a:p>
            <a:r>
              <a:rPr lang="en-US" sz="3200" dirty="0">
                <a:latin typeface="Avenir Book" panose="02000503020000020003" pitchFamily="2" charset="0"/>
              </a:rPr>
              <a:t>The falsification principle</a:t>
            </a:r>
          </a:p>
        </p:txBody>
      </p:sp>
      <p:sp>
        <p:nvSpPr>
          <p:cNvPr id="3" name="Content Placeholder 2">
            <a:extLst>
              <a:ext uri="{FF2B5EF4-FFF2-40B4-BE49-F238E27FC236}">
                <a16:creationId xmlns:a16="http://schemas.microsoft.com/office/drawing/2014/main" id="{00AE59CB-A6E0-FBAA-1E93-4941B91BB2DC}"/>
              </a:ext>
            </a:extLst>
          </p:cNvPr>
          <p:cNvSpPr>
            <a:spLocks noGrp="1"/>
          </p:cNvSpPr>
          <p:nvPr>
            <p:ph idx="1"/>
          </p:nvPr>
        </p:nvSpPr>
        <p:spPr>
          <a:xfrm>
            <a:off x="1251678" y="2060029"/>
            <a:ext cx="10178322" cy="3819564"/>
          </a:xfrm>
        </p:spPr>
        <p:txBody>
          <a:bodyPr>
            <a:normAutofit/>
          </a:bodyPr>
          <a:lstStyle/>
          <a:p>
            <a:pPr marL="0" indent="0" algn="just">
              <a:lnSpc>
                <a:spcPct val="150000"/>
              </a:lnSpc>
              <a:buNone/>
            </a:pPr>
            <a:r>
              <a:rPr lang="en-US" sz="2400" dirty="0">
                <a:solidFill>
                  <a:schemeClr val="tx1"/>
                </a:solidFill>
                <a:latin typeface="Avenir Book" panose="02000503020000020003" pitchFamily="2" charset="0"/>
              </a:rPr>
              <a:t>The thesis of falsification: This thesis claims that a proposition is falsifiable if there is a set of other propositions with which it was inconsistent. It makes the very basic claim, that for a proposition to have import, i.e. to be a proposition, it must logically rule out certain possibilities. </a:t>
            </a:r>
          </a:p>
        </p:txBody>
      </p:sp>
    </p:spTree>
    <p:extLst>
      <p:ext uri="{BB962C8B-B14F-4D97-AF65-F5344CB8AC3E}">
        <p14:creationId xmlns:p14="http://schemas.microsoft.com/office/powerpoint/2010/main" val="10139992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6C982-44AC-D38B-BBA4-8FEF15EA383A}"/>
              </a:ext>
            </a:extLst>
          </p:cNvPr>
          <p:cNvSpPr>
            <a:spLocks noGrp="1"/>
          </p:cNvSpPr>
          <p:nvPr>
            <p:ph type="title"/>
          </p:nvPr>
        </p:nvSpPr>
        <p:spPr>
          <a:xfrm>
            <a:off x="1251678" y="903889"/>
            <a:ext cx="10178322" cy="970627"/>
          </a:xfrm>
        </p:spPr>
        <p:txBody>
          <a:bodyPr>
            <a:normAutofit/>
          </a:bodyPr>
          <a:lstStyle/>
          <a:p>
            <a:r>
              <a:rPr lang="en-US" sz="3200" dirty="0">
                <a:latin typeface="Avenir Book" panose="02000503020000020003" pitchFamily="2" charset="0"/>
              </a:rPr>
              <a:t>Falsification continued </a:t>
            </a:r>
          </a:p>
        </p:txBody>
      </p:sp>
      <p:sp>
        <p:nvSpPr>
          <p:cNvPr id="3" name="Content Placeholder 2">
            <a:extLst>
              <a:ext uri="{FF2B5EF4-FFF2-40B4-BE49-F238E27FC236}">
                <a16:creationId xmlns:a16="http://schemas.microsoft.com/office/drawing/2014/main" id="{00219FB7-2E0C-AD6C-32E8-4FA9DC2EC91A}"/>
              </a:ext>
            </a:extLst>
          </p:cNvPr>
          <p:cNvSpPr>
            <a:spLocks noGrp="1"/>
          </p:cNvSpPr>
          <p:nvPr>
            <p:ph idx="1"/>
          </p:nvPr>
        </p:nvSpPr>
        <p:spPr>
          <a:xfrm>
            <a:off x="1251678" y="2052085"/>
            <a:ext cx="10178322" cy="3827508"/>
          </a:xfrm>
        </p:spPr>
        <p:txBody>
          <a:bodyPr>
            <a:normAutofit/>
          </a:bodyPr>
          <a:lstStyle/>
          <a:p>
            <a:pPr algn="just">
              <a:lnSpc>
                <a:spcPct val="150000"/>
              </a:lnSpc>
            </a:pPr>
            <a:r>
              <a:rPr lang="en-US" sz="2400" dirty="0">
                <a:solidFill>
                  <a:schemeClr val="tx1"/>
                </a:solidFill>
                <a:latin typeface="Avenir Book" panose="02000503020000020003" pitchFamily="2" charset="0"/>
              </a:rPr>
              <a:t>For example, if we consider the claim that ‘planets move around the sun in an elliptical orbit’, then we are saying that ‘planets do not move around the sun, in a rectilinear orbit.’ In other words, we are ruling out a set of possible experiences. This is what means that the proposition has import, it is significant and thus expresses a hypothesis. If there was no thing that ruled it out, it would not be a scientific proposition. </a:t>
            </a:r>
          </a:p>
        </p:txBody>
      </p:sp>
    </p:spTree>
    <p:extLst>
      <p:ext uri="{BB962C8B-B14F-4D97-AF65-F5344CB8AC3E}">
        <p14:creationId xmlns:p14="http://schemas.microsoft.com/office/powerpoint/2010/main" val="27738842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F6FD6CD-CF8F-D8E5-0581-405102CCFFF2}"/>
              </a:ext>
            </a:extLst>
          </p:cNvPr>
          <p:cNvPicPr>
            <a:picLocks noChangeAspect="1"/>
          </p:cNvPicPr>
          <p:nvPr/>
        </p:nvPicPr>
        <p:blipFill>
          <a:blip/>
          <a:srcRect l="37408" r="22077" b="1"/>
          <a:stretch/>
        </p:blipFill>
        <p:spPr>
          <a:xfrm>
            <a:off x="7338646" y="10"/>
            <a:ext cx="4853354" cy="6857990"/>
          </a:xfrm>
          <a:prstGeom prst="rect">
            <a:avLst/>
          </a:prstGeom>
        </p:spPr>
      </p:pic>
      <p:sp>
        <p:nvSpPr>
          <p:cNvPr id="9" name="Freeform 10">
            <a:extLst>
              <a:ext uri="{FF2B5EF4-FFF2-40B4-BE49-F238E27FC236}">
                <a16:creationId xmlns:a16="http://schemas.microsoft.com/office/drawing/2014/main" id="{FF606621-EDD0-4CB0-B5A0-2BD458842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0AB5AF44-CE7A-2A2B-C716-E8D3FD38C70B}"/>
              </a:ext>
            </a:extLst>
          </p:cNvPr>
          <p:cNvSpPr>
            <a:spLocks noGrp="1"/>
          </p:cNvSpPr>
          <p:nvPr>
            <p:ph type="title"/>
          </p:nvPr>
        </p:nvSpPr>
        <p:spPr>
          <a:xfrm>
            <a:off x="765051" y="978407"/>
            <a:ext cx="6015897" cy="896109"/>
          </a:xfrm>
        </p:spPr>
        <p:txBody>
          <a:bodyPr>
            <a:normAutofit/>
          </a:bodyPr>
          <a:lstStyle/>
          <a:p>
            <a:r>
              <a:rPr lang="en-US" sz="4400" dirty="0">
                <a:latin typeface="Avenir Book" panose="02000503020000020003" pitchFamily="2" charset="0"/>
              </a:rPr>
              <a:t>Propositions</a:t>
            </a:r>
            <a:r>
              <a:rPr lang="en-US" dirty="0"/>
              <a:t> </a:t>
            </a:r>
          </a:p>
        </p:txBody>
      </p:sp>
      <p:sp>
        <p:nvSpPr>
          <p:cNvPr id="11" name="Rectangle 10">
            <a:extLst>
              <a:ext uri="{FF2B5EF4-FFF2-40B4-BE49-F238E27FC236}">
                <a16:creationId xmlns:a16="http://schemas.microsoft.com/office/drawing/2014/main" id="{F7E0AF57-42C6-4312-BEDF-A384DC8E42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8DA69E44-6AB7-2A5D-E9E6-74243C415853}"/>
              </a:ext>
            </a:extLst>
          </p:cNvPr>
          <p:cNvSpPr>
            <a:spLocks noGrp="1"/>
          </p:cNvSpPr>
          <p:nvPr>
            <p:ph idx="1"/>
          </p:nvPr>
        </p:nvSpPr>
        <p:spPr>
          <a:xfrm>
            <a:off x="765051" y="2286001"/>
            <a:ext cx="6015897" cy="3593591"/>
          </a:xfrm>
        </p:spPr>
        <p:txBody>
          <a:bodyPr>
            <a:normAutofit/>
          </a:bodyPr>
          <a:lstStyle/>
          <a:p>
            <a:pPr marL="0" indent="0" algn="just">
              <a:buNone/>
            </a:pPr>
            <a:r>
              <a:rPr lang="en-US" sz="2400" dirty="0">
                <a:solidFill>
                  <a:schemeClr val="tx1"/>
                </a:solidFill>
                <a:latin typeface="Avenir Book" panose="02000503020000020003" pitchFamily="2" charset="0"/>
              </a:rPr>
              <a:t>If I say ‘</a:t>
            </a:r>
            <a:r>
              <a:rPr lang="en-US" sz="2400" i="1" dirty="0">
                <a:solidFill>
                  <a:schemeClr val="tx1"/>
                </a:solidFill>
                <a:latin typeface="Avenir Book" panose="02000503020000020003" pitchFamily="2" charset="0"/>
              </a:rPr>
              <a:t>that planets move around the sun in an elliptical fashion</a:t>
            </a:r>
            <a:r>
              <a:rPr lang="en-US" sz="2400" dirty="0">
                <a:solidFill>
                  <a:schemeClr val="tx1"/>
                </a:solidFill>
                <a:latin typeface="Avenir Book" panose="02000503020000020003" pitchFamily="2" charset="0"/>
              </a:rPr>
              <a:t>’ this logically implies that ‘they do not move around the sun in another way. </a:t>
            </a:r>
          </a:p>
        </p:txBody>
      </p:sp>
    </p:spTree>
    <p:extLst>
      <p:ext uri="{BB962C8B-B14F-4D97-AF65-F5344CB8AC3E}">
        <p14:creationId xmlns:p14="http://schemas.microsoft.com/office/powerpoint/2010/main" val="10410896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A77D789-9DE0-43A3-B196-F13CFECFAC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FE67FC-C165-22F3-1C98-20A08CA0F77A}"/>
              </a:ext>
            </a:extLst>
          </p:cNvPr>
          <p:cNvSpPr>
            <a:spLocks noGrp="1"/>
          </p:cNvSpPr>
          <p:nvPr>
            <p:ph type="title"/>
          </p:nvPr>
        </p:nvSpPr>
        <p:spPr>
          <a:xfrm>
            <a:off x="765051" y="382385"/>
            <a:ext cx="6015897" cy="1492132"/>
          </a:xfrm>
        </p:spPr>
        <p:txBody>
          <a:bodyPr>
            <a:normAutofit/>
          </a:bodyPr>
          <a:lstStyle/>
          <a:p>
            <a:r>
              <a:rPr lang="en-US" sz="3600" dirty="0">
                <a:latin typeface="Avenir Book" panose="02000503020000020003" pitchFamily="2" charset="0"/>
              </a:rPr>
              <a:t>The Parable of the gardener</a:t>
            </a:r>
          </a:p>
        </p:txBody>
      </p:sp>
      <p:sp>
        <p:nvSpPr>
          <p:cNvPr id="11" name="Rectangle 10">
            <a:extLst>
              <a:ext uri="{FF2B5EF4-FFF2-40B4-BE49-F238E27FC236}">
                <a16:creationId xmlns:a16="http://schemas.microsoft.com/office/drawing/2014/main" id="{F9BC648B-BC3C-4674-B1FD-2F9F1C6D75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66D235EB-A574-0E7E-F7C0-2DDECDA4B231}"/>
              </a:ext>
            </a:extLst>
          </p:cNvPr>
          <p:cNvSpPr>
            <a:spLocks noGrp="1"/>
          </p:cNvSpPr>
          <p:nvPr>
            <p:ph idx="1"/>
          </p:nvPr>
        </p:nvSpPr>
        <p:spPr>
          <a:xfrm>
            <a:off x="765051" y="1626781"/>
            <a:ext cx="6316233" cy="4252811"/>
          </a:xfrm>
        </p:spPr>
        <p:txBody>
          <a:bodyPr>
            <a:noAutofit/>
          </a:bodyPr>
          <a:lstStyle/>
          <a:p>
            <a:pPr marL="0" indent="0" algn="just">
              <a:lnSpc>
                <a:spcPct val="100000"/>
              </a:lnSpc>
              <a:buNone/>
            </a:pPr>
            <a:r>
              <a:rPr lang="en-US" sz="1600" dirty="0">
                <a:solidFill>
                  <a:schemeClr val="tx1"/>
                </a:solidFill>
                <a:latin typeface="Avenir Book" panose="02000503020000020003" pitchFamily="2" charset="0"/>
              </a:rPr>
              <a:t>‘Once upon a time two explorers came across a clearing in the jungle. In the clearing where, growing many flowers and many weeds. One explorer says, ‘some gardener must tend this plot’ The others disagrees, ‘there is no gardener’. So, they pitch their tents and set a watch. No gardener is ever seen. ‘But perhaps he is an invisible gardener.’ So, they set up a barbed wire fence. They electrify it. They patrol with bloodhounds. (For they remember how </a:t>
            </a:r>
            <a:r>
              <a:rPr lang="en-US" sz="1600" dirty="0" err="1">
                <a:solidFill>
                  <a:schemeClr val="tx1"/>
                </a:solidFill>
                <a:latin typeface="Avenir Book" panose="02000503020000020003" pitchFamily="2" charset="0"/>
              </a:rPr>
              <a:t>H.G.Wells’s</a:t>
            </a:r>
            <a:r>
              <a:rPr lang="en-US" sz="1600" dirty="0">
                <a:solidFill>
                  <a:schemeClr val="tx1"/>
                </a:solidFill>
                <a:latin typeface="Avenir Book" panose="02000503020000020003" pitchFamily="2" charset="0"/>
              </a:rPr>
              <a:t> </a:t>
            </a:r>
            <a:r>
              <a:rPr lang="en-US" sz="1600" i="1" dirty="0">
                <a:solidFill>
                  <a:schemeClr val="tx1"/>
                </a:solidFill>
                <a:latin typeface="Avenir Book" panose="02000503020000020003" pitchFamily="2" charset="0"/>
              </a:rPr>
              <a:t>The Invisible Man </a:t>
            </a:r>
            <a:r>
              <a:rPr lang="en-US" sz="1600" dirty="0">
                <a:solidFill>
                  <a:schemeClr val="tx1"/>
                </a:solidFill>
                <a:latin typeface="Avenir Book" panose="02000503020000020003" pitchFamily="2" charset="0"/>
              </a:rPr>
              <a:t>could be both be smelt and touched although he could not be seen.) But no shrieks ever suggest that some intruder has received a shock. No movements of movements of the wire ever betray and invisible climber. The bloodhounds never give a cry. Yet still the Believer is not convinced. ‘But there is a gardener, invisible, intangible, insensible to electric shocks, a gardener who has no sent and who makes no sound, a gardener who comes secretly to look after the garden which he loves. At last, the Sceptic despairs, ‘But what remains of your original assertion? Just how does what you call an invisible gardener differ from an imaginary gardener or even from no gardener at all?’ </a:t>
            </a:r>
            <a:endParaRPr lang="en-US" sz="1600" i="1" dirty="0">
              <a:solidFill>
                <a:schemeClr val="tx1"/>
              </a:solidFill>
              <a:latin typeface="Avenir Book" panose="02000503020000020003" pitchFamily="2" charset="0"/>
            </a:endParaRPr>
          </a:p>
        </p:txBody>
      </p:sp>
      <p:pic>
        <p:nvPicPr>
          <p:cNvPr id="4" name="Picture 3" descr="A person and person standing in a forest&#10;&#10;Description automatically generated">
            <a:extLst>
              <a:ext uri="{FF2B5EF4-FFF2-40B4-BE49-F238E27FC236}">
                <a16:creationId xmlns:a16="http://schemas.microsoft.com/office/drawing/2014/main" id="{F54F2744-9AFB-BC61-1052-DB72E73BD526}"/>
              </a:ext>
            </a:extLst>
          </p:cNvPr>
          <p:cNvPicPr>
            <a:picLocks noChangeAspect="1"/>
          </p:cNvPicPr>
          <p:nvPr/>
        </p:nvPicPr>
        <p:blipFill>
          <a:blip/>
          <a:srcRect l="30437" r="29475" b="1"/>
          <a:stretch/>
        </p:blipFill>
        <p:spPr>
          <a:xfrm>
            <a:off x="7389812" y="10"/>
            <a:ext cx="4802188" cy="6857990"/>
          </a:xfrm>
          <a:custGeom>
            <a:avLst/>
            <a:gdLst/>
            <a:ahLst/>
            <a:cxnLst/>
            <a:rect l="l" t="t" r="r" b="b"/>
            <a:pathLst>
              <a:path w="4802188" h="6858000">
                <a:moveTo>
                  <a:pt x="0" y="0"/>
                </a:moveTo>
                <a:lnTo>
                  <a:pt x="4802188" y="0"/>
                </a:lnTo>
                <a:lnTo>
                  <a:pt x="4802188" y="6858000"/>
                </a:lnTo>
                <a:lnTo>
                  <a:pt x="0" y="6858000"/>
                </a:lnTo>
                <a:lnTo>
                  <a:pt x="4763" y="6791325"/>
                </a:lnTo>
                <a:lnTo>
                  <a:pt x="12700" y="6735762"/>
                </a:lnTo>
                <a:lnTo>
                  <a:pt x="22225" y="6683375"/>
                </a:lnTo>
                <a:lnTo>
                  <a:pt x="38100" y="6640512"/>
                </a:lnTo>
                <a:lnTo>
                  <a:pt x="53975" y="6597650"/>
                </a:lnTo>
                <a:lnTo>
                  <a:pt x="73025" y="6561137"/>
                </a:lnTo>
                <a:lnTo>
                  <a:pt x="92075" y="6523037"/>
                </a:lnTo>
                <a:lnTo>
                  <a:pt x="109538" y="6488112"/>
                </a:lnTo>
                <a:lnTo>
                  <a:pt x="127000" y="6448425"/>
                </a:lnTo>
                <a:lnTo>
                  <a:pt x="142875" y="6407150"/>
                </a:lnTo>
                <a:lnTo>
                  <a:pt x="157163" y="6361112"/>
                </a:lnTo>
                <a:lnTo>
                  <a:pt x="168275" y="6311900"/>
                </a:lnTo>
                <a:lnTo>
                  <a:pt x="176213" y="6251575"/>
                </a:lnTo>
                <a:lnTo>
                  <a:pt x="179388" y="6183312"/>
                </a:lnTo>
                <a:lnTo>
                  <a:pt x="176213" y="6113462"/>
                </a:lnTo>
                <a:lnTo>
                  <a:pt x="168275" y="6056312"/>
                </a:lnTo>
                <a:lnTo>
                  <a:pt x="157163" y="6003925"/>
                </a:lnTo>
                <a:lnTo>
                  <a:pt x="142875" y="5956300"/>
                </a:lnTo>
                <a:lnTo>
                  <a:pt x="127000" y="5915025"/>
                </a:lnTo>
                <a:lnTo>
                  <a:pt x="107950" y="5876925"/>
                </a:lnTo>
                <a:lnTo>
                  <a:pt x="88900" y="5840412"/>
                </a:lnTo>
                <a:lnTo>
                  <a:pt x="69850" y="5802312"/>
                </a:lnTo>
                <a:lnTo>
                  <a:pt x="52388" y="5762625"/>
                </a:lnTo>
                <a:lnTo>
                  <a:pt x="34925" y="5721350"/>
                </a:lnTo>
                <a:lnTo>
                  <a:pt x="20638" y="5675312"/>
                </a:lnTo>
                <a:lnTo>
                  <a:pt x="11113" y="5622925"/>
                </a:lnTo>
                <a:lnTo>
                  <a:pt x="1588" y="5562600"/>
                </a:lnTo>
                <a:lnTo>
                  <a:pt x="0" y="5494337"/>
                </a:lnTo>
                <a:lnTo>
                  <a:pt x="1588" y="5426075"/>
                </a:lnTo>
                <a:lnTo>
                  <a:pt x="11113" y="5365750"/>
                </a:lnTo>
                <a:lnTo>
                  <a:pt x="20638" y="5313362"/>
                </a:lnTo>
                <a:lnTo>
                  <a:pt x="34925" y="5268912"/>
                </a:lnTo>
                <a:lnTo>
                  <a:pt x="52388" y="5226050"/>
                </a:lnTo>
                <a:lnTo>
                  <a:pt x="69850" y="5186362"/>
                </a:lnTo>
                <a:lnTo>
                  <a:pt x="88900" y="5149850"/>
                </a:lnTo>
                <a:lnTo>
                  <a:pt x="107950" y="5114925"/>
                </a:lnTo>
                <a:lnTo>
                  <a:pt x="127000" y="5075237"/>
                </a:lnTo>
                <a:lnTo>
                  <a:pt x="142875" y="5033962"/>
                </a:lnTo>
                <a:lnTo>
                  <a:pt x="157163" y="4987925"/>
                </a:lnTo>
                <a:lnTo>
                  <a:pt x="168275" y="4935537"/>
                </a:lnTo>
                <a:lnTo>
                  <a:pt x="176213" y="4875212"/>
                </a:lnTo>
                <a:lnTo>
                  <a:pt x="179388" y="4806950"/>
                </a:lnTo>
                <a:lnTo>
                  <a:pt x="176213" y="4738687"/>
                </a:lnTo>
                <a:lnTo>
                  <a:pt x="168275" y="4678362"/>
                </a:lnTo>
                <a:lnTo>
                  <a:pt x="157163" y="4625975"/>
                </a:lnTo>
                <a:lnTo>
                  <a:pt x="142875" y="4579937"/>
                </a:lnTo>
                <a:lnTo>
                  <a:pt x="127000" y="4537075"/>
                </a:lnTo>
                <a:lnTo>
                  <a:pt x="107950" y="4498975"/>
                </a:lnTo>
                <a:lnTo>
                  <a:pt x="69850" y="4424362"/>
                </a:lnTo>
                <a:lnTo>
                  <a:pt x="52388" y="4386262"/>
                </a:lnTo>
                <a:lnTo>
                  <a:pt x="34925" y="4343400"/>
                </a:lnTo>
                <a:lnTo>
                  <a:pt x="20638" y="4297362"/>
                </a:lnTo>
                <a:lnTo>
                  <a:pt x="11113" y="4244975"/>
                </a:lnTo>
                <a:lnTo>
                  <a:pt x="1588" y="4186237"/>
                </a:lnTo>
                <a:lnTo>
                  <a:pt x="0" y="4116387"/>
                </a:lnTo>
                <a:lnTo>
                  <a:pt x="1588" y="4048125"/>
                </a:lnTo>
                <a:lnTo>
                  <a:pt x="11113" y="3987800"/>
                </a:lnTo>
                <a:lnTo>
                  <a:pt x="20638" y="3935412"/>
                </a:lnTo>
                <a:lnTo>
                  <a:pt x="34925" y="3890962"/>
                </a:lnTo>
                <a:lnTo>
                  <a:pt x="52388" y="3848100"/>
                </a:lnTo>
                <a:lnTo>
                  <a:pt x="69850" y="3811587"/>
                </a:lnTo>
                <a:lnTo>
                  <a:pt x="107950" y="3736975"/>
                </a:lnTo>
                <a:lnTo>
                  <a:pt x="127000" y="3697287"/>
                </a:lnTo>
                <a:lnTo>
                  <a:pt x="142875" y="3656012"/>
                </a:lnTo>
                <a:lnTo>
                  <a:pt x="157163" y="3609975"/>
                </a:lnTo>
                <a:lnTo>
                  <a:pt x="168275" y="3557587"/>
                </a:lnTo>
                <a:lnTo>
                  <a:pt x="176213" y="3497262"/>
                </a:lnTo>
                <a:lnTo>
                  <a:pt x="179388" y="3427412"/>
                </a:lnTo>
                <a:lnTo>
                  <a:pt x="176213" y="3360737"/>
                </a:lnTo>
                <a:lnTo>
                  <a:pt x="168275" y="3300412"/>
                </a:lnTo>
                <a:lnTo>
                  <a:pt x="157163" y="3248025"/>
                </a:lnTo>
                <a:lnTo>
                  <a:pt x="142875" y="3201987"/>
                </a:lnTo>
                <a:lnTo>
                  <a:pt x="127000" y="3160712"/>
                </a:lnTo>
                <a:lnTo>
                  <a:pt x="107950" y="3121025"/>
                </a:lnTo>
                <a:lnTo>
                  <a:pt x="88900" y="3084512"/>
                </a:lnTo>
                <a:lnTo>
                  <a:pt x="69850" y="3046412"/>
                </a:lnTo>
                <a:lnTo>
                  <a:pt x="52388" y="3009900"/>
                </a:lnTo>
                <a:lnTo>
                  <a:pt x="34925" y="2967037"/>
                </a:lnTo>
                <a:lnTo>
                  <a:pt x="20638" y="2922587"/>
                </a:lnTo>
                <a:lnTo>
                  <a:pt x="11113" y="2868612"/>
                </a:lnTo>
                <a:lnTo>
                  <a:pt x="1588" y="2809875"/>
                </a:lnTo>
                <a:lnTo>
                  <a:pt x="0" y="2741612"/>
                </a:lnTo>
                <a:lnTo>
                  <a:pt x="1588" y="2671762"/>
                </a:lnTo>
                <a:lnTo>
                  <a:pt x="11113" y="2613025"/>
                </a:lnTo>
                <a:lnTo>
                  <a:pt x="20638" y="2560637"/>
                </a:lnTo>
                <a:lnTo>
                  <a:pt x="34925" y="2513012"/>
                </a:lnTo>
                <a:lnTo>
                  <a:pt x="52388" y="2471737"/>
                </a:lnTo>
                <a:lnTo>
                  <a:pt x="69850" y="2433637"/>
                </a:lnTo>
                <a:lnTo>
                  <a:pt x="88900" y="2395537"/>
                </a:lnTo>
                <a:lnTo>
                  <a:pt x="107950" y="2359025"/>
                </a:lnTo>
                <a:lnTo>
                  <a:pt x="127000" y="2319337"/>
                </a:lnTo>
                <a:lnTo>
                  <a:pt x="142875" y="2278062"/>
                </a:lnTo>
                <a:lnTo>
                  <a:pt x="157163" y="2232025"/>
                </a:lnTo>
                <a:lnTo>
                  <a:pt x="168275" y="2179637"/>
                </a:lnTo>
                <a:lnTo>
                  <a:pt x="176213" y="2119312"/>
                </a:lnTo>
                <a:lnTo>
                  <a:pt x="179388" y="2051050"/>
                </a:lnTo>
                <a:lnTo>
                  <a:pt x="176213" y="1982787"/>
                </a:lnTo>
                <a:lnTo>
                  <a:pt x="168275" y="1922462"/>
                </a:lnTo>
                <a:lnTo>
                  <a:pt x="157163" y="1870075"/>
                </a:lnTo>
                <a:lnTo>
                  <a:pt x="142875" y="1824037"/>
                </a:lnTo>
                <a:lnTo>
                  <a:pt x="127000" y="1782762"/>
                </a:lnTo>
                <a:lnTo>
                  <a:pt x="107950" y="1743075"/>
                </a:lnTo>
                <a:lnTo>
                  <a:pt x="88900" y="1708150"/>
                </a:lnTo>
                <a:lnTo>
                  <a:pt x="69850" y="1671637"/>
                </a:lnTo>
                <a:lnTo>
                  <a:pt x="52388" y="1631950"/>
                </a:lnTo>
                <a:lnTo>
                  <a:pt x="34925" y="1589087"/>
                </a:lnTo>
                <a:lnTo>
                  <a:pt x="20638" y="1544637"/>
                </a:lnTo>
                <a:lnTo>
                  <a:pt x="11113" y="1492250"/>
                </a:lnTo>
                <a:lnTo>
                  <a:pt x="1588" y="1431925"/>
                </a:lnTo>
                <a:lnTo>
                  <a:pt x="0" y="1363662"/>
                </a:lnTo>
                <a:lnTo>
                  <a:pt x="1588" y="1295400"/>
                </a:lnTo>
                <a:lnTo>
                  <a:pt x="11113" y="1235075"/>
                </a:lnTo>
                <a:lnTo>
                  <a:pt x="20638" y="1182687"/>
                </a:lnTo>
                <a:lnTo>
                  <a:pt x="34925" y="1136650"/>
                </a:lnTo>
                <a:lnTo>
                  <a:pt x="52388" y="1095375"/>
                </a:lnTo>
                <a:lnTo>
                  <a:pt x="69850" y="1055687"/>
                </a:lnTo>
                <a:lnTo>
                  <a:pt x="88900" y="1017587"/>
                </a:lnTo>
                <a:lnTo>
                  <a:pt x="107950" y="981075"/>
                </a:lnTo>
                <a:lnTo>
                  <a:pt x="127000" y="942975"/>
                </a:lnTo>
                <a:lnTo>
                  <a:pt x="142875" y="901700"/>
                </a:lnTo>
                <a:lnTo>
                  <a:pt x="157163" y="854075"/>
                </a:lnTo>
                <a:lnTo>
                  <a:pt x="168275" y="801687"/>
                </a:lnTo>
                <a:lnTo>
                  <a:pt x="176213" y="744537"/>
                </a:lnTo>
                <a:lnTo>
                  <a:pt x="179388" y="673100"/>
                </a:lnTo>
                <a:lnTo>
                  <a:pt x="176213" y="606425"/>
                </a:lnTo>
                <a:lnTo>
                  <a:pt x="168275" y="546100"/>
                </a:lnTo>
                <a:lnTo>
                  <a:pt x="157163" y="496887"/>
                </a:lnTo>
                <a:lnTo>
                  <a:pt x="142875" y="450850"/>
                </a:lnTo>
                <a:lnTo>
                  <a:pt x="127000" y="409575"/>
                </a:lnTo>
                <a:lnTo>
                  <a:pt x="109538" y="369887"/>
                </a:lnTo>
                <a:lnTo>
                  <a:pt x="92075" y="334962"/>
                </a:lnTo>
                <a:lnTo>
                  <a:pt x="73025" y="296862"/>
                </a:lnTo>
                <a:lnTo>
                  <a:pt x="53975" y="260350"/>
                </a:lnTo>
                <a:lnTo>
                  <a:pt x="38100" y="217487"/>
                </a:lnTo>
                <a:lnTo>
                  <a:pt x="22225" y="174625"/>
                </a:lnTo>
                <a:lnTo>
                  <a:pt x="12700" y="122237"/>
                </a:lnTo>
                <a:lnTo>
                  <a:pt x="4763" y="66675"/>
                </a:lnTo>
                <a:close/>
              </a:path>
            </a:pathLst>
          </a:custGeom>
        </p:spPr>
      </p:pic>
    </p:spTree>
    <p:extLst>
      <p:ext uri="{BB962C8B-B14F-4D97-AF65-F5344CB8AC3E}">
        <p14:creationId xmlns:p14="http://schemas.microsoft.com/office/powerpoint/2010/main" val="23911060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0F8B9-3156-C232-6191-61072D1993BE}"/>
              </a:ext>
            </a:extLst>
          </p:cNvPr>
          <p:cNvSpPr>
            <a:spLocks noGrp="1"/>
          </p:cNvSpPr>
          <p:nvPr>
            <p:ph type="title"/>
          </p:nvPr>
        </p:nvSpPr>
        <p:spPr>
          <a:xfrm>
            <a:off x="1251678" y="589547"/>
            <a:ext cx="10178322" cy="661737"/>
          </a:xfrm>
        </p:spPr>
        <p:txBody>
          <a:bodyPr>
            <a:normAutofit/>
          </a:bodyPr>
          <a:lstStyle/>
          <a:p>
            <a:pPr algn="just"/>
            <a:r>
              <a:rPr lang="en-US" sz="4000" dirty="0">
                <a:latin typeface="Avenir Book" panose="02000503020000020003" pitchFamily="2" charset="0"/>
              </a:rPr>
              <a:t>Anthony Flew concludes</a:t>
            </a:r>
          </a:p>
        </p:txBody>
      </p:sp>
      <p:sp>
        <p:nvSpPr>
          <p:cNvPr id="3" name="Content Placeholder 2">
            <a:extLst>
              <a:ext uri="{FF2B5EF4-FFF2-40B4-BE49-F238E27FC236}">
                <a16:creationId xmlns:a16="http://schemas.microsoft.com/office/drawing/2014/main" id="{D77D1B71-23E5-4A83-0FDE-878F1D1CD105}"/>
              </a:ext>
            </a:extLst>
          </p:cNvPr>
          <p:cNvSpPr>
            <a:spLocks noGrp="1"/>
          </p:cNvSpPr>
          <p:nvPr>
            <p:ph idx="1"/>
          </p:nvPr>
        </p:nvSpPr>
        <p:spPr>
          <a:xfrm>
            <a:off x="1251678" y="2165683"/>
            <a:ext cx="6195869" cy="3713909"/>
          </a:xfrm>
        </p:spPr>
        <p:txBody>
          <a:bodyPr/>
          <a:lstStyle/>
          <a:p>
            <a:pPr marL="0" indent="0" algn="just">
              <a:lnSpc>
                <a:spcPct val="150000"/>
              </a:lnSpc>
              <a:buNone/>
            </a:pPr>
            <a:r>
              <a:rPr lang="en-US" dirty="0">
                <a:solidFill>
                  <a:schemeClr val="tx1"/>
                </a:solidFill>
                <a:latin typeface="Avenir Book" panose="02000503020000020003" pitchFamily="2" charset="0"/>
              </a:rPr>
              <a:t>‘Now it seems to people who are not religious as if there was no conceivable event or series of events the occurrence of which would be admitted by sophisticated religious people to be a sufficient reason for conceding “There wasn’t a God after all’ or “God does not really love us then’’. </a:t>
            </a:r>
          </a:p>
        </p:txBody>
      </p:sp>
    </p:spTree>
    <p:extLst>
      <p:ext uri="{BB962C8B-B14F-4D97-AF65-F5344CB8AC3E}">
        <p14:creationId xmlns:p14="http://schemas.microsoft.com/office/powerpoint/2010/main" val="5268482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7965E58-E22A-69FB-A595-2ADA5B943B54}"/>
              </a:ext>
            </a:extLst>
          </p:cNvPr>
          <p:cNvPicPr>
            <a:picLocks noChangeAspect="1"/>
          </p:cNvPicPr>
          <p:nvPr/>
        </p:nvPicPr>
        <p:blipFill>
          <a:blip r:embed="rId2"/>
          <a:srcRect b="7201"/>
          <a:stretch/>
        </p:blipFill>
        <p:spPr>
          <a:xfrm>
            <a:off x="7373816" y="2145636"/>
            <a:ext cx="4261588" cy="3954707"/>
          </a:xfrm>
          <a:prstGeom prst="rect">
            <a:avLst/>
          </a:prstGeom>
        </p:spPr>
      </p:pic>
      <p:sp>
        <p:nvSpPr>
          <p:cNvPr id="14" name="Freeform 13">
            <a:extLst>
              <a:ext uri="{FF2B5EF4-FFF2-40B4-BE49-F238E27FC236}">
                <a16:creationId xmlns:a16="http://schemas.microsoft.com/office/drawing/2014/main" id="{438E2B1E-5364-451C-8B5F-2D1BFF5A68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5" fmla="*/ 9528486 w 12192000"/>
              <a:gd name="connsiteY5" fmla="*/ 2197353 h 6858000"/>
              <a:gd name="connsiteX6" fmla="*/ 9491031 w 12192000"/>
              <a:gd name="connsiteY6" fmla="*/ 2200864 h 6858000"/>
              <a:gd name="connsiteX7" fmla="*/ 9454747 w 12192000"/>
              <a:gd name="connsiteY7" fmla="*/ 2210228 h 6858000"/>
              <a:gd name="connsiteX8" fmla="*/ 9419633 w 12192000"/>
              <a:gd name="connsiteY8" fmla="*/ 2224273 h 6858000"/>
              <a:gd name="connsiteX9" fmla="*/ 9383349 w 12192000"/>
              <a:gd name="connsiteY9" fmla="*/ 2241830 h 6858000"/>
              <a:gd name="connsiteX10" fmla="*/ 9349405 w 12192000"/>
              <a:gd name="connsiteY10" fmla="*/ 2261728 h 6858000"/>
              <a:gd name="connsiteX11" fmla="*/ 9314292 w 12192000"/>
              <a:gd name="connsiteY11" fmla="*/ 2282796 h 6858000"/>
              <a:gd name="connsiteX12" fmla="*/ 9279178 w 12192000"/>
              <a:gd name="connsiteY12" fmla="*/ 2301524 h 6858000"/>
              <a:gd name="connsiteX13" fmla="*/ 9244064 w 12192000"/>
              <a:gd name="connsiteY13" fmla="*/ 2320251 h 6858000"/>
              <a:gd name="connsiteX14" fmla="*/ 9208950 w 12192000"/>
              <a:gd name="connsiteY14" fmla="*/ 2334296 h 6858000"/>
              <a:gd name="connsiteX15" fmla="*/ 9172666 w 12192000"/>
              <a:gd name="connsiteY15" fmla="*/ 2343660 h 6858000"/>
              <a:gd name="connsiteX16" fmla="*/ 9136382 w 12192000"/>
              <a:gd name="connsiteY16" fmla="*/ 2348342 h 6858000"/>
              <a:gd name="connsiteX17" fmla="*/ 9097757 w 12192000"/>
              <a:gd name="connsiteY17" fmla="*/ 2348342 h 6858000"/>
              <a:gd name="connsiteX18" fmla="*/ 9057961 w 12192000"/>
              <a:gd name="connsiteY18" fmla="*/ 2346001 h 6858000"/>
              <a:gd name="connsiteX19" fmla="*/ 9018166 w 12192000"/>
              <a:gd name="connsiteY19" fmla="*/ 2341319 h 6858000"/>
              <a:gd name="connsiteX20" fmla="*/ 8978370 w 12192000"/>
              <a:gd name="connsiteY20" fmla="*/ 2335467 h 6858000"/>
              <a:gd name="connsiteX21" fmla="*/ 8938575 w 12192000"/>
              <a:gd name="connsiteY21" fmla="*/ 2330785 h 6858000"/>
              <a:gd name="connsiteX22" fmla="*/ 8898779 w 12192000"/>
              <a:gd name="connsiteY22" fmla="*/ 2327274 h 6858000"/>
              <a:gd name="connsiteX23" fmla="*/ 8861324 w 12192000"/>
              <a:gd name="connsiteY23" fmla="*/ 2328444 h 6858000"/>
              <a:gd name="connsiteX24" fmla="*/ 8825040 w 12192000"/>
              <a:gd name="connsiteY24" fmla="*/ 2333126 h 6858000"/>
              <a:gd name="connsiteX25" fmla="*/ 8789926 w 12192000"/>
              <a:gd name="connsiteY25" fmla="*/ 2343660 h 6858000"/>
              <a:gd name="connsiteX26" fmla="*/ 8760665 w 12192000"/>
              <a:gd name="connsiteY26" fmla="*/ 2358876 h 6858000"/>
              <a:gd name="connsiteX27" fmla="*/ 8732574 w 12192000"/>
              <a:gd name="connsiteY27" fmla="*/ 2378774 h 6858000"/>
              <a:gd name="connsiteX28" fmla="*/ 8707994 w 12192000"/>
              <a:gd name="connsiteY28" fmla="*/ 2402183 h 6858000"/>
              <a:gd name="connsiteX29" fmla="*/ 8683415 w 12192000"/>
              <a:gd name="connsiteY29" fmla="*/ 2429103 h 6858000"/>
              <a:gd name="connsiteX30" fmla="*/ 8661176 w 12192000"/>
              <a:gd name="connsiteY30" fmla="*/ 2457194 h 6858000"/>
              <a:gd name="connsiteX31" fmla="*/ 8638937 w 12192000"/>
              <a:gd name="connsiteY31" fmla="*/ 2486456 h 6858000"/>
              <a:gd name="connsiteX32" fmla="*/ 8616699 w 12192000"/>
              <a:gd name="connsiteY32" fmla="*/ 2515717 h 6858000"/>
              <a:gd name="connsiteX33" fmla="*/ 8594460 w 12192000"/>
              <a:gd name="connsiteY33" fmla="*/ 2543808 h 6858000"/>
              <a:gd name="connsiteX34" fmla="*/ 8571051 w 12192000"/>
              <a:gd name="connsiteY34" fmla="*/ 2570729 h 6858000"/>
              <a:gd name="connsiteX35" fmla="*/ 8544130 w 12192000"/>
              <a:gd name="connsiteY35" fmla="*/ 2594138 h 6858000"/>
              <a:gd name="connsiteX36" fmla="*/ 8518380 w 12192000"/>
              <a:gd name="connsiteY36" fmla="*/ 2615206 h 6858000"/>
              <a:gd name="connsiteX37" fmla="*/ 8489119 w 12192000"/>
              <a:gd name="connsiteY37" fmla="*/ 2631593 h 6858000"/>
              <a:gd name="connsiteX38" fmla="*/ 8457516 w 12192000"/>
              <a:gd name="connsiteY38" fmla="*/ 2645638 h 6858000"/>
              <a:gd name="connsiteX39" fmla="*/ 8423573 w 12192000"/>
              <a:gd name="connsiteY39" fmla="*/ 2657343 h 6858000"/>
              <a:gd name="connsiteX40" fmla="*/ 8388459 w 12192000"/>
              <a:gd name="connsiteY40" fmla="*/ 2667877 h 6858000"/>
              <a:gd name="connsiteX41" fmla="*/ 8353346 w 12192000"/>
              <a:gd name="connsiteY41" fmla="*/ 2677241 h 6858000"/>
              <a:gd name="connsiteX42" fmla="*/ 8317062 w 12192000"/>
              <a:gd name="connsiteY42" fmla="*/ 2686604 h 6858000"/>
              <a:gd name="connsiteX43" fmla="*/ 8283118 w 12192000"/>
              <a:gd name="connsiteY43" fmla="*/ 2697138 h 6858000"/>
              <a:gd name="connsiteX44" fmla="*/ 8249175 w 12192000"/>
              <a:gd name="connsiteY44" fmla="*/ 2708843 h 6858000"/>
              <a:gd name="connsiteX45" fmla="*/ 8217573 w 12192000"/>
              <a:gd name="connsiteY45" fmla="*/ 2722888 h 6858000"/>
              <a:gd name="connsiteX46" fmla="*/ 8189482 w 12192000"/>
              <a:gd name="connsiteY46" fmla="*/ 2740445 h 6858000"/>
              <a:gd name="connsiteX47" fmla="*/ 8163732 w 12192000"/>
              <a:gd name="connsiteY47" fmla="*/ 2761514 h 6858000"/>
              <a:gd name="connsiteX48" fmla="*/ 8142663 w 12192000"/>
              <a:gd name="connsiteY48" fmla="*/ 2787264 h 6858000"/>
              <a:gd name="connsiteX49" fmla="*/ 8125106 w 12192000"/>
              <a:gd name="connsiteY49" fmla="*/ 2815355 h 6858000"/>
              <a:gd name="connsiteX50" fmla="*/ 8111061 w 12192000"/>
              <a:gd name="connsiteY50" fmla="*/ 2846957 h 6858000"/>
              <a:gd name="connsiteX51" fmla="*/ 8099356 w 12192000"/>
              <a:gd name="connsiteY51" fmla="*/ 2880900 h 6858000"/>
              <a:gd name="connsiteX52" fmla="*/ 8088822 w 12192000"/>
              <a:gd name="connsiteY52" fmla="*/ 2914844 h 6858000"/>
              <a:gd name="connsiteX53" fmla="*/ 8079459 w 12192000"/>
              <a:gd name="connsiteY53" fmla="*/ 2951128 h 6858000"/>
              <a:gd name="connsiteX54" fmla="*/ 8070095 w 12192000"/>
              <a:gd name="connsiteY54" fmla="*/ 2986242 h 6858000"/>
              <a:gd name="connsiteX55" fmla="*/ 8059561 w 12192000"/>
              <a:gd name="connsiteY55" fmla="*/ 3021355 h 6858000"/>
              <a:gd name="connsiteX56" fmla="*/ 8047856 w 12192000"/>
              <a:gd name="connsiteY56" fmla="*/ 3055299 h 6858000"/>
              <a:gd name="connsiteX57" fmla="*/ 8033811 w 12192000"/>
              <a:gd name="connsiteY57" fmla="*/ 3086901 h 6858000"/>
              <a:gd name="connsiteX58" fmla="*/ 8017424 w 12192000"/>
              <a:gd name="connsiteY58" fmla="*/ 3116162 h 6858000"/>
              <a:gd name="connsiteX59" fmla="*/ 7996356 w 12192000"/>
              <a:gd name="connsiteY59" fmla="*/ 3141913 h 6858000"/>
              <a:gd name="connsiteX60" fmla="*/ 7972947 w 12192000"/>
              <a:gd name="connsiteY60" fmla="*/ 3168833 h 6858000"/>
              <a:gd name="connsiteX61" fmla="*/ 7946026 w 12192000"/>
              <a:gd name="connsiteY61" fmla="*/ 3192242 h 6858000"/>
              <a:gd name="connsiteX62" fmla="*/ 7916765 w 12192000"/>
              <a:gd name="connsiteY62" fmla="*/ 3214481 h 6858000"/>
              <a:gd name="connsiteX63" fmla="*/ 7887503 w 12192000"/>
              <a:gd name="connsiteY63" fmla="*/ 3236720 h 6858000"/>
              <a:gd name="connsiteX64" fmla="*/ 7858242 w 12192000"/>
              <a:gd name="connsiteY64" fmla="*/ 3258958 h 6858000"/>
              <a:gd name="connsiteX65" fmla="*/ 7830151 w 12192000"/>
              <a:gd name="connsiteY65" fmla="*/ 3281197 h 6858000"/>
              <a:gd name="connsiteX66" fmla="*/ 7803230 w 12192000"/>
              <a:gd name="connsiteY66" fmla="*/ 3305777 h 6858000"/>
              <a:gd name="connsiteX67" fmla="*/ 7779821 w 12192000"/>
              <a:gd name="connsiteY67" fmla="*/ 3330356 h 6858000"/>
              <a:gd name="connsiteX68" fmla="*/ 7759923 w 12192000"/>
              <a:gd name="connsiteY68" fmla="*/ 3358447 h 6858000"/>
              <a:gd name="connsiteX69" fmla="*/ 7744708 w 12192000"/>
              <a:gd name="connsiteY69" fmla="*/ 3387709 h 6858000"/>
              <a:gd name="connsiteX70" fmla="*/ 7734173 w 12192000"/>
              <a:gd name="connsiteY70" fmla="*/ 3422822 h 6858000"/>
              <a:gd name="connsiteX71" fmla="*/ 7729492 w 12192000"/>
              <a:gd name="connsiteY71" fmla="*/ 3459107 h 6858000"/>
              <a:gd name="connsiteX72" fmla="*/ 7728321 w 12192000"/>
              <a:gd name="connsiteY72" fmla="*/ 3496561 h 6858000"/>
              <a:gd name="connsiteX73" fmla="*/ 7731832 w 12192000"/>
              <a:gd name="connsiteY73" fmla="*/ 3536357 h 6858000"/>
              <a:gd name="connsiteX74" fmla="*/ 7736514 w 12192000"/>
              <a:gd name="connsiteY74" fmla="*/ 3576152 h 6858000"/>
              <a:gd name="connsiteX75" fmla="*/ 7742367 w 12192000"/>
              <a:gd name="connsiteY75" fmla="*/ 3615948 h 6858000"/>
              <a:gd name="connsiteX76" fmla="*/ 7747048 w 12192000"/>
              <a:gd name="connsiteY76" fmla="*/ 3655744 h 6858000"/>
              <a:gd name="connsiteX77" fmla="*/ 7749389 w 12192000"/>
              <a:gd name="connsiteY77" fmla="*/ 3695539 h 6858000"/>
              <a:gd name="connsiteX78" fmla="*/ 7749389 w 12192000"/>
              <a:gd name="connsiteY78" fmla="*/ 3734164 h 6858000"/>
              <a:gd name="connsiteX79" fmla="*/ 7744708 w 12192000"/>
              <a:gd name="connsiteY79" fmla="*/ 3770449 h 6858000"/>
              <a:gd name="connsiteX80" fmla="*/ 7735344 w 12192000"/>
              <a:gd name="connsiteY80" fmla="*/ 3806733 h 6858000"/>
              <a:gd name="connsiteX81" fmla="*/ 7721298 w 12192000"/>
              <a:gd name="connsiteY81" fmla="*/ 3840676 h 6858000"/>
              <a:gd name="connsiteX82" fmla="*/ 7703741 w 12192000"/>
              <a:gd name="connsiteY82" fmla="*/ 3875790 h 6858000"/>
              <a:gd name="connsiteX83" fmla="*/ 7683844 w 12192000"/>
              <a:gd name="connsiteY83" fmla="*/ 3910903 h 6858000"/>
              <a:gd name="connsiteX84" fmla="*/ 7662775 w 12192000"/>
              <a:gd name="connsiteY84" fmla="*/ 3946017 h 6858000"/>
              <a:gd name="connsiteX85" fmla="*/ 7642878 w 12192000"/>
              <a:gd name="connsiteY85" fmla="*/ 3979961 h 6858000"/>
              <a:gd name="connsiteX86" fmla="*/ 7625321 w 12192000"/>
              <a:gd name="connsiteY86" fmla="*/ 4016245 h 6858000"/>
              <a:gd name="connsiteX87" fmla="*/ 7611275 w 12192000"/>
              <a:gd name="connsiteY87" fmla="*/ 4051358 h 6858000"/>
              <a:gd name="connsiteX88" fmla="*/ 7601912 w 12192000"/>
              <a:gd name="connsiteY88" fmla="*/ 4087643 h 6858000"/>
              <a:gd name="connsiteX89" fmla="*/ 7598400 w 12192000"/>
              <a:gd name="connsiteY89" fmla="*/ 4125097 h 6858000"/>
              <a:gd name="connsiteX90" fmla="*/ 7601912 w 12192000"/>
              <a:gd name="connsiteY90" fmla="*/ 4162552 h 6858000"/>
              <a:gd name="connsiteX91" fmla="*/ 7611275 w 12192000"/>
              <a:gd name="connsiteY91" fmla="*/ 4198836 h 6858000"/>
              <a:gd name="connsiteX92" fmla="*/ 7625321 w 12192000"/>
              <a:gd name="connsiteY92" fmla="*/ 4233950 h 6858000"/>
              <a:gd name="connsiteX93" fmla="*/ 7642878 w 12192000"/>
              <a:gd name="connsiteY93" fmla="*/ 4270234 h 6858000"/>
              <a:gd name="connsiteX94" fmla="*/ 7662775 w 12192000"/>
              <a:gd name="connsiteY94" fmla="*/ 4304177 h 6858000"/>
              <a:gd name="connsiteX95" fmla="*/ 7683844 w 12192000"/>
              <a:gd name="connsiteY95" fmla="*/ 4339291 h 6858000"/>
              <a:gd name="connsiteX96" fmla="*/ 7703741 w 12192000"/>
              <a:gd name="connsiteY96" fmla="*/ 4374405 h 6858000"/>
              <a:gd name="connsiteX97" fmla="*/ 7721298 w 12192000"/>
              <a:gd name="connsiteY97" fmla="*/ 4409519 h 6858000"/>
              <a:gd name="connsiteX98" fmla="*/ 7735344 w 12192000"/>
              <a:gd name="connsiteY98" fmla="*/ 4443462 h 6858000"/>
              <a:gd name="connsiteX99" fmla="*/ 7744708 w 12192000"/>
              <a:gd name="connsiteY99" fmla="*/ 4479746 h 6858000"/>
              <a:gd name="connsiteX100" fmla="*/ 7749389 w 12192000"/>
              <a:gd name="connsiteY100" fmla="*/ 4516030 h 6858000"/>
              <a:gd name="connsiteX101" fmla="*/ 7749389 w 12192000"/>
              <a:gd name="connsiteY101" fmla="*/ 4554655 h 6858000"/>
              <a:gd name="connsiteX102" fmla="*/ 7747048 w 12192000"/>
              <a:gd name="connsiteY102" fmla="*/ 4594451 h 6858000"/>
              <a:gd name="connsiteX103" fmla="*/ 7742367 w 12192000"/>
              <a:gd name="connsiteY103" fmla="*/ 4634247 h 6858000"/>
              <a:gd name="connsiteX104" fmla="*/ 7736514 w 12192000"/>
              <a:gd name="connsiteY104" fmla="*/ 4674042 h 6858000"/>
              <a:gd name="connsiteX105" fmla="*/ 7731832 w 12192000"/>
              <a:gd name="connsiteY105" fmla="*/ 4713838 h 6858000"/>
              <a:gd name="connsiteX106" fmla="*/ 7728321 w 12192000"/>
              <a:gd name="connsiteY106" fmla="*/ 4753633 h 6858000"/>
              <a:gd name="connsiteX107" fmla="*/ 7729492 w 12192000"/>
              <a:gd name="connsiteY107" fmla="*/ 4791088 h 6858000"/>
              <a:gd name="connsiteX108" fmla="*/ 7734173 w 12192000"/>
              <a:gd name="connsiteY108" fmla="*/ 4827372 h 6858000"/>
              <a:gd name="connsiteX109" fmla="*/ 7744708 w 12192000"/>
              <a:gd name="connsiteY109" fmla="*/ 4862486 h 6858000"/>
              <a:gd name="connsiteX110" fmla="*/ 7759923 w 12192000"/>
              <a:gd name="connsiteY110" fmla="*/ 4891747 h 6858000"/>
              <a:gd name="connsiteX111" fmla="*/ 7779821 w 12192000"/>
              <a:gd name="connsiteY111" fmla="*/ 4919838 h 6858000"/>
              <a:gd name="connsiteX112" fmla="*/ 7803230 w 12192000"/>
              <a:gd name="connsiteY112" fmla="*/ 4944418 h 6858000"/>
              <a:gd name="connsiteX113" fmla="*/ 7830151 w 12192000"/>
              <a:gd name="connsiteY113" fmla="*/ 4968998 h 6858000"/>
              <a:gd name="connsiteX114" fmla="*/ 7858242 w 12192000"/>
              <a:gd name="connsiteY114" fmla="*/ 4991236 h 6858000"/>
              <a:gd name="connsiteX115" fmla="*/ 7887503 w 12192000"/>
              <a:gd name="connsiteY115" fmla="*/ 5013475 h 6858000"/>
              <a:gd name="connsiteX116" fmla="*/ 7916765 w 12192000"/>
              <a:gd name="connsiteY116" fmla="*/ 5035714 h 6858000"/>
              <a:gd name="connsiteX117" fmla="*/ 7946026 w 12192000"/>
              <a:gd name="connsiteY117" fmla="*/ 5057952 h 6858000"/>
              <a:gd name="connsiteX118" fmla="*/ 7972947 w 12192000"/>
              <a:gd name="connsiteY118" fmla="*/ 5081362 h 6858000"/>
              <a:gd name="connsiteX119" fmla="*/ 7996356 w 12192000"/>
              <a:gd name="connsiteY119" fmla="*/ 5108282 h 6858000"/>
              <a:gd name="connsiteX120" fmla="*/ 8017424 w 12192000"/>
              <a:gd name="connsiteY120" fmla="*/ 5134032 h 6858000"/>
              <a:gd name="connsiteX121" fmla="*/ 8033811 w 12192000"/>
              <a:gd name="connsiteY121" fmla="*/ 5163294 h 6858000"/>
              <a:gd name="connsiteX122" fmla="*/ 8047856 w 12192000"/>
              <a:gd name="connsiteY122" fmla="*/ 5194896 h 6858000"/>
              <a:gd name="connsiteX123" fmla="*/ 8059561 w 12192000"/>
              <a:gd name="connsiteY123" fmla="*/ 5228839 h 6858000"/>
              <a:gd name="connsiteX124" fmla="*/ 8070095 w 12192000"/>
              <a:gd name="connsiteY124" fmla="*/ 5263953 h 6858000"/>
              <a:gd name="connsiteX125" fmla="*/ 8079459 w 12192000"/>
              <a:gd name="connsiteY125" fmla="*/ 5299067 h 6858000"/>
              <a:gd name="connsiteX126" fmla="*/ 8088822 w 12192000"/>
              <a:gd name="connsiteY126" fmla="*/ 5335351 h 6858000"/>
              <a:gd name="connsiteX127" fmla="*/ 8099356 w 12192000"/>
              <a:gd name="connsiteY127" fmla="*/ 5369294 h 6858000"/>
              <a:gd name="connsiteX128" fmla="*/ 8111061 w 12192000"/>
              <a:gd name="connsiteY128" fmla="*/ 5403238 h 6858000"/>
              <a:gd name="connsiteX129" fmla="*/ 8125106 w 12192000"/>
              <a:gd name="connsiteY129" fmla="*/ 5434840 h 6858000"/>
              <a:gd name="connsiteX130" fmla="*/ 8142663 w 12192000"/>
              <a:gd name="connsiteY130" fmla="*/ 5462931 h 6858000"/>
              <a:gd name="connsiteX131" fmla="*/ 8163732 w 12192000"/>
              <a:gd name="connsiteY131" fmla="*/ 5488681 h 6858000"/>
              <a:gd name="connsiteX132" fmla="*/ 8189482 w 12192000"/>
              <a:gd name="connsiteY132" fmla="*/ 5509749 h 6858000"/>
              <a:gd name="connsiteX133" fmla="*/ 8217573 w 12192000"/>
              <a:gd name="connsiteY133" fmla="*/ 5527306 h 6858000"/>
              <a:gd name="connsiteX134" fmla="*/ 8249175 w 12192000"/>
              <a:gd name="connsiteY134" fmla="*/ 5541352 h 6858000"/>
              <a:gd name="connsiteX135" fmla="*/ 8283118 w 12192000"/>
              <a:gd name="connsiteY135" fmla="*/ 5553056 h 6858000"/>
              <a:gd name="connsiteX136" fmla="*/ 8317062 w 12192000"/>
              <a:gd name="connsiteY136" fmla="*/ 5563590 h 6858000"/>
              <a:gd name="connsiteX137" fmla="*/ 8353346 w 12192000"/>
              <a:gd name="connsiteY137" fmla="*/ 5572954 h 6858000"/>
              <a:gd name="connsiteX138" fmla="*/ 8388459 w 12192000"/>
              <a:gd name="connsiteY138" fmla="*/ 5582318 h 6858000"/>
              <a:gd name="connsiteX139" fmla="*/ 8423573 w 12192000"/>
              <a:gd name="connsiteY139" fmla="*/ 5592852 h 6858000"/>
              <a:gd name="connsiteX140" fmla="*/ 8457516 w 12192000"/>
              <a:gd name="connsiteY140" fmla="*/ 5604556 h 6858000"/>
              <a:gd name="connsiteX141" fmla="*/ 8489119 w 12192000"/>
              <a:gd name="connsiteY141" fmla="*/ 5618602 h 6858000"/>
              <a:gd name="connsiteX142" fmla="*/ 8518380 w 12192000"/>
              <a:gd name="connsiteY142" fmla="*/ 5634988 h 6858000"/>
              <a:gd name="connsiteX143" fmla="*/ 8544130 w 12192000"/>
              <a:gd name="connsiteY143" fmla="*/ 5656057 h 6858000"/>
              <a:gd name="connsiteX144" fmla="*/ 8571051 w 12192000"/>
              <a:gd name="connsiteY144" fmla="*/ 5679466 h 6858000"/>
              <a:gd name="connsiteX145" fmla="*/ 8594460 w 12192000"/>
              <a:gd name="connsiteY145" fmla="*/ 5706386 h 6858000"/>
              <a:gd name="connsiteX146" fmla="*/ 8616699 w 12192000"/>
              <a:gd name="connsiteY146" fmla="*/ 5734477 h 6858000"/>
              <a:gd name="connsiteX147" fmla="*/ 8638937 w 12192000"/>
              <a:gd name="connsiteY147" fmla="*/ 5763739 h 6858000"/>
              <a:gd name="connsiteX148" fmla="*/ 8661176 w 12192000"/>
              <a:gd name="connsiteY148" fmla="*/ 5793000 h 6858000"/>
              <a:gd name="connsiteX149" fmla="*/ 8683415 w 12192000"/>
              <a:gd name="connsiteY149" fmla="*/ 5821091 h 6858000"/>
              <a:gd name="connsiteX150" fmla="*/ 8707994 w 12192000"/>
              <a:gd name="connsiteY150" fmla="*/ 5848012 h 6858000"/>
              <a:gd name="connsiteX151" fmla="*/ 8732574 w 12192000"/>
              <a:gd name="connsiteY151" fmla="*/ 5871421 h 6858000"/>
              <a:gd name="connsiteX152" fmla="*/ 8760665 w 12192000"/>
              <a:gd name="connsiteY152" fmla="*/ 5891319 h 6858000"/>
              <a:gd name="connsiteX153" fmla="*/ 8789926 w 12192000"/>
              <a:gd name="connsiteY153" fmla="*/ 5906535 h 6858000"/>
              <a:gd name="connsiteX154" fmla="*/ 8825040 w 12192000"/>
              <a:gd name="connsiteY154" fmla="*/ 5917069 h 6858000"/>
              <a:gd name="connsiteX155" fmla="*/ 8861324 w 12192000"/>
              <a:gd name="connsiteY155" fmla="*/ 5921751 h 6858000"/>
              <a:gd name="connsiteX156" fmla="*/ 8898779 w 12192000"/>
              <a:gd name="connsiteY156" fmla="*/ 5922921 h 6858000"/>
              <a:gd name="connsiteX157" fmla="*/ 8938575 w 12192000"/>
              <a:gd name="connsiteY157" fmla="*/ 5919410 h 6858000"/>
              <a:gd name="connsiteX158" fmla="*/ 8978370 w 12192000"/>
              <a:gd name="connsiteY158" fmla="*/ 5914728 h 6858000"/>
              <a:gd name="connsiteX159" fmla="*/ 9018166 w 12192000"/>
              <a:gd name="connsiteY159" fmla="*/ 5908876 h 6858000"/>
              <a:gd name="connsiteX160" fmla="*/ 9057961 w 12192000"/>
              <a:gd name="connsiteY160" fmla="*/ 5904194 h 6858000"/>
              <a:gd name="connsiteX161" fmla="*/ 9097757 w 12192000"/>
              <a:gd name="connsiteY161" fmla="*/ 5901853 h 6858000"/>
              <a:gd name="connsiteX162" fmla="*/ 9136382 w 12192000"/>
              <a:gd name="connsiteY162" fmla="*/ 5901853 h 6858000"/>
              <a:gd name="connsiteX163" fmla="*/ 9172666 w 12192000"/>
              <a:gd name="connsiteY163" fmla="*/ 5906535 h 6858000"/>
              <a:gd name="connsiteX164" fmla="*/ 9208950 w 12192000"/>
              <a:gd name="connsiteY164" fmla="*/ 5915898 h 6858000"/>
              <a:gd name="connsiteX165" fmla="*/ 9244064 w 12192000"/>
              <a:gd name="connsiteY165" fmla="*/ 5929944 h 6858000"/>
              <a:gd name="connsiteX166" fmla="*/ 9279178 w 12192000"/>
              <a:gd name="connsiteY166" fmla="*/ 5948671 h 6858000"/>
              <a:gd name="connsiteX167" fmla="*/ 9314292 w 12192000"/>
              <a:gd name="connsiteY167" fmla="*/ 5967398 h 6858000"/>
              <a:gd name="connsiteX168" fmla="*/ 9349405 w 12192000"/>
              <a:gd name="connsiteY168" fmla="*/ 5988467 h 6858000"/>
              <a:gd name="connsiteX169" fmla="*/ 9383349 w 12192000"/>
              <a:gd name="connsiteY169" fmla="*/ 6008364 h 6858000"/>
              <a:gd name="connsiteX170" fmla="*/ 9419633 w 12192000"/>
              <a:gd name="connsiteY170" fmla="*/ 6025921 h 6858000"/>
              <a:gd name="connsiteX171" fmla="*/ 9454747 w 12192000"/>
              <a:gd name="connsiteY171" fmla="*/ 6039967 h 6858000"/>
              <a:gd name="connsiteX172" fmla="*/ 9491031 w 12192000"/>
              <a:gd name="connsiteY172" fmla="*/ 6049331 h 6858000"/>
              <a:gd name="connsiteX173" fmla="*/ 9528486 w 12192000"/>
              <a:gd name="connsiteY173" fmla="*/ 6052842 h 6858000"/>
              <a:gd name="connsiteX174" fmla="*/ 9565940 w 12192000"/>
              <a:gd name="connsiteY174" fmla="*/ 6049331 h 6858000"/>
              <a:gd name="connsiteX175" fmla="*/ 9602224 w 12192000"/>
              <a:gd name="connsiteY175" fmla="*/ 6039967 h 6858000"/>
              <a:gd name="connsiteX176" fmla="*/ 9637338 w 12192000"/>
              <a:gd name="connsiteY176" fmla="*/ 6025921 h 6858000"/>
              <a:gd name="connsiteX177" fmla="*/ 9673622 w 12192000"/>
              <a:gd name="connsiteY177" fmla="*/ 6008364 h 6858000"/>
              <a:gd name="connsiteX178" fmla="*/ 9707566 w 12192000"/>
              <a:gd name="connsiteY178" fmla="*/ 5988467 h 6858000"/>
              <a:gd name="connsiteX179" fmla="*/ 9742679 w 12192000"/>
              <a:gd name="connsiteY179" fmla="*/ 5967398 h 6858000"/>
              <a:gd name="connsiteX180" fmla="*/ 9777793 w 12192000"/>
              <a:gd name="connsiteY180" fmla="*/ 5948671 h 6858000"/>
              <a:gd name="connsiteX181" fmla="*/ 9812907 w 12192000"/>
              <a:gd name="connsiteY181" fmla="*/ 5929944 h 6858000"/>
              <a:gd name="connsiteX182" fmla="*/ 9846850 w 12192000"/>
              <a:gd name="connsiteY182" fmla="*/ 5915898 h 6858000"/>
              <a:gd name="connsiteX183" fmla="*/ 9884305 w 12192000"/>
              <a:gd name="connsiteY183" fmla="*/ 5906535 h 6858000"/>
              <a:gd name="connsiteX184" fmla="*/ 9920589 w 12192000"/>
              <a:gd name="connsiteY184" fmla="*/ 5901853 h 6858000"/>
              <a:gd name="connsiteX185" fmla="*/ 9959214 w 12192000"/>
              <a:gd name="connsiteY185" fmla="*/ 5901853 h 6858000"/>
              <a:gd name="connsiteX186" fmla="*/ 9999010 w 12192000"/>
              <a:gd name="connsiteY186" fmla="*/ 5904194 h 6858000"/>
              <a:gd name="connsiteX187" fmla="*/ 10038805 w 12192000"/>
              <a:gd name="connsiteY187" fmla="*/ 5908876 h 6858000"/>
              <a:gd name="connsiteX188" fmla="*/ 10078601 w 12192000"/>
              <a:gd name="connsiteY188" fmla="*/ 5914728 h 6858000"/>
              <a:gd name="connsiteX189" fmla="*/ 10118396 w 12192000"/>
              <a:gd name="connsiteY189" fmla="*/ 5919410 h 6858000"/>
              <a:gd name="connsiteX190" fmla="*/ 10158192 w 12192000"/>
              <a:gd name="connsiteY190" fmla="*/ 5922921 h 6858000"/>
              <a:gd name="connsiteX191" fmla="*/ 10195647 w 12192000"/>
              <a:gd name="connsiteY191" fmla="*/ 5921751 h 6858000"/>
              <a:gd name="connsiteX192" fmla="*/ 10231931 w 12192000"/>
              <a:gd name="connsiteY192" fmla="*/ 5917069 h 6858000"/>
              <a:gd name="connsiteX193" fmla="*/ 10267044 w 12192000"/>
              <a:gd name="connsiteY193" fmla="*/ 5906535 h 6858000"/>
              <a:gd name="connsiteX194" fmla="*/ 10296306 w 12192000"/>
              <a:gd name="connsiteY194" fmla="*/ 5891319 h 6858000"/>
              <a:gd name="connsiteX195" fmla="*/ 10324397 w 12192000"/>
              <a:gd name="connsiteY195" fmla="*/ 5871421 h 6858000"/>
              <a:gd name="connsiteX196" fmla="*/ 10348977 w 12192000"/>
              <a:gd name="connsiteY196" fmla="*/ 5848012 h 6858000"/>
              <a:gd name="connsiteX197" fmla="*/ 10373556 w 12192000"/>
              <a:gd name="connsiteY197" fmla="*/ 5821091 h 6858000"/>
              <a:gd name="connsiteX198" fmla="*/ 10395795 w 12192000"/>
              <a:gd name="connsiteY198" fmla="*/ 5793000 h 6858000"/>
              <a:gd name="connsiteX199" fmla="*/ 10418034 w 12192000"/>
              <a:gd name="connsiteY199" fmla="*/ 5763739 h 6858000"/>
              <a:gd name="connsiteX200" fmla="*/ 10440272 w 12192000"/>
              <a:gd name="connsiteY200" fmla="*/ 5734477 h 6858000"/>
              <a:gd name="connsiteX201" fmla="*/ 10462511 w 12192000"/>
              <a:gd name="connsiteY201" fmla="*/ 5706386 h 6858000"/>
              <a:gd name="connsiteX202" fmla="*/ 10485920 w 12192000"/>
              <a:gd name="connsiteY202" fmla="*/ 5679466 h 6858000"/>
              <a:gd name="connsiteX203" fmla="*/ 10512841 w 12192000"/>
              <a:gd name="connsiteY203" fmla="*/ 5656057 h 6858000"/>
              <a:gd name="connsiteX204" fmla="*/ 10538591 w 12192000"/>
              <a:gd name="connsiteY204" fmla="*/ 5634988 h 6858000"/>
              <a:gd name="connsiteX205" fmla="*/ 10567852 w 12192000"/>
              <a:gd name="connsiteY205" fmla="*/ 5618602 h 6858000"/>
              <a:gd name="connsiteX206" fmla="*/ 10599455 w 12192000"/>
              <a:gd name="connsiteY206" fmla="*/ 5604556 h 6858000"/>
              <a:gd name="connsiteX207" fmla="*/ 10633398 w 12192000"/>
              <a:gd name="connsiteY207" fmla="*/ 5592852 h 6858000"/>
              <a:gd name="connsiteX208" fmla="*/ 10668512 w 12192000"/>
              <a:gd name="connsiteY208" fmla="*/ 5582318 h 6858000"/>
              <a:gd name="connsiteX209" fmla="*/ 10703626 w 12192000"/>
              <a:gd name="connsiteY209" fmla="*/ 5572954 h 6858000"/>
              <a:gd name="connsiteX210" fmla="*/ 10739910 w 12192000"/>
              <a:gd name="connsiteY210" fmla="*/ 5563590 h 6858000"/>
              <a:gd name="connsiteX211" fmla="*/ 10773853 w 12192000"/>
              <a:gd name="connsiteY211" fmla="*/ 5553056 h 6858000"/>
              <a:gd name="connsiteX212" fmla="*/ 10807796 w 12192000"/>
              <a:gd name="connsiteY212" fmla="*/ 5541352 h 6858000"/>
              <a:gd name="connsiteX213" fmla="*/ 10839399 w 12192000"/>
              <a:gd name="connsiteY213" fmla="*/ 5527306 h 6858000"/>
              <a:gd name="connsiteX214" fmla="*/ 10867490 w 12192000"/>
              <a:gd name="connsiteY214" fmla="*/ 5509749 h 6858000"/>
              <a:gd name="connsiteX215" fmla="*/ 10893240 w 12192000"/>
              <a:gd name="connsiteY215" fmla="*/ 5488681 h 6858000"/>
              <a:gd name="connsiteX216" fmla="*/ 10914308 w 12192000"/>
              <a:gd name="connsiteY216" fmla="*/ 5462931 h 6858000"/>
              <a:gd name="connsiteX217" fmla="*/ 10931865 w 12192000"/>
              <a:gd name="connsiteY217" fmla="*/ 5434840 h 6858000"/>
              <a:gd name="connsiteX218" fmla="*/ 10945910 w 12192000"/>
              <a:gd name="connsiteY218" fmla="*/ 5403238 h 6858000"/>
              <a:gd name="connsiteX219" fmla="*/ 10957615 w 12192000"/>
              <a:gd name="connsiteY219" fmla="*/ 5369294 h 6858000"/>
              <a:gd name="connsiteX220" fmla="*/ 10968149 w 12192000"/>
              <a:gd name="connsiteY220" fmla="*/ 5335351 h 6858000"/>
              <a:gd name="connsiteX221" fmla="*/ 10977513 w 12192000"/>
              <a:gd name="connsiteY221" fmla="*/ 5299067 h 6858000"/>
              <a:gd name="connsiteX222" fmla="*/ 10986876 w 12192000"/>
              <a:gd name="connsiteY222" fmla="*/ 5263953 h 6858000"/>
              <a:gd name="connsiteX223" fmla="*/ 10997410 w 12192000"/>
              <a:gd name="connsiteY223" fmla="*/ 5228839 h 6858000"/>
              <a:gd name="connsiteX224" fmla="*/ 11009115 w 12192000"/>
              <a:gd name="connsiteY224" fmla="*/ 5194896 h 6858000"/>
              <a:gd name="connsiteX225" fmla="*/ 11023160 w 12192000"/>
              <a:gd name="connsiteY225" fmla="*/ 5163294 h 6858000"/>
              <a:gd name="connsiteX226" fmla="*/ 11039547 w 12192000"/>
              <a:gd name="connsiteY226" fmla="*/ 5134032 h 6858000"/>
              <a:gd name="connsiteX227" fmla="*/ 11060615 w 12192000"/>
              <a:gd name="connsiteY227" fmla="*/ 5108282 h 6858000"/>
              <a:gd name="connsiteX228" fmla="*/ 11084024 w 12192000"/>
              <a:gd name="connsiteY228" fmla="*/ 5081362 h 6858000"/>
              <a:gd name="connsiteX229" fmla="*/ 11110945 w 12192000"/>
              <a:gd name="connsiteY229" fmla="*/ 5057952 h 6858000"/>
              <a:gd name="connsiteX230" fmla="*/ 11139036 w 12192000"/>
              <a:gd name="connsiteY230" fmla="*/ 5035714 h 6858000"/>
              <a:gd name="connsiteX231" fmla="*/ 11169468 w 12192000"/>
              <a:gd name="connsiteY231" fmla="*/ 5013475 h 6858000"/>
              <a:gd name="connsiteX232" fmla="*/ 11198729 w 12192000"/>
              <a:gd name="connsiteY232" fmla="*/ 4991236 h 6858000"/>
              <a:gd name="connsiteX233" fmla="*/ 11226820 w 12192000"/>
              <a:gd name="connsiteY233" fmla="*/ 4968998 h 6858000"/>
              <a:gd name="connsiteX234" fmla="*/ 11253741 w 12192000"/>
              <a:gd name="connsiteY234" fmla="*/ 4944418 h 6858000"/>
              <a:gd name="connsiteX235" fmla="*/ 11277150 w 12192000"/>
              <a:gd name="connsiteY235" fmla="*/ 4919838 h 6858000"/>
              <a:gd name="connsiteX236" fmla="*/ 11297048 w 12192000"/>
              <a:gd name="connsiteY236" fmla="*/ 4891747 h 6858000"/>
              <a:gd name="connsiteX237" fmla="*/ 11312264 w 12192000"/>
              <a:gd name="connsiteY237" fmla="*/ 4862486 h 6858000"/>
              <a:gd name="connsiteX238" fmla="*/ 11322798 w 12192000"/>
              <a:gd name="connsiteY238" fmla="*/ 4827372 h 6858000"/>
              <a:gd name="connsiteX239" fmla="*/ 11327480 w 12192000"/>
              <a:gd name="connsiteY239" fmla="*/ 4791088 h 6858000"/>
              <a:gd name="connsiteX240" fmla="*/ 11328650 w 12192000"/>
              <a:gd name="connsiteY240" fmla="*/ 4753633 h 6858000"/>
              <a:gd name="connsiteX241" fmla="*/ 11325139 w 12192000"/>
              <a:gd name="connsiteY241" fmla="*/ 4713838 h 6858000"/>
              <a:gd name="connsiteX242" fmla="*/ 11320457 w 12192000"/>
              <a:gd name="connsiteY242" fmla="*/ 4674042 h 6858000"/>
              <a:gd name="connsiteX243" fmla="*/ 11314605 w 12192000"/>
              <a:gd name="connsiteY243" fmla="*/ 4634247 h 6858000"/>
              <a:gd name="connsiteX244" fmla="*/ 11309923 w 12192000"/>
              <a:gd name="connsiteY244" fmla="*/ 4594451 h 6858000"/>
              <a:gd name="connsiteX245" fmla="*/ 11307582 w 12192000"/>
              <a:gd name="connsiteY245" fmla="*/ 4554655 h 6858000"/>
              <a:gd name="connsiteX246" fmla="*/ 11307582 w 12192000"/>
              <a:gd name="connsiteY246" fmla="*/ 4516030 h 6858000"/>
              <a:gd name="connsiteX247" fmla="*/ 11312264 w 12192000"/>
              <a:gd name="connsiteY247" fmla="*/ 4479746 h 6858000"/>
              <a:gd name="connsiteX248" fmla="*/ 11321628 w 12192000"/>
              <a:gd name="connsiteY248" fmla="*/ 4443462 h 6858000"/>
              <a:gd name="connsiteX249" fmla="*/ 11335673 w 12192000"/>
              <a:gd name="connsiteY249" fmla="*/ 4409519 h 6858000"/>
              <a:gd name="connsiteX250" fmla="*/ 11354400 w 12192000"/>
              <a:gd name="connsiteY250" fmla="*/ 4374405 h 6858000"/>
              <a:gd name="connsiteX251" fmla="*/ 11373128 w 12192000"/>
              <a:gd name="connsiteY251" fmla="*/ 4339291 h 6858000"/>
              <a:gd name="connsiteX252" fmla="*/ 11394196 w 12192000"/>
              <a:gd name="connsiteY252" fmla="*/ 4304177 h 6858000"/>
              <a:gd name="connsiteX253" fmla="*/ 11414094 w 12192000"/>
              <a:gd name="connsiteY253" fmla="*/ 4270234 h 6858000"/>
              <a:gd name="connsiteX254" fmla="*/ 11431650 w 12192000"/>
              <a:gd name="connsiteY254" fmla="*/ 4233950 h 6858000"/>
              <a:gd name="connsiteX255" fmla="*/ 11445696 w 12192000"/>
              <a:gd name="connsiteY255" fmla="*/ 4198836 h 6858000"/>
              <a:gd name="connsiteX256" fmla="*/ 11455060 w 12192000"/>
              <a:gd name="connsiteY256" fmla="*/ 4162552 h 6858000"/>
              <a:gd name="connsiteX257" fmla="*/ 11458571 w 12192000"/>
              <a:gd name="connsiteY257" fmla="*/ 4125097 h 6858000"/>
              <a:gd name="connsiteX258" fmla="*/ 11455060 w 12192000"/>
              <a:gd name="connsiteY258" fmla="*/ 4087643 h 6858000"/>
              <a:gd name="connsiteX259" fmla="*/ 11445696 w 12192000"/>
              <a:gd name="connsiteY259" fmla="*/ 4051358 h 6858000"/>
              <a:gd name="connsiteX260" fmla="*/ 11431650 w 12192000"/>
              <a:gd name="connsiteY260" fmla="*/ 4016245 h 6858000"/>
              <a:gd name="connsiteX261" fmla="*/ 11414094 w 12192000"/>
              <a:gd name="connsiteY261" fmla="*/ 3979961 h 6858000"/>
              <a:gd name="connsiteX262" fmla="*/ 11394196 w 12192000"/>
              <a:gd name="connsiteY262" fmla="*/ 3946017 h 6858000"/>
              <a:gd name="connsiteX263" fmla="*/ 11373128 w 12192000"/>
              <a:gd name="connsiteY263" fmla="*/ 3910903 h 6858000"/>
              <a:gd name="connsiteX264" fmla="*/ 11354400 w 12192000"/>
              <a:gd name="connsiteY264" fmla="*/ 3875790 h 6858000"/>
              <a:gd name="connsiteX265" fmla="*/ 11335673 w 12192000"/>
              <a:gd name="connsiteY265" fmla="*/ 3840676 h 6858000"/>
              <a:gd name="connsiteX266" fmla="*/ 11321628 w 12192000"/>
              <a:gd name="connsiteY266" fmla="*/ 3806733 h 6858000"/>
              <a:gd name="connsiteX267" fmla="*/ 11312264 w 12192000"/>
              <a:gd name="connsiteY267" fmla="*/ 3770449 h 6858000"/>
              <a:gd name="connsiteX268" fmla="*/ 11307582 w 12192000"/>
              <a:gd name="connsiteY268" fmla="*/ 3734164 h 6858000"/>
              <a:gd name="connsiteX269" fmla="*/ 11307582 w 12192000"/>
              <a:gd name="connsiteY269" fmla="*/ 3695539 h 6858000"/>
              <a:gd name="connsiteX270" fmla="*/ 11309923 w 12192000"/>
              <a:gd name="connsiteY270" fmla="*/ 3655744 h 6858000"/>
              <a:gd name="connsiteX271" fmla="*/ 11314605 w 12192000"/>
              <a:gd name="connsiteY271" fmla="*/ 3615948 h 6858000"/>
              <a:gd name="connsiteX272" fmla="*/ 11320457 w 12192000"/>
              <a:gd name="connsiteY272" fmla="*/ 3576152 h 6858000"/>
              <a:gd name="connsiteX273" fmla="*/ 11325139 w 12192000"/>
              <a:gd name="connsiteY273" fmla="*/ 3536357 h 6858000"/>
              <a:gd name="connsiteX274" fmla="*/ 11328650 w 12192000"/>
              <a:gd name="connsiteY274" fmla="*/ 3496561 h 6858000"/>
              <a:gd name="connsiteX275" fmla="*/ 11327480 w 12192000"/>
              <a:gd name="connsiteY275" fmla="*/ 3459107 h 6858000"/>
              <a:gd name="connsiteX276" fmla="*/ 11322798 w 12192000"/>
              <a:gd name="connsiteY276" fmla="*/ 3422822 h 6858000"/>
              <a:gd name="connsiteX277" fmla="*/ 11312264 w 12192000"/>
              <a:gd name="connsiteY277" fmla="*/ 3387709 h 6858000"/>
              <a:gd name="connsiteX278" fmla="*/ 11297048 w 12192000"/>
              <a:gd name="connsiteY278" fmla="*/ 3358447 h 6858000"/>
              <a:gd name="connsiteX279" fmla="*/ 11277150 w 12192000"/>
              <a:gd name="connsiteY279" fmla="*/ 3330356 h 6858000"/>
              <a:gd name="connsiteX280" fmla="*/ 11253741 w 12192000"/>
              <a:gd name="connsiteY280" fmla="*/ 3305777 h 6858000"/>
              <a:gd name="connsiteX281" fmla="*/ 11226820 w 12192000"/>
              <a:gd name="connsiteY281" fmla="*/ 3281197 h 6858000"/>
              <a:gd name="connsiteX282" fmla="*/ 11198729 w 12192000"/>
              <a:gd name="connsiteY282" fmla="*/ 3258958 h 6858000"/>
              <a:gd name="connsiteX283" fmla="*/ 11169468 w 12192000"/>
              <a:gd name="connsiteY283" fmla="*/ 3236720 h 6858000"/>
              <a:gd name="connsiteX284" fmla="*/ 11139036 w 12192000"/>
              <a:gd name="connsiteY284" fmla="*/ 3214481 h 6858000"/>
              <a:gd name="connsiteX285" fmla="*/ 11110945 w 12192000"/>
              <a:gd name="connsiteY285" fmla="*/ 3192242 h 6858000"/>
              <a:gd name="connsiteX286" fmla="*/ 11084024 w 12192000"/>
              <a:gd name="connsiteY286" fmla="*/ 3168833 h 6858000"/>
              <a:gd name="connsiteX287" fmla="*/ 11060615 w 12192000"/>
              <a:gd name="connsiteY287" fmla="*/ 3141913 h 6858000"/>
              <a:gd name="connsiteX288" fmla="*/ 11039547 w 12192000"/>
              <a:gd name="connsiteY288" fmla="*/ 3116162 h 6858000"/>
              <a:gd name="connsiteX289" fmla="*/ 11023160 w 12192000"/>
              <a:gd name="connsiteY289" fmla="*/ 3086901 h 6858000"/>
              <a:gd name="connsiteX290" fmla="*/ 11009115 w 12192000"/>
              <a:gd name="connsiteY290" fmla="*/ 3055299 h 6858000"/>
              <a:gd name="connsiteX291" fmla="*/ 10997410 w 12192000"/>
              <a:gd name="connsiteY291" fmla="*/ 3021355 h 6858000"/>
              <a:gd name="connsiteX292" fmla="*/ 10986876 w 12192000"/>
              <a:gd name="connsiteY292" fmla="*/ 2986242 h 6858000"/>
              <a:gd name="connsiteX293" fmla="*/ 10977513 w 12192000"/>
              <a:gd name="connsiteY293" fmla="*/ 2951128 h 6858000"/>
              <a:gd name="connsiteX294" fmla="*/ 10968149 w 12192000"/>
              <a:gd name="connsiteY294" fmla="*/ 2914844 h 6858000"/>
              <a:gd name="connsiteX295" fmla="*/ 10957615 w 12192000"/>
              <a:gd name="connsiteY295" fmla="*/ 2880900 h 6858000"/>
              <a:gd name="connsiteX296" fmla="*/ 10945910 w 12192000"/>
              <a:gd name="connsiteY296" fmla="*/ 2846957 h 6858000"/>
              <a:gd name="connsiteX297" fmla="*/ 10931865 w 12192000"/>
              <a:gd name="connsiteY297" fmla="*/ 2815355 h 6858000"/>
              <a:gd name="connsiteX298" fmla="*/ 10914308 w 12192000"/>
              <a:gd name="connsiteY298" fmla="*/ 2787264 h 6858000"/>
              <a:gd name="connsiteX299" fmla="*/ 10893240 w 12192000"/>
              <a:gd name="connsiteY299" fmla="*/ 2761514 h 6858000"/>
              <a:gd name="connsiteX300" fmla="*/ 10867490 w 12192000"/>
              <a:gd name="connsiteY300" fmla="*/ 2740445 h 6858000"/>
              <a:gd name="connsiteX301" fmla="*/ 10839399 w 12192000"/>
              <a:gd name="connsiteY301" fmla="*/ 2722888 h 6858000"/>
              <a:gd name="connsiteX302" fmla="*/ 10807796 w 12192000"/>
              <a:gd name="connsiteY302" fmla="*/ 2708843 h 6858000"/>
              <a:gd name="connsiteX303" fmla="*/ 10773853 w 12192000"/>
              <a:gd name="connsiteY303" fmla="*/ 2697138 h 6858000"/>
              <a:gd name="connsiteX304" fmla="*/ 10739910 w 12192000"/>
              <a:gd name="connsiteY304" fmla="*/ 2686604 h 6858000"/>
              <a:gd name="connsiteX305" fmla="*/ 10703626 w 12192000"/>
              <a:gd name="connsiteY305" fmla="*/ 2677241 h 6858000"/>
              <a:gd name="connsiteX306" fmla="*/ 10668512 w 12192000"/>
              <a:gd name="connsiteY306" fmla="*/ 2667877 h 6858000"/>
              <a:gd name="connsiteX307" fmla="*/ 10633398 w 12192000"/>
              <a:gd name="connsiteY307" fmla="*/ 2657343 h 6858000"/>
              <a:gd name="connsiteX308" fmla="*/ 10599455 w 12192000"/>
              <a:gd name="connsiteY308" fmla="*/ 2645638 h 6858000"/>
              <a:gd name="connsiteX309" fmla="*/ 10567852 w 12192000"/>
              <a:gd name="connsiteY309" fmla="*/ 2631593 h 6858000"/>
              <a:gd name="connsiteX310" fmla="*/ 10538591 w 12192000"/>
              <a:gd name="connsiteY310" fmla="*/ 2615206 h 6858000"/>
              <a:gd name="connsiteX311" fmla="*/ 10512841 w 12192000"/>
              <a:gd name="connsiteY311" fmla="*/ 2594138 h 6858000"/>
              <a:gd name="connsiteX312" fmla="*/ 10485920 w 12192000"/>
              <a:gd name="connsiteY312" fmla="*/ 2570729 h 6858000"/>
              <a:gd name="connsiteX313" fmla="*/ 10462511 w 12192000"/>
              <a:gd name="connsiteY313" fmla="*/ 2543808 h 6858000"/>
              <a:gd name="connsiteX314" fmla="*/ 10440272 w 12192000"/>
              <a:gd name="connsiteY314" fmla="*/ 2515717 h 6858000"/>
              <a:gd name="connsiteX315" fmla="*/ 10418034 w 12192000"/>
              <a:gd name="connsiteY315" fmla="*/ 2486456 h 6858000"/>
              <a:gd name="connsiteX316" fmla="*/ 10395795 w 12192000"/>
              <a:gd name="connsiteY316" fmla="*/ 2457194 h 6858000"/>
              <a:gd name="connsiteX317" fmla="*/ 10373556 w 12192000"/>
              <a:gd name="connsiteY317" fmla="*/ 2429103 h 6858000"/>
              <a:gd name="connsiteX318" fmla="*/ 10348977 w 12192000"/>
              <a:gd name="connsiteY318" fmla="*/ 2402183 h 6858000"/>
              <a:gd name="connsiteX319" fmla="*/ 10324397 w 12192000"/>
              <a:gd name="connsiteY319" fmla="*/ 2378774 h 6858000"/>
              <a:gd name="connsiteX320" fmla="*/ 10296306 w 12192000"/>
              <a:gd name="connsiteY320" fmla="*/ 2358876 h 6858000"/>
              <a:gd name="connsiteX321" fmla="*/ 10267044 w 12192000"/>
              <a:gd name="connsiteY321" fmla="*/ 2343660 h 6858000"/>
              <a:gd name="connsiteX322" fmla="*/ 10231931 w 12192000"/>
              <a:gd name="connsiteY322" fmla="*/ 2333126 h 6858000"/>
              <a:gd name="connsiteX323" fmla="*/ 10195647 w 12192000"/>
              <a:gd name="connsiteY323" fmla="*/ 2328444 h 6858000"/>
              <a:gd name="connsiteX324" fmla="*/ 10158192 w 12192000"/>
              <a:gd name="connsiteY324" fmla="*/ 2327274 h 6858000"/>
              <a:gd name="connsiteX325" fmla="*/ 10118396 w 12192000"/>
              <a:gd name="connsiteY325" fmla="*/ 2330785 h 6858000"/>
              <a:gd name="connsiteX326" fmla="*/ 10078601 w 12192000"/>
              <a:gd name="connsiteY326" fmla="*/ 2335467 h 6858000"/>
              <a:gd name="connsiteX327" fmla="*/ 10038805 w 12192000"/>
              <a:gd name="connsiteY327" fmla="*/ 2341319 h 6858000"/>
              <a:gd name="connsiteX328" fmla="*/ 9999010 w 12192000"/>
              <a:gd name="connsiteY328" fmla="*/ 2346001 h 6858000"/>
              <a:gd name="connsiteX329" fmla="*/ 9959214 w 12192000"/>
              <a:gd name="connsiteY329" fmla="*/ 2348342 h 6858000"/>
              <a:gd name="connsiteX330" fmla="*/ 9920589 w 12192000"/>
              <a:gd name="connsiteY330" fmla="*/ 2348342 h 6858000"/>
              <a:gd name="connsiteX331" fmla="*/ 9884305 w 12192000"/>
              <a:gd name="connsiteY331" fmla="*/ 2343660 h 6858000"/>
              <a:gd name="connsiteX332" fmla="*/ 9846850 w 12192000"/>
              <a:gd name="connsiteY332" fmla="*/ 2334296 h 6858000"/>
              <a:gd name="connsiteX333" fmla="*/ 9812907 w 12192000"/>
              <a:gd name="connsiteY333" fmla="*/ 2320251 h 6858000"/>
              <a:gd name="connsiteX334" fmla="*/ 9777793 w 12192000"/>
              <a:gd name="connsiteY334" fmla="*/ 2301524 h 6858000"/>
              <a:gd name="connsiteX335" fmla="*/ 9742679 w 12192000"/>
              <a:gd name="connsiteY335" fmla="*/ 2282796 h 6858000"/>
              <a:gd name="connsiteX336" fmla="*/ 9707566 w 12192000"/>
              <a:gd name="connsiteY336" fmla="*/ 2261728 h 6858000"/>
              <a:gd name="connsiteX337" fmla="*/ 9673622 w 12192000"/>
              <a:gd name="connsiteY337" fmla="*/ 2241830 h 6858000"/>
              <a:gd name="connsiteX338" fmla="*/ 9637338 w 12192000"/>
              <a:gd name="connsiteY338" fmla="*/ 2224273 h 6858000"/>
              <a:gd name="connsiteX339" fmla="*/ 9602224 w 12192000"/>
              <a:gd name="connsiteY339" fmla="*/ 2210228 h 6858000"/>
              <a:gd name="connsiteX340" fmla="*/ 9565940 w 12192000"/>
              <a:gd name="connsiteY340" fmla="*/ 2200864 h 6858000"/>
              <a:gd name="connsiteX341" fmla="*/ 9528486 w 12192000"/>
              <a:gd name="connsiteY341" fmla="*/ 21973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Lst>
            <a:rect l="l" t="t" r="r" b="b"/>
            <a:pathLst>
              <a:path w="12192000" h="6858000">
                <a:moveTo>
                  <a:pt x="0" y="0"/>
                </a:moveTo>
                <a:lnTo>
                  <a:pt x="12192000" y="0"/>
                </a:lnTo>
                <a:lnTo>
                  <a:pt x="12192000" y="6858000"/>
                </a:lnTo>
                <a:lnTo>
                  <a:pt x="0" y="6858000"/>
                </a:lnTo>
                <a:lnTo>
                  <a:pt x="0" y="0"/>
                </a:lnTo>
                <a:close/>
                <a:moveTo>
                  <a:pt x="9528486" y="2197353"/>
                </a:moveTo>
                <a:lnTo>
                  <a:pt x="9491031" y="2200864"/>
                </a:lnTo>
                <a:lnTo>
                  <a:pt x="9454747" y="2210228"/>
                </a:lnTo>
                <a:lnTo>
                  <a:pt x="9419633" y="2224273"/>
                </a:lnTo>
                <a:lnTo>
                  <a:pt x="9383349" y="2241830"/>
                </a:lnTo>
                <a:lnTo>
                  <a:pt x="9349405" y="2261728"/>
                </a:lnTo>
                <a:lnTo>
                  <a:pt x="9314292" y="2282796"/>
                </a:lnTo>
                <a:lnTo>
                  <a:pt x="9279178" y="2301524"/>
                </a:lnTo>
                <a:lnTo>
                  <a:pt x="9244064" y="2320251"/>
                </a:lnTo>
                <a:lnTo>
                  <a:pt x="9208950" y="2334296"/>
                </a:lnTo>
                <a:lnTo>
                  <a:pt x="9172666" y="2343660"/>
                </a:lnTo>
                <a:lnTo>
                  <a:pt x="9136382" y="2348342"/>
                </a:lnTo>
                <a:lnTo>
                  <a:pt x="9097757" y="2348342"/>
                </a:lnTo>
                <a:lnTo>
                  <a:pt x="9057961" y="2346001"/>
                </a:lnTo>
                <a:lnTo>
                  <a:pt x="9018166" y="2341319"/>
                </a:lnTo>
                <a:lnTo>
                  <a:pt x="8978370" y="2335467"/>
                </a:lnTo>
                <a:lnTo>
                  <a:pt x="8938575" y="2330785"/>
                </a:lnTo>
                <a:lnTo>
                  <a:pt x="8898779" y="2327274"/>
                </a:lnTo>
                <a:lnTo>
                  <a:pt x="8861324" y="2328444"/>
                </a:lnTo>
                <a:lnTo>
                  <a:pt x="8825040" y="2333126"/>
                </a:lnTo>
                <a:lnTo>
                  <a:pt x="8789926" y="2343660"/>
                </a:lnTo>
                <a:lnTo>
                  <a:pt x="8760665" y="2358876"/>
                </a:lnTo>
                <a:lnTo>
                  <a:pt x="8732574" y="2378774"/>
                </a:lnTo>
                <a:lnTo>
                  <a:pt x="8707994" y="2402183"/>
                </a:lnTo>
                <a:lnTo>
                  <a:pt x="8683415" y="2429103"/>
                </a:lnTo>
                <a:lnTo>
                  <a:pt x="8661176" y="2457194"/>
                </a:lnTo>
                <a:lnTo>
                  <a:pt x="8638937" y="2486456"/>
                </a:lnTo>
                <a:lnTo>
                  <a:pt x="8616699" y="2515717"/>
                </a:lnTo>
                <a:lnTo>
                  <a:pt x="8594460" y="2543808"/>
                </a:lnTo>
                <a:lnTo>
                  <a:pt x="8571051" y="2570729"/>
                </a:lnTo>
                <a:lnTo>
                  <a:pt x="8544130" y="2594138"/>
                </a:lnTo>
                <a:lnTo>
                  <a:pt x="8518380" y="2615206"/>
                </a:lnTo>
                <a:lnTo>
                  <a:pt x="8489119" y="2631593"/>
                </a:lnTo>
                <a:lnTo>
                  <a:pt x="8457516" y="2645638"/>
                </a:lnTo>
                <a:lnTo>
                  <a:pt x="8423573" y="2657343"/>
                </a:lnTo>
                <a:lnTo>
                  <a:pt x="8388459" y="2667877"/>
                </a:lnTo>
                <a:lnTo>
                  <a:pt x="8353346" y="2677241"/>
                </a:lnTo>
                <a:lnTo>
                  <a:pt x="8317062" y="2686604"/>
                </a:lnTo>
                <a:lnTo>
                  <a:pt x="8283118" y="2697138"/>
                </a:lnTo>
                <a:lnTo>
                  <a:pt x="8249175" y="2708843"/>
                </a:lnTo>
                <a:lnTo>
                  <a:pt x="8217573" y="2722888"/>
                </a:lnTo>
                <a:lnTo>
                  <a:pt x="8189482" y="2740445"/>
                </a:lnTo>
                <a:lnTo>
                  <a:pt x="8163732" y="2761514"/>
                </a:lnTo>
                <a:lnTo>
                  <a:pt x="8142663" y="2787264"/>
                </a:lnTo>
                <a:lnTo>
                  <a:pt x="8125106" y="2815355"/>
                </a:lnTo>
                <a:lnTo>
                  <a:pt x="8111061" y="2846957"/>
                </a:lnTo>
                <a:lnTo>
                  <a:pt x="8099356" y="2880900"/>
                </a:lnTo>
                <a:lnTo>
                  <a:pt x="8088822" y="2914844"/>
                </a:lnTo>
                <a:lnTo>
                  <a:pt x="8079459" y="2951128"/>
                </a:lnTo>
                <a:lnTo>
                  <a:pt x="8070095" y="2986242"/>
                </a:lnTo>
                <a:lnTo>
                  <a:pt x="8059561" y="3021355"/>
                </a:lnTo>
                <a:lnTo>
                  <a:pt x="8047856" y="3055299"/>
                </a:lnTo>
                <a:lnTo>
                  <a:pt x="8033811" y="3086901"/>
                </a:lnTo>
                <a:lnTo>
                  <a:pt x="8017424" y="3116162"/>
                </a:lnTo>
                <a:lnTo>
                  <a:pt x="7996356" y="3141913"/>
                </a:lnTo>
                <a:lnTo>
                  <a:pt x="7972947" y="3168833"/>
                </a:lnTo>
                <a:lnTo>
                  <a:pt x="7946026" y="3192242"/>
                </a:lnTo>
                <a:lnTo>
                  <a:pt x="7916765" y="3214481"/>
                </a:lnTo>
                <a:lnTo>
                  <a:pt x="7887503" y="3236720"/>
                </a:lnTo>
                <a:lnTo>
                  <a:pt x="7858242" y="3258958"/>
                </a:lnTo>
                <a:lnTo>
                  <a:pt x="7830151" y="3281197"/>
                </a:lnTo>
                <a:lnTo>
                  <a:pt x="7803230" y="3305777"/>
                </a:lnTo>
                <a:lnTo>
                  <a:pt x="7779821" y="3330356"/>
                </a:lnTo>
                <a:lnTo>
                  <a:pt x="7759923" y="3358447"/>
                </a:lnTo>
                <a:lnTo>
                  <a:pt x="7744708" y="3387709"/>
                </a:lnTo>
                <a:lnTo>
                  <a:pt x="7734173" y="3422822"/>
                </a:lnTo>
                <a:lnTo>
                  <a:pt x="7729492" y="3459107"/>
                </a:lnTo>
                <a:lnTo>
                  <a:pt x="7728321" y="3496561"/>
                </a:lnTo>
                <a:lnTo>
                  <a:pt x="7731832" y="3536357"/>
                </a:lnTo>
                <a:lnTo>
                  <a:pt x="7736514" y="3576152"/>
                </a:lnTo>
                <a:lnTo>
                  <a:pt x="7742367" y="3615948"/>
                </a:lnTo>
                <a:lnTo>
                  <a:pt x="7747048" y="3655744"/>
                </a:lnTo>
                <a:lnTo>
                  <a:pt x="7749389" y="3695539"/>
                </a:lnTo>
                <a:lnTo>
                  <a:pt x="7749389" y="3734164"/>
                </a:lnTo>
                <a:lnTo>
                  <a:pt x="7744708" y="3770449"/>
                </a:lnTo>
                <a:lnTo>
                  <a:pt x="7735344" y="3806733"/>
                </a:lnTo>
                <a:lnTo>
                  <a:pt x="7721298" y="3840676"/>
                </a:lnTo>
                <a:lnTo>
                  <a:pt x="7703741" y="3875790"/>
                </a:lnTo>
                <a:lnTo>
                  <a:pt x="7683844" y="3910903"/>
                </a:lnTo>
                <a:lnTo>
                  <a:pt x="7662775" y="3946017"/>
                </a:lnTo>
                <a:lnTo>
                  <a:pt x="7642878" y="3979961"/>
                </a:lnTo>
                <a:lnTo>
                  <a:pt x="7625321" y="4016245"/>
                </a:lnTo>
                <a:lnTo>
                  <a:pt x="7611275" y="4051358"/>
                </a:lnTo>
                <a:lnTo>
                  <a:pt x="7601912" y="4087643"/>
                </a:lnTo>
                <a:lnTo>
                  <a:pt x="7598400" y="4125097"/>
                </a:lnTo>
                <a:lnTo>
                  <a:pt x="7601912" y="4162552"/>
                </a:lnTo>
                <a:lnTo>
                  <a:pt x="7611275" y="4198836"/>
                </a:lnTo>
                <a:lnTo>
                  <a:pt x="7625321" y="4233950"/>
                </a:lnTo>
                <a:lnTo>
                  <a:pt x="7642878" y="4270234"/>
                </a:lnTo>
                <a:lnTo>
                  <a:pt x="7662775" y="4304177"/>
                </a:lnTo>
                <a:lnTo>
                  <a:pt x="7683844" y="4339291"/>
                </a:lnTo>
                <a:lnTo>
                  <a:pt x="7703741" y="4374405"/>
                </a:lnTo>
                <a:lnTo>
                  <a:pt x="7721298" y="4409519"/>
                </a:lnTo>
                <a:lnTo>
                  <a:pt x="7735344" y="4443462"/>
                </a:lnTo>
                <a:lnTo>
                  <a:pt x="7744708" y="4479746"/>
                </a:lnTo>
                <a:lnTo>
                  <a:pt x="7749389" y="4516030"/>
                </a:lnTo>
                <a:lnTo>
                  <a:pt x="7749389" y="4554655"/>
                </a:lnTo>
                <a:lnTo>
                  <a:pt x="7747048" y="4594451"/>
                </a:lnTo>
                <a:lnTo>
                  <a:pt x="7742367" y="4634247"/>
                </a:lnTo>
                <a:lnTo>
                  <a:pt x="7736514" y="4674042"/>
                </a:lnTo>
                <a:lnTo>
                  <a:pt x="7731832" y="4713838"/>
                </a:lnTo>
                <a:lnTo>
                  <a:pt x="7728321" y="4753633"/>
                </a:lnTo>
                <a:lnTo>
                  <a:pt x="7729492" y="4791088"/>
                </a:lnTo>
                <a:lnTo>
                  <a:pt x="7734173" y="4827372"/>
                </a:lnTo>
                <a:lnTo>
                  <a:pt x="7744708" y="4862486"/>
                </a:lnTo>
                <a:lnTo>
                  <a:pt x="7759923" y="4891747"/>
                </a:lnTo>
                <a:lnTo>
                  <a:pt x="7779821" y="4919838"/>
                </a:lnTo>
                <a:lnTo>
                  <a:pt x="7803230" y="4944418"/>
                </a:lnTo>
                <a:lnTo>
                  <a:pt x="7830151" y="4968998"/>
                </a:lnTo>
                <a:lnTo>
                  <a:pt x="7858242" y="4991236"/>
                </a:lnTo>
                <a:lnTo>
                  <a:pt x="7887503" y="5013475"/>
                </a:lnTo>
                <a:lnTo>
                  <a:pt x="7916765" y="5035714"/>
                </a:lnTo>
                <a:lnTo>
                  <a:pt x="7946026" y="5057952"/>
                </a:lnTo>
                <a:lnTo>
                  <a:pt x="7972947" y="5081362"/>
                </a:lnTo>
                <a:lnTo>
                  <a:pt x="7996356" y="5108282"/>
                </a:lnTo>
                <a:lnTo>
                  <a:pt x="8017424" y="5134032"/>
                </a:lnTo>
                <a:lnTo>
                  <a:pt x="8033811" y="5163294"/>
                </a:lnTo>
                <a:lnTo>
                  <a:pt x="8047856" y="5194896"/>
                </a:lnTo>
                <a:lnTo>
                  <a:pt x="8059561" y="5228839"/>
                </a:lnTo>
                <a:lnTo>
                  <a:pt x="8070095" y="5263953"/>
                </a:lnTo>
                <a:lnTo>
                  <a:pt x="8079459" y="5299067"/>
                </a:lnTo>
                <a:lnTo>
                  <a:pt x="8088822" y="5335351"/>
                </a:lnTo>
                <a:lnTo>
                  <a:pt x="8099356" y="5369294"/>
                </a:lnTo>
                <a:lnTo>
                  <a:pt x="8111061" y="5403238"/>
                </a:lnTo>
                <a:lnTo>
                  <a:pt x="8125106" y="5434840"/>
                </a:lnTo>
                <a:lnTo>
                  <a:pt x="8142663" y="5462931"/>
                </a:lnTo>
                <a:lnTo>
                  <a:pt x="8163732" y="5488681"/>
                </a:lnTo>
                <a:lnTo>
                  <a:pt x="8189482" y="5509749"/>
                </a:lnTo>
                <a:lnTo>
                  <a:pt x="8217573" y="5527306"/>
                </a:lnTo>
                <a:lnTo>
                  <a:pt x="8249175" y="5541352"/>
                </a:lnTo>
                <a:lnTo>
                  <a:pt x="8283118" y="5553056"/>
                </a:lnTo>
                <a:lnTo>
                  <a:pt x="8317062" y="5563590"/>
                </a:lnTo>
                <a:lnTo>
                  <a:pt x="8353346" y="5572954"/>
                </a:lnTo>
                <a:lnTo>
                  <a:pt x="8388459" y="5582318"/>
                </a:lnTo>
                <a:lnTo>
                  <a:pt x="8423573" y="5592852"/>
                </a:lnTo>
                <a:lnTo>
                  <a:pt x="8457516" y="5604556"/>
                </a:lnTo>
                <a:lnTo>
                  <a:pt x="8489119" y="5618602"/>
                </a:lnTo>
                <a:lnTo>
                  <a:pt x="8518380" y="5634988"/>
                </a:lnTo>
                <a:lnTo>
                  <a:pt x="8544130" y="5656057"/>
                </a:lnTo>
                <a:lnTo>
                  <a:pt x="8571051" y="5679466"/>
                </a:lnTo>
                <a:lnTo>
                  <a:pt x="8594460" y="5706386"/>
                </a:lnTo>
                <a:lnTo>
                  <a:pt x="8616699" y="5734477"/>
                </a:lnTo>
                <a:lnTo>
                  <a:pt x="8638937" y="5763739"/>
                </a:lnTo>
                <a:lnTo>
                  <a:pt x="8661176" y="5793000"/>
                </a:lnTo>
                <a:lnTo>
                  <a:pt x="8683415" y="5821091"/>
                </a:lnTo>
                <a:lnTo>
                  <a:pt x="8707994" y="5848012"/>
                </a:lnTo>
                <a:lnTo>
                  <a:pt x="8732574" y="5871421"/>
                </a:lnTo>
                <a:lnTo>
                  <a:pt x="8760665" y="5891319"/>
                </a:lnTo>
                <a:lnTo>
                  <a:pt x="8789926" y="5906535"/>
                </a:lnTo>
                <a:lnTo>
                  <a:pt x="8825040" y="5917069"/>
                </a:lnTo>
                <a:lnTo>
                  <a:pt x="8861324" y="5921751"/>
                </a:lnTo>
                <a:lnTo>
                  <a:pt x="8898779" y="5922921"/>
                </a:lnTo>
                <a:lnTo>
                  <a:pt x="8938575" y="5919410"/>
                </a:lnTo>
                <a:lnTo>
                  <a:pt x="8978370" y="5914728"/>
                </a:lnTo>
                <a:lnTo>
                  <a:pt x="9018166" y="5908876"/>
                </a:lnTo>
                <a:lnTo>
                  <a:pt x="9057961" y="5904194"/>
                </a:lnTo>
                <a:lnTo>
                  <a:pt x="9097757" y="5901853"/>
                </a:lnTo>
                <a:lnTo>
                  <a:pt x="9136382" y="5901853"/>
                </a:lnTo>
                <a:lnTo>
                  <a:pt x="9172666" y="5906535"/>
                </a:lnTo>
                <a:lnTo>
                  <a:pt x="9208950" y="5915898"/>
                </a:lnTo>
                <a:lnTo>
                  <a:pt x="9244064" y="5929944"/>
                </a:lnTo>
                <a:lnTo>
                  <a:pt x="9279178" y="5948671"/>
                </a:lnTo>
                <a:lnTo>
                  <a:pt x="9314292" y="5967398"/>
                </a:lnTo>
                <a:lnTo>
                  <a:pt x="9349405" y="5988467"/>
                </a:lnTo>
                <a:lnTo>
                  <a:pt x="9383349" y="6008364"/>
                </a:lnTo>
                <a:lnTo>
                  <a:pt x="9419633" y="6025921"/>
                </a:lnTo>
                <a:lnTo>
                  <a:pt x="9454747" y="6039967"/>
                </a:lnTo>
                <a:lnTo>
                  <a:pt x="9491031" y="6049331"/>
                </a:lnTo>
                <a:lnTo>
                  <a:pt x="9528486" y="6052842"/>
                </a:lnTo>
                <a:lnTo>
                  <a:pt x="9565940" y="6049331"/>
                </a:lnTo>
                <a:lnTo>
                  <a:pt x="9602224" y="6039967"/>
                </a:lnTo>
                <a:lnTo>
                  <a:pt x="9637338" y="6025921"/>
                </a:lnTo>
                <a:lnTo>
                  <a:pt x="9673622" y="6008364"/>
                </a:lnTo>
                <a:lnTo>
                  <a:pt x="9707566" y="5988467"/>
                </a:lnTo>
                <a:lnTo>
                  <a:pt x="9742679" y="5967398"/>
                </a:lnTo>
                <a:lnTo>
                  <a:pt x="9777793" y="5948671"/>
                </a:lnTo>
                <a:lnTo>
                  <a:pt x="9812907" y="5929944"/>
                </a:lnTo>
                <a:lnTo>
                  <a:pt x="9846850" y="5915898"/>
                </a:lnTo>
                <a:lnTo>
                  <a:pt x="9884305" y="5906535"/>
                </a:lnTo>
                <a:lnTo>
                  <a:pt x="9920589" y="5901853"/>
                </a:lnTo>
                <a:lnTo>
                  <a:pt x="9959214" y="5901853"/>
                </a:lnTo>
                <a:lnTo>
                  <a:pt x="9999010" y="5904194"/>
                </a:lnTo>
                <a:lnTo>
                  <a:pt x="10038805" y="5908876"/>
                </a:lnTo>
                <a:lnTo>
                  <a:pt x="10078601" y="5914728"/>
                </a:lnTo>
                <a:lnTo>
                  <a:pt x="10118396" y="5919410"/>
                </a:lnTo>
                <a:lnTo>
                  <a:pt x="10158192" y="5922921"/>
                </a:lnTo>
                <a:lnTo>
                  <a:pt x="10195647" y="5921751"/>
                </a:lnTo>
                <a:lnTo>
                  <a:pt x="10231931" y="5917069"/>
                </a:lnTo>
                <a:lnTo>
                  <a:pt x="10267044" y="5906535"/>
                </a:lnTo>
                <a:lnTo>
                  <a:pt x="10296306" y="5891319"/>
                </a:lnTo>
                <a:lnTo>
                  <a:pt x="10324397" y="5871421"/>
                </a:lnTo>
                <a:lnTo>
                  <a:pt x="10348977" y="5848012"/>
                </a:lnTo>
                <a:lnTo>
                  <a:pt x="10373556" y="5821091"/>
                </a:lnTo>
                <a:lnTo>
                  <a:pt x="10395795" y="5793000"/>
                </a:lnTo>
                <a:lnTo>
                  <a:pt x="10418034" y="5763739"/>
                </a:lnTo>
                <a:lnTo>
                  <a:pt x="10440272" y="5734477"/>
                </a:lnTo>
                <a:lnTo>
                  <a:pt x="10462511" y="5706386"/>
                </a:lnTo>
                <a:lnTo>
                  <a:pt x="10485920" y="5679466"/>
                </a:lnTo>
                <a:lnTo>
                  <a:pt x="10512841" y="5656057"/>
                </a:lnTo>
                <a:lnTo>
                  <a:pt x="10538591" y="5634988"/>
                </a:lnTo>
                <a:lnTo>
                  <a:pt x="10567852" y="5618602"/>
                </a:lnTo>
                <a:lnTo>
                  <a:pt x="10599455" y="5604556"/>
                </a:lnTo>
                <a:lnTo>
                  <a:pt x="10633398" y="5592852"/>
                </a:lnTo>
                <a:lnTo>
                  <a:pt x="10668512" y="5582318"/>
                </a:lnTo>
                <a:lnTo>
                  <a:pt x="10703626" y="5572954"/>
                </a:lnTo>
                <a:lnTo>
                  <a:pt x="10739910" y="5563590"/>
                </a:lnTo>
                <a:lnTo>
                  <a:pt x="10773853" y="5553056"/>
                </a:lnTo>
                <a:lnTo>
                  <a:pt x="10807796" y="5541352"/>
                </a:lnTo>
                <a:lnTo>
                  <a:pt x="10839399" y="5527306"/>
                </a:lnTo>
                <a:lnTo>
                  <a:pt x="10867490" y="5509749"/>
                </a:lnTo>
                <a:lnTo>
                  <a:pt x="10893240" y="5488681"/>
                </a:lnTo>
                <a:lnTo>
                  <a:pt x="10914308" y="5462931"/>
                </a:lnTo>
                <a:lnTo>
                  <a:pt x="10931865" y="5434840"/>
                </a:lnTo>
                <a:lnTo>
                  <a:pt x="10945910" y="5403238"/>
                </a:lnTo>
                <a:lnTo>
                  <a:pt x="10957615" y="5369294"/>
                </a:lnTo>
                <a:lnTo>
                  <a:pt x="10968149" y="5335351"/>
                </a:lnTo>
                <a:lnTo>
                  <a:pt x="10977513" y="5299067"/>
                </a:lnTo>
                <a:lnTo>
                  <a:pt x="10986876" y="5263953"/>
                </a:lnTo>
                <a:lnTo>
                  <a:pt x="10997410" y="5228839"/>
                </a:lnTo>
                <a:lnTo>
                  <a:pt x="11009115" y="5194896"/>
                </a:lnTo>
                <a:lnTo>
                  <a:pt x="11023160" y="5163294"/>
                </a:lnTo>
                <a:lnTo>
                  <a:pt x="11039547" y="5134032"/>
                </a:lnTo>
                <a:lnTo>
                  <a:pt x="11060615" y="5108282"/>
                </a:lnTo>
                <a:lnTo>
                  <a:pt x="11084024" y="5081362"/>
                </a:lnTo>
                <a:lnTo>
                  <a:pt x="11110945" y="5057952"/>
                </a:lnTo>
                <a:lnTo>
                  <a:pt x="11139036" y="5035714"/>
                </a:lnTo>
                <a:lnTo>
                  <a:pt x="11169468" y="5013475"/>
                </a:lnTo>
                <a:lnTo>
                  <a:pt x="11198729" y="4991236"/>
                </a:lnTo>
                <a:lnTo>
                  <a:pt x="11226820" y="4968998"/>
                </a:lnTo>
                <a:lnTo>
                  <a:pt x="11253741" y="4944418"/>
                </a:lnTo>
                <a:lnTo>
                  <a:pt x="11277150" y="4919838"/>
                </a:lnTo>
                <a:lnTo>
                  <a:pt x="11297048" y="4891747"/>
                </a:lnTo>
                <a:lnTo>
                  <a:pt x="11312264" y="4862486"/>
                </a:lnTo>
                <a:lnTo>
                  <a:pt x="11322798" y="4827372"/>
                </a:lnTo>
                <a:lnTo>
                  <a:pt x="11327480" y="4791088"/>
                </a:lnTo>
                <a:lnTo>
                  <a:pt x="11328650" y="4753633"/>
                </a:lnTo>
                <a:lnTo>
                  <a:pt x="11325139" y="4713838"/>
                </a:lnTo>
                <a:lnTo>
                  <a:pt x="11320457" y="4674042"/>
                </a:lnTo>
                <a:lnTo>
                  <a:pt x="11314605" y="4634247"/>
                </a:lnTo>
                <a:lnTo>
                  <a:pt x="11309923" y="4594451"/>
                </a:lnTo>
                <a:lnTo>
                  <a:pt x="11307582" y="4554655"/>
                </a:lnTo>
                <a:lnTo>
                  <a:pt x="11307582" y="4516030"/>
                </a:lnTo>
                <a:lnTo>
                  <a:pt x="11312264" y="4479746"/>
                </a:lnTo>
                <a:lnTo>
                  <a:pt x="11321628" y="4443462"/>
                </a:lnTo>
                <a:lnTo>
                  <a:pt x="11335673" y="4409519"/>
                </a:lnTo>
                <a:lnTo>
                  <a:pt x="11354400" y="4374405"/>
                </a:lnTo>
                <a:lnTo>
                  <a:pt x="11373128" y="4339291"/>
                </a:lnTo>
                <a:lnTo>
                  <a:pt x="11394196" y="4304177"/>
                </a:lnTo>
                <a:lnTo>
                  <a:pt x="11414094" y="4270234"/>
                </a:lnTo>
                <a:lnTo>
                  <a:pt x="11431650" y="4233950"/>
                </a:lnTo>
                <a:lnTo>
                  <a:pt x="11445696" y="4198836"/>
                </a:lnTo>
                <a:lnTo>
                  <a:pt x="11455060" y="4162552"/>
                </a:lnTo>
                <a:lnTo>
                  <a:pt x="11458571" y="4125097"/>
                </a:lnTo>
                <a:lnTo>
                  <a:pt x="11455060" y="4087643"/>
                </a:lnTo>
                <a:lnTo>
                  <a:pt x="11445696" y="4051358"/>
                </a:lnTo>
                <a:lnTo>
                  <a:pt x="11431650" y="4016245"/>
                </a:lnTo>
                <a:lnTo>
                  <a:pt x="11414094" y="3979961"/>
                </a:lnTo>
                <a:lnTo>
                  <a:pt x="11394196" y="3946017"/>
                </a:lnTo>
                <a:lnTo>
                  <a:pt x="11373128" y="3910903"/>
                </a:lnTo>
                <a:lnTo>
                  <a:pt x="11354400" y="3875790"/>
                </a:lnTo>
                <a:lnTo>
                  <a:pt x="11335673" y="3840676"/>
                </a:lnTo>
                <a:lnTo>
                  <a:pt x="11321628" y="3806733"/>
                </a:lnTo>
                <a:lnTo>
                  <a:pt x="11312264" y="3770449"/>
                </a:lnTo>
                <a:lnTo>
                  <a:pt x="11307582" y="3734164"/>
                </a:lnTo>
                <a:lnTo>
                  <a:pt x="11307582" y="3695539"/>
                </a:lnTo>
                <a:lnTo>
                  <a:pt x="11309923" y="3655744"/>
                </a:lnTo>
                <a:lnTo>
                  <a:pt x="11314605" y="3615948"/>
                </a:lnTo>
                <a:lnTo>
                  <a:pt x="11320457" y="3576152"/>
                </a:lnTo>
                <a:lnTo>
                  <a:pt x="11325139" y="3536357"/>
                </a:lnTo>
                <a:lnTo>
                  <a:pt x="11328650" y="3496561"/>
                </a:lnTo>
                <a:lnTo>
                  <a:pt x="11327480" y="3459107"/>
                </a:lnTo>
                <a:lnTo>
                  <a:pt x="11322798" y="3422822"/>
                </a:lnTo>
                <a:lnTo>
                  <a:pt x="11312264" y="3387709"/>
                </a:lnTo>
                <a:lnTo>
                  <a:pt x="11297048" y="3358447"/>
                </a:lnTo>
                <a:lnTo>
                  <a:pt x="11277150" y="3330356"/>
                </a:lnTo>
                <a:lnTo>
                  <a:pt x="11253741" y="3305777"/>
                </a:lnTo>
                <a:lnTo>
                  <a:pt x="11226820" y="3281197"/>
                </a:lnTo>
                <a:lnTo>
                  <a:pt x="11198729" y="3258958"/>
                </a:lnTo>
                <a:lnTo>
                  <a:pt x="11169468" y="3236720"/>
                </a:lnTo>
                <a:lnTo>
                  <a:pt x="11139036" y="3214481"/>
                </a:lnTo>
                <a:lnTo>
                  <a:pt x="11110945" y="3192242"/>
                </a:lnTo>
                <a:lnTo>
                  <a:pt x="11084024" y="3168833"/>
                </a:lnTo>
                <a:lnTo>
                  <a:pt x="11060615" y="3141913"/>
                </a:lnTo>
                <a:lnTo>
                  <a:pt x="11039547" y="3116162"/>
                </a:lnTo>
                <a:lnTo>
                  <a:pt x="11023160" y="3086901"/>
                </a:lnTo>
                <a:lnTo>
                  <a:pt x="11009115" y="3055299"/>
                </a:lnTo>
                <a:lnTo>
                  <a:pt x="10997410" y="3021355"/>
                </a:lnTo>
                <a:lnTo>
                  <a:pt x="10986876" y="2986242"/>
                </a:lnTo>
                <a:lnTo>
                  <a:pt x="10977513" y="2951128"/>
                </a:lnTo>
                <a:lnTo>
                  <a:pt x="10968149" y="2914844"/>
                </a:lnTo>
                <a:lnTo>
                  <a:pt x="10957615" y="2880900"/>
                </a:lnTo>
                <a:lnTo>
                  <a:pt x="10945910" y="2846957"/>
                </a:lnTo>
                <a:lnTo>
                  <a:pt x="10931865" y="2815355"/>
                </a:lnTo>
                <a:lnTo>
                  <a:pt x="10914308" y="2787264"/>
                </a:lnTo>
                <a:lnTo>
                  <a:pt x="10893240" y="2761514"/>
                </a:lnTo>
                <a:lnTo>
                  <a:pt x="10867490" y="2740445"/>
                </a:lnTo>
                <a:lnTo>
                  <a:pt x="10839399" y="2722888"/>
                </a:lnTo>
                <a:lnTo>
                  <a:pt x="10807796" y="2708843"/>
                </a:lnTo>
                <a:lnTo>
                  <a:pt x="10773853" y="2697138"/>
                </a:lnTo>
                <a:lnTo>
                  <a:pt x="10739910" y="2686604"/>
                </a:lnTo>
                <a:lnTo>
                  <a:pt x="10703626" y="2677241"/>
                </a:lnTo>
                <a:lnTo>
                  <a:pt x="10668512" y="2667877"/>
                </a:lnTo>
                <a:lnTo>
                  <a:pt x="10633398" y="2657343"/>
                </a:lnTo>
                <a:lnTo>
                  <a:pt x="10599455" y="2645638"/>
                </a:lnTo>
                <a:lnTo>
                  <a:pt x="10567852" y="2631593"/>
                </a:lnTo>
                <a:lnTo>
                  <a:pt x="10538591" y="2615206"/>
                </a:lnTo>
                <a:lnTo>
                  <a:pt x="10512841" y="2594138"/>
                </a:lnTo>
                <a:lnTo>
                  <a:pt x="10485920" y="2570729"/>
                </a:lnTo>
                <a:lnTo>
                  <a:pt x="10462511" y="2543808"/>
                </a:lnTo>
                <a:lnTo>
                  <a:pt x="10440272" y="2515717"/>
                </a:lnTo>
                <a:lnTo>
                  <a:pt x="10418034" y="2486456"/>
                </a:lnTo>
                <a:lnTo>
                  <a:pt x="10395795" y="2457194"/>
                </a:lnTo>
                <a:lnTo>
                  <a:pt x="10373556" y="2429103"/>
                </a:lnTo>
                <a:lnTo>
                  <a:pt x="10348977" y="2402183"/>
                </a:lnTo>
                <a:lnTo>
                  <a:pt x="10324397" y="2378774"/>
                </a:lnTo>
                <a:lnTo>
                  <a:pt x="10296306" y="2358876"/>
                </a:lnTo>
                <a:lnTo>
                  <a:pt x="10267044" y="2343660"/>
                </a:lnTo>
                <a:lnTo>
                  <a:pt x="10231931" y="2333126"/>
                </a:lnTo>
                <a:lnTo>
                  <a:pt x="10195647" y="2328444"/>
                </a:lnTo>
                <a:lnTo>
                  <a:pt x="10158192" y="2327274"/>
                </a:lnTo>
                <a:lnTo>
                  <a:pt x="10118396" y="2330785"/>
                </a:lnTo>
                <a:lnTo>
                  <a:pt x="10078601" y="2335467"/>
                </a:lnTo>
                <a:lnTo>
                  <a:pt x="10038805" y="2341319"/>
                </a:lnTo>
                <a:lnTo>
                  <a:pt x="9999010" y="2346001"/>
                </a:lnTo>
                <a:lnTo>
                  <a:pt x="9959214" y="2348342"/>
                </a:lnTo>
                <a:lnTo>
                  <a:pt x="9920589" y="2348342"/>
                </a:lnTo>
                <a:lnTo>
                  <a:pt x="9884305" y="2343660"/>
                </a:lnTo>
                <a:lnTo>
                  <a:pt x="9846850" y="2334296"/>
                </a:lnTo>
                <a:lnTo>
                  <a:pt x="9812907" y="2320251"/>
                </a:lnTo>
                <a:lnTo>
                  <a:pt x="9777793" y="2301524"/>
                </a:lnTo>
                <a:lnTo>
                  <a:pt x="9742679" y="2282796"/>
                </a:lnTo>
                <a:lnTo>
                  <a:pt x="9707566" y="2261728"/>
                </a:lnTo>
                <a:lnTo>
                  <a:pt x="9673622" y="2241830"/>
                </a:lnTo>
                <a:lnTo>
                  <a:pt x="9637338" y="2224273"/>
                </a:lnTo>
                <a:lnTo>
                  <a:pt x="9602224" y="2210228"/>
                </a:lnTo>
                <a:lnTo>
                  <a:pt x="9565940" y="2200864"/>
                </a:lnTo>
                <a:lnTo>
                  <a:pt x="9528486" y="2197353"/>
                </a:lnTo>
                <a:close/>
              </a:path>
            </a:pathLst>
          </a:custGeom>
          <a:solidFill>
            <a:schemeClr val="bg2"/>
          </a:solidFill>
          <a:ln w="10160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3C33C590-89BA-A6B6-C4FD-04A5DE3DAA2A}"/>
              </a:ext>
            </a:extLst>
          </p:cNvPr>
          <p:cNvSpPr>
            <a:spLocks noGrp="1"/>
          </p:cNvSpPr>
          <p:nvPr>
            <p:ph type="title"/>
          </p:nvPr>
        </p:nvSpPr>
        <p:spPr>
          <a:xfrm>
            <a:off x="1251678" y="382385"/>
            <a:ext cx="10178322" cy="1492132"/>
          </a:xfrm>
        </p:spPr>
        <p:txBody>
          <a:bodyPr>
            <a:normAutofit fontScale="90000"/>
          </a:bodyPr>
          <a:lstStyle/>
          <a:p>
            <a:r>
              <a:rPr lang="en-US">
                <a:latin typeface="Avenir Book" panose="02000503020000020003" pitchFamily="2" charset="0"/>
              </a:rPr>
              <a:t>Basil Mitchell: The parable of the partisan (1) </a:t>
            </a:r>
          </a:p>
        </p:txBody>
      </p:sp>
      <p:sp>
        <p:nvSpPr>
          <p:cNvPr id="15" name="Freeform 6">
            <a:extLst>
              <a:ext uri="{FF2B5EF4-FFF2-40B4-BE49-F238E27FC236}">
                <a16:creationId xmlns:a16="http://schemas.microsoft.com/office/drawing/2014/main" id="{0D3B0D10-EF29-472A-8E3D-EBEDDD162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3" name="Content Placeholder 2">
            <a:extLst>
              <a:ext uri="{FF2B5EF4-FFF2-40B4-BE49-F238E27FC236}">
                <a16:creationId xmlns:a16="http://schemas.microsoft.com/office/drawing/2014/main" id="{E11A1F6F-5DC0-2ED9-EDAB-152BD044B36C}"/>
              </a:ext>
            </a:extLst>
          </p:cNvPr>
          <p:cNvSpPr>
            <a:spLocks noGrp="1"/>
          </p:cNvSpPr>
          <p:nvPr>
            <p:ph idx="1"/>
          </p:nvPr>
        </p:nvSpPr>
        <p:spPr>
          <a:xfrm>
            <a:off x="1251678" y="2286001"/>
            <a:ext cx="6015897" cy="3593591"/>
          </a:xfrm>
        </p:spPr>
        <p:txBody>
          <a:bodyPr>
            <a:normAutofit/>
          </a:bodyPr>
          <a:lstStyle/>
          <a:p>
            <a:pPr marL="0" indent="0" algn="just">
              <a:buNone/>
            </a:pPr>
            <a:r>
              <a:rPr lang="en-US" dirty="0">
                <a:solidFill>
                  <a:schemeClr val="tx1"/>
                </a:solidFill>
                <a:latin typeface="Avenir Book" panose="02000503020000020003" pitchFamily="2" charset="0"/>
              </a:rPr>
              <a:t>Basil Mitchell agrees with Flew that we need to have evidence for a belief, and we should know what would count as evidence against a belief, we wish the belief to be meaningful. However, he claims that a belief can remain meaningful even if we do not necessarily withdraw it, in light of, evidence that counts against it. He develops the parable of the partisan to explain the idea. </a:t>
            </a:r>
          </a:p>
        </p:txBody>
      </p:sp>
      <p:sp>
        <p:nvSpPr>
          <p:cNvPr id="13" name="Rectangle 12">
            <a:extLst>
              <a:ext uri="{FF2B5EF4-FFF2-40B4-BE49-F238E27FC236}">
                <a16:creationId xmlns:a16="http://schemas.microsoft.com/office/drawing/2014/main" id="{44FF49E3-3CF7-467D-BE04-86D18D2490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871508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A2A95FE-DC24-1283-198E-9BF65E50B4B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B9AAEB5-956F-CD07-8469-C43B11A00B40}"/>
              </a:ext>
            </a:extLst>
          </p:cNvPr>
          <p:cNvPicPr>
            <a:picLocks noChangeAspect="1"/>
          </p:cNvPicPr>
          <p:nvPr/>
        </p:nvPicPr>
        <p:blipFill>
          <a:blip r:embed="rId2"/>
          <a:srcRect b="7201"/>
          <a:stretch/>
        </p:blipFill>
        <p:spPr>
          <a:xfrm>
            <a:off x="7373816" y="2145636"/>
            <a:ext cx="4261588" cy="3954707"/>
          </a:xfrm>
          <a:prstGeom prst="rect">
            <a:avLst/>
          </a:prstGeom>
        </p:spPr>
      </p:pic>
      <p:sp>
        <p:nvSpPr>
          <p:cNvPr id="9" name="Freeform 8">
            <a:extLst>
              <a:ext uri="{FF2B5EF4-FFF2-40B4-BE49-F238E27FC236}">
                <a16:creationId xmlns:a16="http://schemas.microsoft.com/office/drawing/2014/main" id="{438E2B1E-5364-451C-8B5F-2D1BFF5A68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5" fmla="*/ 9528486 w 12192000"/>
              <a:gd name="connsiteY5" fmla="*/ 2197353 h 6858000"/>
              <a:gd name="connsiteX6" fmla="*/ 9491031 w 12192000"/>
              <a:gd name="connsiteY6" fmla="*/ 2200864 h 6858000"/>
              <a:gd name="connsiteX7" fmla="*/ 9454747 w 12192000"/>
              <a:gd name="connsiteY7" fmla="*/ 2210228 h 6858000"/>
              <a:gd name="connsiteX8" fmla="*/ 9419633 w 12192000"/>
              <a:gd name="connsiteY8" fmla="*/ 2224273 h 6858000"/>
              <a:gd name="connsiteX9" fmla="*/ 9383349 w 12192000"/>
              <a:gd name="connsiteY9" fmla="*/ 2241830 h 6858000"/>
              <a:gd name="connsiteX10" fmla="*/ 9349405 w 12192000"/>
              <a:gd name="connsiteY10" fmla="*/ 2261728 h 6858000"/>
              <a:gd name="connsiteX11" fmla="*/ 9314292 w 12192000"/>
              <a:gd name="connsiteY11" fmla="*/ 2282796 h 6858000"/>
              <a:gd name="connsiteX12" fmla="*/ 9279178 w 12192000"/>
              <a:gd name="connsiteY12" fmla="*/ 2301524 h 6858000"/>
              <a:gd name="connsiteX13" fmla="*/ 9244064 w 12192000"/>
              <a:gd name="connsiteY13" fmla="*/ 2320251 h 6858000"/>
              <a:gd name="connsiteX14" fmla="*/ 9208950 w 12192000"/>
              <a:gd name="connsiteY14" fmla="*/ 2334296 h 6858000"/>
              <a:gd name="connsiteX15" fmla="*/ 9172666 w 12192000"/>
              <a:gd name="connsiteY15" fmla="*/ 2343660 h 6858000"/>
              <a:gd name="connsiteX16" fmla="*/ 9136382 w 12192000"/>
              <a:gd name="connsiteY16" fmla="*/ 2348342 h 6858000"/>
              <a:gd name="connsiteX17" fmla="*/ 9097757 w 12192000"/>
              <a:gd name="connsiteY17" fmla="*/ 2348342 h 6858000"/>
              <a:gd name="connsiteX18" fmla="*/ 9057961 w 12192000"/>
              <a:gd name="connsiteY18" fmla="*/ 2346001 h 6858000"/>
              <a:gd name="connsiteX19" fmla="*/ 9018166 w 12192000"/>
              <a:gd name="connsiteY19" fmla="*/ 2341319 h 6858000"/>
              <a:gd name="connsiteX20" fmla="*/ 8978370 w 12192000"/>
              <a:gd name="connsiteY20" fmla="*/ 2335467 h 6858000"/>
              <a:gd name="connsiteX21" fmla="*/ 8938575 w 12192000"/>
              <a:gd name="connsiteY21" fmla="*/ 2330785 h 6858000"/>
              <a:gd name="connsiteX22" fmla="*/ 8898779 w 12192000"/>
              <a:gd name="connsiteY22" fmla="*/ 2327274 h 6858000"/>
              <a:gd name="connsiteX23" fmla="*/ 8861324 w 12192000"/>
              <a:gd name="connsiteY23" fmla="*/ 2328444 h 6858000"/>
              <a:gd name="connsiteX24" fmla="*/ 8825040 w 12192000"/>
              <a:gd name="connsiteY24" fmla="*/ 2333126 h 6858000"/>
              <a:gd name="connsiteX25" fmla="*/ 8789926 w 12192000"/>
              <a:gd name="connsiteY25" fmla="*/ 2343660 h 6858000"/>
              <a:gd name="connsiteX26" fmla="*/ 8760665 w 12192000"/>
              <a:gd name="connsiteY26" fmla="*/ 2358876 h 6858000"/>
              <a:gd name="connsiteX27" fmla="*/ 8732574 w 12192000"/>
              <a:gd name="connsiteY27" fmla="*/ 2378774 h 6858000"/>
              <a:gd name="connsiteX28" fmla="*/ 8707994 w 12192000"/>
              <a:gd name="connsiteY28" fmla="*/ 2402183 h 6858000"/>
              <a:gd name="connsiteX29" fmla="*/ 8683415 w 12192000"/>
              <a:gd name="connsiteY29" fmla="*/ 2429103 h 6858000"/>
              <a:gd name="connsiteX30" fmla="*/ 8661176 w 12192000"/>
              <a:gd name="connsiteY30" fmla="*/ 2457194 h 6858000"/>
              <a:gd name="connsiteX31" fmla="*/ 8638937 w 12192000"/>
              <a:gd name="connsiteY31" fmla="*/ 2486456 h 6858000"/>
              <a:gd name="connsiteX32" fmla="*/ 8616699 w 12192000"/>
              <a:gd name="connsiteY32" fmla="*/ 2515717 h 6858000"/>
              <a:gd name="connsiteX33" fmla="*/ 8594460 w 12192000"/>
              <a:gd name="connsiteY33" fmla="*/ 2543808 h 6858000"/>
              <a:gd name="connsiteX34" fmla="*/ 8571051 w 12192000"/>
              <a:gd name="connsiteY34" fmla="*/ 2570729 h 6858000"/>
              <a:gd name="connsiteX35" fmla="*/ 8544130 w 12192000"/>
              <a:gd name="connsiteY35" fmla="*/ 2594138 h 6858000"/>
              <a:gd name="connsiteX36" fmla="*/ 8518380 w 12192000"/>
              <a:gd name="connsiteY36" fmla="*/ 2615206 h 6858000"/>
              <a:gd name="connsiteX37" fmla="*/ 8489119 w 12192000"/>
              <a:gd name="connsiteY37" fmla="*/ 2631593 h 6858000"/>
              <a:gd name="connsiteX38" fmla="*/ 8457516 w 12192000"/>
              <a:gd name="connsiteY38" fmla="*/ 2645638 h 6858000"/>
              <a:gd name="connsiteX39" fmla="*/ 8423573 w 12192000"/>
              <a:gd name="connsiteY39" fmla="*/ 2657343 h 6858000"/>
              <a:gd name="connsiteX40" fmla="*/ 8388459 w 12192000"/>
              <a:gd name="connsiteY40" fmla="*/ 2667877 h 6858000"/>
              <a:gd name="connsiteX41" fmla="*/ 8353346 w 12192000"/>
              <a:gd name="connsiteY41" fmla="*/ 2677241 h 6858000"/>
              <a:gd name="connsiteX42" fmla="*/ 8317062 w 12192000"/>
              <a:gd name="connsiteY42" fmla="*/ 2686604 h 6858000"/>
              <a:gd name="connsiteX43" fmla="*/ 8283118 w 12192000"/>
              <a:gd name="connsiteY43" fmla="*/ 2697138 h 6858000"/>
              <a:gd name="connsiteX44" fmla="*/ 8249175 w 12192000"/>
              <a:gd name="connsiteY44" fmla="*/ 2708843 h 6858000"/>
              <a:gd name="connsiteX45" fmla="*/ 8217573 w 12192000"/>
              <a:gd name="connsiteY45" fmla="*/ 2722888 h 6858000"/>
              <a:gd name="connsiteX46" fmla="*/ 8189482 w 12192000"/>
              <a:gd name="connsiteY46" fmla="*/ 2740445 h 6858000"/>
              <a:gd name="connsiteX47" fmla="*/ 8163732 w 12192000"/>
              <a:gd name="connsiteY47" fmla="*/ 2761514 h 6858000"/>
              <a:gd name="connsiteX48" fmla="*/ 8142663 w 12192000"/>
              <a:gd name="connsiteY48" fmla="*/ 2787264 h 6858000"/>
              <a:gd name="connsiteX49" fmla="*/ 8125106 w 12192000"/>
              <a:gd name="connsiteY49" fmla="*/ 2815355 h 6858000"/>
              <a:gd name="connsiteX50" fmla="*/ 8111061 w 12192000"/>
              <a:gd name="connsiteY50" fmla="*/ 2846957 h 6858000"/>
              <a:gd name="connsiteX51" fmla="*/ 8099356 w 12192000"/>
              <a:gd name="connsiteY51" fmla="*/ 2880900 h 6858000"/>
              <a:gd name="connsiteX52" fmla="*/ 8088822 w 12192000"/>
              <a:gd name="connsiteY52" fmla="*/ 2914844 h 6858000"/>
              <a:gd name="connsiteX53" fmla="*/ 8079459 w 12192000"/>
              <a:gd name="connsiteY53" fmla="*/ 2951128 h 6858000"/>
              <a:gd name="connsiteX54" fmla="*/ 8070095 w 12192000"/>
              <a:gd name="connsiteY54" fmla="*/ 2986242 h 6858000"/>
              <a:gd name="connsiteX55" fmla="*/ 8059561 w 12192000"/>
              <a:gd name="connsiteY55" fmla="*/ 3021355 h 6858000"/>
              <a:gd name="connsiteX56" fmla="*/ 8047856 w 12192000"/>
              <a:gd name="connsiteY56" fmla="*/ 3055299 h 6858000"/>
              <a:gd name="connsiteX57" fmla="*/ 8033811 w 12192000"/>
              <a:gd name="connsiteY57" fmla="*/ 3086901 h 6858000"/>
              <a:gd name="connsiteX58" fmla="*/ 8017424 w 12192000"/>
              <a:gd name="connsiteY58" fmla="*/ 3116162 h 6858000"/>
              <a:gd name="connsiteX59" fmla="*/ 7996356 w 12192000"/>
              <a:gd name="connsiteY59" fmla="*/ 3141913 h 6858000"/>
              <a:gd name="connsiteX60" fmla="*/ 7972947 w 12192000"/>
              <a:gd name="connsiteY60" fmla="*/ 3168833 h 6858000"/>
              <a:gd name="connsiteX61" fmla="*/ 7946026 w 12192000"/>
              <a:gd name="connsiteY61" fmla="*/ 3192242 h 6858000"/>
              <a:gd name="connsiteX62" fmla="*/ 7916765 w 12192000"/>
              <a:gd name="connsiteY62" fmla="*/ 3214481 h 6858000"/>
              <a:gd name="connsiteX63" fmla="*/ 7887503 w 12192000"/>
              <a:gd name="connsiteY63" fmla="*/ 3236720 h 6858000"/>
              <a:gd name="connsiteX64" fmla="*/ 7858242 w 12192000"/>
              <a:gd name="connsiteY64" fmla="*/ 3258958 h 6858000"/>
              <a:gd name="connsiteX65" fmla="*/ 7830151 w 12192000"/>
              <a:gd name="connsiteY65" fmla="*/ 3281197 h 6858000"/>
              <a:gd name="connsiteX66" fmla="*/ 7803230 w 12192000"/>
              <a:gd name="connsiteY66" fmla="*/ 3305777 h 6858000"/>
              <a:gd name="connsiteX67" fmla="*/ 7779821 w 12192000"/>
              <a:gd name="connsiteY67" fmla="*/ 3330356 h 6858000"/>
              <a:gd name="connsiteX68" fmla="*/ 7759923 w 12192000"/>
              <a:gd name="connsiteY68" fmla="*/ 3358447 h 6858000"/>
              <a:gd name="connsiteX69" fmla="*/ 7744708 w 12192000"/>
              <a:gd name="connsiteY69" fmla="*/ 3387709 h 6858000"/>
              <a:gd name="connsiteX70" fmla="*/ 7734173 w 12192000"/>
              <a:gd name="connsiteY70" fmla="*/ 3422822 h 6858000"/>
              <a:gd name="connsiteX71" fmla="*/ 7729492 w 12192000"/>
              <a:gd name="connsiteY71" fmla="*/ 3459107 h 6858000"/>
              <a:gd name="connsiteX72" fmla="*/ 7728321 w 12192000"/>
              <a:gd name="connsiteY72" fmla="*/ 3496561 h 6858000"/>
              <a:gd name="connsiteX73" fmla="*/ 7731832 w 12192000"/>
              <a:gd name="connsiteY73" fmla="*/ 3536357 h 6858000"/>
              <a:gd name="connsiteX74" fmla="*/ 7736514 w 12192000"/>
              <a:gd name="connsiteY74" fmla="*/ 3576152 h 6858000"/>
              <a:gd name="connsiteX75" fmla="*/ 7742367 w 12192000"/>
              <a:gd name="connsiteY75" fmla="*/ 3615948 h 6858000"/>
              <a:gd name="connsiteX76" fmla="*/ 7747048 w 12192000"/>
              <a:gd name="connsiteY76" fmla="*/ 3655744 h 6858000"/>
              <a:gd name="connsiteX77" fmla="*/ 7749389 w 12192000"/>
              <a:gd name="connsiteY77" fmla="*/ 3695539 h 6858000"/>
              <a:gd name="connsiteX78" fmla="*/ 7749389 w 12192000"/>
              <a:gd name="connsiteY78" fmla="*/ 3734164 h 6858000"/>
              <a:gd name="connsiteX79" fmla="*/ 7744708 w 12192000"/>
              <a:gd name="connsiteY79" fmla="*/ 3770449 h 6858000"/>
              <a:gd name="connsiteX80" fmla="*/ 7735344 w 12192000"/>
              <a:gd name="connsiteY80" fmla="*/ 3806733 h 6858000"/>
              <a:gd name="connsiteX81" fmla="*/ 7721298 w 12192000"/>
              <a:gd name="connsiteY81" fmla="*/ 3840676 h 6858000"/>
              <a:gd name="connsiteX82" fmla="*/ 7703741 w 12192000"/>
              <a:gd name="connsiteY82" fmla="*/ 3875790 h 6858000"/>
              <a:gd name="connsiteX83" fmla="*/ 7683844 w 12192000"/>
              <a:gd name="connsiteY83" fmla="*/ 3910903 h 6858000"/>
              <a:gd name="connsiteX84" fmla="*/ 7662775 w 12192000"/>
              <a:gd name="connsiteY84" fmla="*/ 3946017 h 6858000"/>
              <a:gd name="connsiteX85" fmla="*/ 7642878 w 12192000"/>
              <a:gd name="connsiteY85" fmla="*/ 3979961 h 6858000"/>
              <a:gd name="connsiteX86" fmla="*/ 7625321 w 12192000"/>
              <a:gd name="connsiteY86" fmla="*/ 4016245 h 6858000"/>
              <a:gd name="connsiteX87" fmla="*/ 7611275 w 12192000"/>
              <a:gd name="connsiteY87" fmla="*/ 4051358 h 6858000"/>
              <a:gd name="connsiteX88" fmla="*/ 7601912 w 12192000"/>
              <a:gd name="connsiteY88" fmla="*/ 4087643 h 6858000"/>
              <a:gd name="connsiteX89" fmla="*/ 7598400 w 12192000"/>
              <a:gd name="connsiteY89" fmla="*/ 4125097 h 6858000"/>
              <a:gd name="connsiteX90" fmla="*/ 7601912 w 12192000"/>
              <a:gd name="connsiteY90" fmla="*/ 4162552 h 6858000"/>
              <a:gd name="connsiteX91" fmla="*/ 7611275 w 12192000"/>
              <a:gd name="connsiteY91" fmla="*/ 4198836 h 6858000"/>
              <a:gd name="connsiteX92" fmla="*/ 7625321 w 12192000"/>
              <a:gd name="connsiteY92" fmla="*/ 4233950 h 6858000"/>
              <a:gd name="connsiteX93" fmla="*/ 7642878 w 12192000"/>
              <a:gd name="connsiteY93" fmla="*/ 4270234 h 6858000"/>
              <a:gd name="connsiteX94" fmla="*/ 7662775 w 12192000"/>
              <a:gd name="connsiteY94" fmla="*/ 4304177 h 6858000"/>
              <a:gd name="connsiteX95" fmla="*/ 7683844 w 12192000"/>
              <a:gd name="connsiteY95" fmla="*/ 4339291 h 6858000"/>
              <a:gd name="connsiteX96" fmla="*/ 7703741 w 12192000"/>
              <a:gd name="connsiteY96" fmla="*/ 4374405 h 6858000"/>
              <a:gd name="connsiteX97" fmla="*/ 7721298 w 12192000"/>
              <a:gd name="connsiteY97" fmla="*/ 4409519 h 6858000"/>
              <a:gd name="connsiteX98" fmla="*/ 7735344 w 12192000"/>
              <a:gd name="connsiteY98" fmla="*/ 4443462 h 6858000"/>
              <a:gd name="connsiteX99" fmla="*/ 7744708 w 12192000"/>
              <a:gd name="connsiteY99" fmla="*/ 4479746 h 6858000"/>
              <a:gd name="connsiteX100" fmla="*/ 7749389 w 12192000"/>
              <a:gd name="connsiteY100" fmla="*/ 4516030 h 6858000"/>
              <a:gd name="connsiteX101" fmla="*/ 7749389 w 12192000"/>
              <a:gd name="connsiteY101" fmla="*/ 4554655 h 6858000"/>
              <a:gd name="connsiteX102" fmla="*/ 7747048 w 12192000"/>
              <a:gd name="connsiteY102" fmla="*/ 4594451 h 6858000"/>
              <a:gd name="connsiteX103" fmla="*/ 7742367 w 12192000"/>
              <a:gd name="connsiteY103" fmla="*/ 4634247 h 6858000"/>
              <a:gd name="connsiteX104" fmla="*/ 7736514 w 12192000"/>
              <a:gd name="connsiteY104" fmla="*/ 4674042 h 6858000"/>
              <a:gd name="connsiteX105" fmla="*/ 7731832 w 12192000"/>
              <a:gd name="connsiteY105" fmla="*/ 4713838 h 6858000"/>
              <a:gd name="connsiteX106" fmla="*/ 7728321 w 12192000"/>
              <a:gd name="connsiteY106" fmla="*/ 4753633 h 6858000"/>
              <a:gd name="connsiteX107" fmla="*/ 7729492 w 12192000"/>
              <a:gd name="connsiteY107" fmla="*/ 4791088 h 6858000"/>
              <a:gd name="connsiteX108" fmla="*/ 7734173 w 12192000"/>
              <a:gd name="connsiteY108" fmla="*/ 4827372 h 6858000"/>
              <a:gd name="connsiteX109" fmla="*/ 7744708 w 12192000"/>
              <a:gd name="connsiteY109" fmla="*/ 4862486 h 6858000"/>
              <a:gd name="connsiteX110" fmla="*/ 7759923 w 12192000"/>
              <a:gd name="connsiteY110" fmla="*/ 4891747 h 6858000"/>
              <a:gd name="connsiteX111" fmla="*/ 7779821 w 12192000"/>
              <a:gd name="connsiteY111" fmla="*/ 4919838 h 6858000"/>
              <a:gd name="connsiteX112" fmla="*/ 7803230 w 12192000"/>
              <a:gd name="connsiteY112" fmla="*/ 4944418 h 6858000"/>
              <a:gd name="connsiteX113" fmla="*/ 7830151 w 12192000"/>
              <a:gd name="connsiteY113" fmla="*/ 4968998 h 6858000"/>
              <a:gd name="connsiteX114" fmla="*/ 7858242 w 12192000"/>
              <a:gd name="connsiteY114" fmla="*/ 4991236 h 6858000"/>
              <a:gd name="connsiteX115" fmla="*/ 7887503 w 12192000"/>
              <a:gd name="connsiteY115" fmla="*/ 5013475 h 6858000"/>
              <a:gd name="connsiteX116" fmla="*/ 7916765 w 12192000"/>
              <a:gd name="connsiteY116" fmla="*/ 5035714 h 6858000"/>
              <a:gd name="connsiteX117" fmla="*/ 7946026 w 12192000"/>
              <a:gd name="connsiteY117" fmla="*/ 5057952 h 6858000"/>
              <a:gd name="connsiteX118" fmla="*/ 7972947 w 12192000"/>
              <a:gd name="connsiteY118" fmla="*/ 5081362 h 6858000"/>
              <a:gd name="connsiteX119" fmla="*/ 7996356 w 12192000"/>
              <a:gd name="connsiteY119" fmla="*/ 5108282 h 6858000"/>
              <a:gd name="connsiteX120" fmla="*/ 8017424 w 12192000"/>
              <a:gd name="connsiteY120" fmla="*/ 5134032 h 6858000"/>
              <a:gd name="connsiteX121" fmla="*/ 8033811 w 12192000"/>
              <a:gd name="connsiteY121" fmla="*/ 5163294 h 6858000"/>
              <a:gd name="connsiteX122" fmla="*/ 8047856 w 12192000"/>
              <a:gd name="connsiteY122" fmla="*/ 5194896 h 6858000"/>
              <a:gd name="connsiteX123" fmla="*/ 8059561 w 12192000"/>
              <a:gd name="connsiteY123" fmla="*/ 5228839 h 6858000"/>
              <a:gd name="connsiteX124" fmla="*/ 8070095 w 12192000"/>
              <a:gd name="connsiteY124" fmla="*/ 5263953 h 6858000"/>
              <a:gd name="connsiteX125" fmla="*/ 8079459 w 12192000"/>
              <a:gd name="connsiteY125" fmla="*/ 5299067 h 6858000"/>
              <a:gd name="connsiteX126" fmla="*/ 8088822 w 12192000"/>
              <a:gd name="connsiteY126" fmla="*/ 5335351 h 6858000"/>
              <a:gd name="connsiteX127" fmla="*/ 8099356 w 12192000"/>
              <a:gd name="connsiteY127" fmla="*/ 5369294 h 6858000"/>
              <a:gd name="connsiteX128" fmla="*/ 8111061 w 12192000"/>
              <a:gd name="connsiteY128" fmla="*/ 5403238 h 6858000"/>
              <a:gd name="connsiteX129" fmla="*/ 8125106 w 12192000"/>
              <a:gd name="connsiteY129" fmla="*/ 5434840 h 6858000"/>
              <a:gd name="connsiteX130" fmla="*/ 8142663 w 12192000"/>
              <a:gd name="connsiteY130" fmla="*/ 5462931 h 6858000"/>
              <a:gd name="connsiteX131" fmla="*/ 8163732 w 12192000"/>
              <a:gd name="connsiteY131" fmla="*/ 5488681 h 6858000"/>
              <a:gd name="connsiteX132" fmla="*/ 8189482 w 12192000"/>
              <a:gd name="connsiteY132" fmla="*/ 5509749 h 6858000"/>
              <a:gd name="connsiteX133" fmla="*/ 8217573 w 12192000"/>
              <a:gd name="connsiteY133" fmla="*/ 5527306 h 6858000"/>
              <a:gd name="connsiteX134" fmla="*/ 8249175 w 12192000"/>
              <a:gd name="connsiteY134" fmla="*/ 5541352 h 6858000"/>
              <a:gd name="connsiteX135" fmla="*/ 8283118 w 12192000"/>
              <a:gd name="connsiteY135" fmla="*/ 5553056 h 6858000"/>
              <a:gd name="connsiteX136" fmla="*/ 8317062 w 12192000"/>
              <a:gd name="connsiteY136" fmla="*/ 5563590 h 6858000"/>
              <a:gd name="connsiteX137" fmla="*/ 8353346 w 12192000"/>
              <a:gd name="connsiteY137" fmla="*/ 5572954 h 6858000"/>
              <a:gd name="connsiteX138" fmla="*/ 8388459 w 12192000"/>
              <a:gd name="connsiteY138" fmla="*/ 5582318 h 6858000"/>
              <a:gd name="connsiteX139" fmla="*/ 8423573 w 12192000"/>
              <a:gd name="connsiteY139" fmla="*/ 5592852 h 6858000"/>
              <a:gd name="connsiteX140" fmla="*/ 8457516 w 12192000"/>
              <a:gd name="connsiteY140" fmla="*/ 5604556 h 6858000"/>
              <a:gd name="connsiteX141" fmla="*/ 8489119 w 12192000"/>
              <a:gd name="connsiteY141" fmla="*/ 5618602 h 6858000"/>
              <a:gd name="connsiteX142" fmla="*/ 8518380 w 12192000"/>
              <a:gd name="connsiteY142" fmla="*/ 5634988 h 6858000"/>
              <a:gd name="connsiteX143" fmla="*/ 8544130 w 12192000"/>
              <a:gd name="connsiteY143" fmla="*/ 5656057 h 6858000"/>
              <a:gd name="connsiteX144" fmla="*/ 8571051 w 12192000"/>
              <a:gd name="connsiteY144" fmla="*/ 5679466 h 6858000"/>
              <a:gd name="connsiteX145" fmla="*/ 8594460 w 12192000"/>
              <a:gd name="connsiteY145" fmla="*/ 5706386 h 6858000"/>
              <a:gd name="connsiteX146" fmla="*/ 8616699 w 12192000"/>
              <a:gd name="connsiteY146" fmla="*/ 5734477 h 6858000"/>
              <a:gd name="connsiteX147" fmla="*/ 8638937 w 12192000"/>
              <a:gd name="connsiteY147" fmla="*/ 5763739 h 6858000"/>
              <a:gd name="connsiteX148" fmla="*/ 8661176 w 12192000"/>
              <a:gd name="connsiteY148" fmla="*/ 5793000 h 6858000"/>
              <a:gd name="connsiteX149" fmla="*/ 8683415 w 12192000"/>
              <a:gd name="connsiteY149" fmla="*/ 5821091 h 6858000"/>
              <a:gd name="connsiteX150" fmla="*/ 8707994 w 12192000"/>
              <a:gd name="connsiteY150" fmla="*/ 5848012 h 6858000"/>
              <a:gd name="connsiteX151" fmla="*/ 8732574 w 12192000"/>
              <a:gd name="connsiteY151" fmla="*/ 5871421 h 6858000"/>
              <a:gd name="connsiteX152" fmla="*/ 8760665 w 12192000"/>
              <a:gd name="connsiteY152" fmla="*/ 5891319 h 6858000"/>
              <a:gd name="connsiteX153" fmla="*/ 8789926 w 12192000"/>
              <a:gd name="connsiteY153" fmla="*/ 5906535 h 6858000"/>
              <a:gd name="connsiteX154" fmla="*/ 8825040 w 12192000"/>
              <a:gd name="connsiteY154" fmla="*/ 5917069 h 6858000"/>
              <a:gd name="connsiteX155" fmla="*/ 8861324 w 12192000"/>
              <a:gd name="connsiteY155" fmla="*/ 5921751 h 6858000"/>
              <a:gd name="connsiteX156" fmla="*/ 8898779 w 12192000"/>
              <a:gd name="connsiteY156" fmla="*/ 5922921 h 6858000"/>
              <a:gd name="connsiteX157" fmla="*/ 8938575 w 12192000"/>
              <a:gd name="connsiteY157" fmla="*/ 5919410 h 6858000"/>
              <a:gd name="connsiteX158" fmla="*/ 8978370 w 12192000"/>
              <a:gd name="connsiteY158" fmla="*/ 5914728 h 6858000"/>
              <a:gd name="connsiteX159" fmla="*/ 9018166 w 12192000"/>
              <a:gd name="connsiteY159" fmla="*/ 5908876 h 6858000"/>
              <a:gd name="connsiteX160" fmla="*/ 9057961 w 12192000"/>
              <a:gd name="connsiteY160" fmla="*/ 5904194 h 6858000"/>
              <a:gd name="connsiteX161" fmla="*/ 9097757 w 12192000"/>
              <a:gd name="connsiteY161" fmla="*/ 5901853 h 6858000"/>
              <a:gd name="connsiteX162" fmla="*/ 9136382 w 12192000"/>
              <a:gd name="connsiteY162" fmla="*/ 5901853 h 6858000"/>
              <a:gd name="connsiteX163" fmla="*/ 9172666 w 12192000"/>
              <a:gd name="connsiteY163" fmla="*/ 5906535 h 6858000"/>
              <a:gd name="connsiteX164" fmla="*/ 9208950 w 12192000"/>
              <a:gd name="connsiteY164" fmla="*/ 5915898 h 6858000"/>
              <a:gd name="connsiteX165" fmla="*/ 9244064 w 12192000"/>
              <a:gd name="connsiteY165" fmla="*/ 5929944 h 6858000"/>
              <a:gd name="connsiteX166" fmla="*/ 9279178 w 12192000"/>
              <a:gd name="connsiteY166" fmla="*/ 5948671 h 6858000"/>
              <a:gd name="connsiteX167" fmla="*/ 9314292 w 12192000"/>
              <a:gd name="connsiteY167" fmla="*/ 5967398 h 6858000"/>
              <a:gd name="connsiteX168" fmla="*/ 9349405 w 12192000"/>
              <a:gd name="connsiteY168" fmla="*/ 5988467 h 6858000"/>
              <a:gd name="connsiteX169" fmla="*/ 9383349 w 12192000"/>
              <a:gd name="connsiteY169" fmla="*/ 6008364 h 6858000"/>
              <a:gd name="connsiteX170" fmla="*/ 9419633 w 12192000"/>
              <a:gd name="connsiteY170" fmla="*/ 6025921 h 6858000"/>
              <a:gd name="connsiteX171" fmla="*/ 9454747 w 12192000"/>
              <a:gd name="connsiteY171" fmla="*/ 6039967 h 6858000"/>
              <a:gd name="connsiteX172" fmla="*/ 9491031 w 12192000"/>
              <a:gd name="connsiteY172" fmla="*/ 6049331 h 6858000"/>
              <a:gd name="connsiteX173" fmla="*/ 9528486 w 12192000"/>
              <a:gd name="connsiteY173" fmla="*/ 6052842 h 6858000"/>
              <a:gd name="connsiteX174" fmla="*/ 9565940 w 12192000"/>
              <a:gd name="connsiteY174" fmla="*/ 6049331 h 6858000"/>
              <a:gd name="connsiteX175" fmla="*/ 9602224 w 12192000"/>
              <a:gd name="connsiteY175" fmla="*/ 6039967 h 6858000"/>
              <a:gd name="connsiteX176" fmla="*/ 9637338 w 12192000"/>
              <a:gd name="connsiteY176" fmla="*/ 6025921 h 6858000"/>
              <a:gd name="connsiteX177" fmla="*/ 9673622 w 12192000"/>
              <a:gd name="connsiteY177" fmla="*/ 6008364 h 6858000"/>
              <a:gd name="connsiteX178" fmla="*/ 9707566 w 12192000"/>
              <a:gd name="connsiteY178" fmla="*/ 5988467 h 6858000"/>
              <a:gd name="connsiteX179" fmla="*/ 9742679 w 12192000"/>
              <a:gd name="connsiteY179" fmla="*/ 5967398 h 6858000"/>
              <a:gd name="connsiteX180" fmla="*/ 9777793 w 12192000"/>
              <a:gd name="connsiteY180" fmla="*/ 5948671 h 6858000"/>
              <a:gd name="connsiteX181" fmla="*/ 9812907 w 12192000"/>
              <a:gd name="connsiteY181" fmla="*/ 5929944 h 6858000"/>
              <a:gd name="connsiteX182" fmla="*/ 9846850 w 12192000"/>
              <a:gd name="connsiteY182" fmla="*/ 5915898 h 6858000"/>
              <a:gd name="connsiteX183" fmla="*/ 9884305 w 12192000"/>
              <a:gd name="connsiteY183" fmla="*/ 5906535 h 6858000"/>
              <a:gd name="connsiteX184" fmla="*/ 9920589 w 12192000"/>
              <a:gd name="connsiteY184" fmla="*/ 5901853 h 6858000"/>
              <a:gd name="connsiteX185" fmla="*/ 9959214 w 12192000"/>
              <a:gd name="connsiteY185" fmla="*/ 5901853 h 6858000"/>
              <a:gd name="connsiteX186" fmla="*/ 9999010 w 12192000"/>
              <a:gd name="connsiteY186" fmla="*/ 5904194 h 6858000"/>
              <a:gd name="connsiteX187" fmla="*/ 10038805 w 12192000"/>
              <a:gd name="connsiteY187" fmla="*/ 5908876 h 6858000"/>
              <a:gd name="connsiteX188" fmla="*/ 10078601 w 12192000"/>
              <a:gd name="connsiteY188" fmla="*/ 5914728 h 6858000"/>
              <a:gd name="connsiteX189" fmla="*/ 10118396 w 12192000"/>
              <a:gd name="connsiteY189" fmla="*/ 5919410 h 6858000"/>
              <a:gd name="connsiteX190" fmla="*/ 10158192 w 12192000"/>
              <a:gd name="connsiteY190" fmla="*/ 5922921 h 6858000"/>
              <a:gd name="connsiteX191" fmla="*/ 10195647 w 12192000"/>
              <a:gd name="connsiteY191" fmla="*/ 5921751 h 6858000"/>
              <a:gd name="connsiteX192" fmla="*/ 10231931 w 12192000"/>
              <a:gd name="connsiteY192" fmla="*/ 5917069 h 6858000"/>
              <a:gd name="connsiteX193" fmla="*/ 10267044 w 12192000"/>
              <a:gd name="connsiteY193" fmla="*/ 5906535 h 6858000"/>
              <a:gd name="connsiteX194" fmla="*/ 10296306 w 12192000"/>
              <a:gd name="connsiteY194" fmla="*/ 5891319 h 6858000"/>
              <a:gd name="connsiteX195" fmla="*/ 10324397 w 12192000"/>
              <a:gd name="connsiteY195" fmla="*/ 5871421 h 6858000"/>
              <a:gd name="connsiteX196" fmla="*/ 10348977 w 12192000"/>
              <a:gd name="connsiteY196" fmla="*/ 5848012 h 6858000"/>
              <a:gd name="connsiteX197" fmla="*/ 10373556 w 12192000"/>
              <a:gd name="connsiteY197" fmla="*/ 5821091 h 6858000"/>
              <a:gd name="connsiteX198" fmla="*/ 10395795 w 12192000"/>
              <a:gd name="connsiteY198" fmla="*/ 5793000 h 6858000"/>
              <a:gd name="connsiteX199" fmla="*/ 10418034 w 12192000"/>
              <a:gd name="connsiteY199" fmla="*/ 5763739 h 6858000"/>
              <a:gd name="connsiteX200" fmla="*/ 10440272 w 12192000"/>
              <a:gd name="connsiteY200" fmla="*/ 5734477 h 6858000"/>
              <a:gd name="connsiteX201" fmla="*/ 10462511 w 12192000"/>
              <a:gd name="connsiteY201" fmla="*/ 5706386 h 6858000"/>
              <a:gd name="connsiteX202" fmla="*/ 10485920 w 12192000"/>
              <a:gd name="connsiteY202" fmla="*/ 5679466 h 6858000"/>
              <a:gd name="connsiteX203" fmla="*/ 10512841 w 12192000"/>
              <a:gd name="connsiteY203" fmla="*/ 5656057 h 6858000"/>
              <a:gd name="connsiteX204" fmla="*/ 10538591 w 12192000"/>
              <a:gd name="connsiteY204" fmla="*/ 5634988 h 6858000"/>
              <a:gd name="connsiteX205" fmla="*/ 10567852 w 12192000"/>
              <a:gd name="connsiteY205" fmla="*/ 5618602 h 6858000"/>
              <a:gd name="connsiteX206" fmla="*/ 10599455 w 12192000"/>
              <a:gd name="connsiteY206" fmla="*/ 5604556 h 6858000"/>
              <a:gd name="connsiteX207" fmla="*/ 10633398 w 12192000"/>
              <a:gd name="connsiteY207" fmla="*/ 5592852 h 6858000"/>
              <a:gd name="connsiteX208" fmla="*/ 10668512 w 12192000"/>
              <a:gd name="connsiteY208" fmla="*/ 5582318 h 6858000"/>
              <a:gd name="connsiteX209" fmla="*/ 10703626 w 12192000"/>
              <a:gd name="connsiteY209" fmla="*/ 5572954 h 6858000"/>
              <a:gd name="connsiteX210" fmla="*/ 10739910 w 12192000"/>
              <a:gd name="connsiteY210" fmla="*/ 5563590 h 6858000"/>
              <a:gd name="connsiteX211" fmla="*/ 10773853 w 12192000"/>
              <a:gd name="connsiteY211" fmla="*/ 5553056 h 6858000"/>
              <a:gd name="connsiteX212" fmla="*/ 10807796 w 12192000"/>
              <a:gd name="connsiteY212" fmla="*/ 5541352 h 6858000"/>
              <a:gd name="connsiteX213" fmla="*/ 10839399 w 12192000"/>
              <a:gd name="connsiteY213" fmla="*/ 5527306 h 6858000"/>
              <a:gd name="connsiteX214" fmla="*/ 10867490 w 12192000"/>
              <a:gd name="connsiteY214" fmla="*/ 5509749 h 6858000"/>
              <a:gd name="connsiteX215" fmla="*/ 10893240 w 12192000"/>
              <a:gd name="connsiteY215" fmla="*/ 5488681 h 6858000"/>
              <a:gd name="connsiteX216" fmla="*/ 10914308 w 12192000"/>
              <a:gd name="connsiteY216" fmla="*/ 5462931 h 6858000"/>
              <a:gd name="connsiteX217" fmla="*/ 10931865 w 12192000"/>
              <a:gd name="connsiteY217" fmla="*/ 5434840 h 6858000"/>
              <a:gd name="connsiteX218" fmla="*/ 10945910 w 12192000"/>
              <a:gd name="connsiteY218" fmla="*/ 5403238 h 6858000"/>
              <a:gd name="connsiteX219" fmla="*/ 10957615 w 12192000"/>
              <a:gd name="connsiteY219" fmla="*/ 5369294 h 6858000"/>
              <a:gd name="connsiteX220" fmla="*/ 10968149 w 12192000"/>
              <a:gd name="connsiteY220" fmla="*/ 5335351 h 6858000"/>
              <a:gd name="connsiteX221" fmla="*/ 10977513 w 12192000"/>
              <a:gd name="connsiteY221" fmla="*/ 5299067 h 6858000"/>
              <a:gd name="connsiteX222" fmla="*/ 10986876 w 12192000"/>
              <a:gd name="connsiteY222" fmla="*/ 5263953 h 6858000"/>
              <a:gd name="connsiteX223" fmla="*/ 10997410 w 12192000"/>
              <a:gd name="connsiteY223" fmla="*/ 5228839 h 6858000"/>
              <a:gd name="connsiteX224" fmla="*/ 11009115 w 12192000"/>
              <a:gd name="connsiteY224" fmla="*/ 5194896 h 6858000"/>
              <a:gd name="connsiteX225" fmla="*/ 11023160 w 12192000"/>
              <a:gd name="connsiteY225" fmla="*/ 5163294 h 6858000"/>
              <a:gd name="connsiteX226" fmla="*/ 11039547 w 12192000"/>
              <a:gd name="connsiteY226" fmla="*/ 5134032 h 6858000"/>
              <a:gd name="connsiteX227" fmla="*/ 11060615 w 12192000"/>
              <a:gd name="connsiteY227" fmla="*/ 5108282 h 6858000"/>
              <a:gd name="connsiteX228" fmla="*/ 11084024 w 12192000"/>
              <a:gd name="connsiteY228" fmla="*/ 5081362 h 6858000"/>
              <a:gd name="connsiteX229" fmla="*/ 11110945 w 12192000"/>
              <a:gd name="connsiteY229" fmla="*/ 5057952 h 6858000"/>
              <a:gd name="connsiteX230" fmla="*/ 11139036 w 12192000"/>
              <a:gd name="connsiteY230" fmla="*/ 5035714 h 6858000"/>
              <a:gd name="connsiteX231" fmla="*/ 11169468 w 12192000"/>
              <a:gd name="connsiteY231" fmla="*/ 5013475 h 6858000"/>
              <a:gd name="connsiteX232" fmla="*/ 11198729 w 12192000"/>
              <a:gd name="connsiteY232" fmla="*/ 4991236 h 6858000"/>
              <a:gd name="connsiteX233" fmla="*/ 11226820 w 12192000"/>
              <a:gd name="connsiteY233" fmla="*/ 4968998 h 6858000"/>
              <a:gd name="connsiteX234" fmla="*/ 11253741 w 12192000"/>
              <a:gd name="connsiteY234" fmla="*/ 4944418 h 6858000"/>
              <a:gd name="connsiteX235" fmla="*/ 11277150 w 12192000"/>
              <a:gd name="connsiteY235" fmla="*/ 4919838 h 6858000"/>
              <a:gd name="connsiteX236" fmla="*/ 11297048 w 12192000"/>
              <a:gd name="connsiteY236" fmla="*/ 4891747 h 6858000"/>
              <a:gd name="connsiteX237" fmla="*/ 11312264 w 12192000"/>
              <a:gd name="connsiteY237" fmla="*/ 4862486 h 6858000"/>
              <a:gd name="connsiteX238" fmla="*/ 11322798 w 12192000"/>
              <a:gd name="connsiteY238" fmla="*/ 4827372 h 6858000"/>
              <a:gd name="connsiteX239" fmla="*/ 11327480 w 12192000"/>
              <a:gd name="connsiteY239" fmla="*/ 4791088 h 6858000"/>
              <a:gd name="connsiteX240" fmla="*/ 11328650 w 12192000"/>
              <a:gd name="connsiteY240" fmla="*/ 4753633 h 6858000"/>
              <a:gd name="connsiteX241" fmla="*/ 11325139 w 12192000"/>
              <a:gd name="connsiteY241" fmla="*/ 4713838 h 6858000"/>
              <a:gd name="connsiteX242" fmla="*/ 11320457 w 12192000"/>
              <a:gd name="connsiteY242" fmla="*/ 4674042 h 6858000"/>
              <a:gd name="connsiteX243" fmla="*/ 11314605 w 12192000"/>
              <a:gd name="connsiteY243" fmla="*/ 4634247 h 6858000"/>
              <a:gd name="connsiteX244" fmla="*/ 11309923 w 12192000"/>
              <a:gd name="connsiteY244" fmla="*/ 4594451 h 6858000"/>
              <a:gd name="connsiteX245" fmla="*/ 11307582 w 12192000"/>
              <a:gd name="connsiteY245" fmla="*/ 4554655 h 6858000"/>
              <a:gd name="connsiteX246" fmla="*/ 11307582 w 12192000"/>
              <a:gd name="connsiteY246" fmla="*/ 4516030 h 6858000"/>
              <a:gd name="connsiteX247" fmla="*/ 11312264 w 12192000"/>
              <a:gd name="connsiteY247" fmla="*/ 4479746 h 6858000"/>
              <a:gd name="connsiteX248" fmla="*/ 11321628 w 12192000"/>
              <a:gd name="connsiteY248" fmla="*/ 4443462 h 6858000"/>
              <a:gd name="connsiteX249" fmla="*/ 11335673 w 12192000"/>
              <a:gd name="connsiteY249" fmla="*/ 4409519 h 6858000"/>
              <a:gd name="connsiteX250" fmla="*/ 11354400 w 12192000"/>
              <a:gd name="connsiteY250" fmla="*/ 4374405 h 6858000"/>
              <a:gd name="connsiteX251" fmla="*/ 11373128 w 12192000"/>
              <a:gd name="connsiteY251" fmla="*/ 4339291 h 6858000"/>
              <a:gd name="connsiteX252" fmla="*/ 11394196 w 12192000"/>
              <a:gd name="connsiteY252" fmla="*/ 4304177 h 6858000"/>
              <a:gd name="connsiteX253" fmla="*/ 11414094 w 12192000"/>
              <a:gd name="connsiteY253" fmla="*/ 4270234 h 6858000"/>
              <a:gd name="connsiteX254" fmla="*/ 11431650 w 12192000"/>
              <a:gd name="connsiteY254" fmla="*/ 4233950 h 6858000"/>
              <a:gd name="connsiteX255" fmla="*/ 11445696 w 12192000"/>
              <a:gd name="connsiteY255" fmla="*/ 4198836 h 6858000"/>
              <a:gd name="connsiteX256" fmla="*/ 11455060 w 12192000"/>
              <a:gd name="connsiteY256" fmla="*/ 4162552 h 6858000"/>
              <a:gd name="connsiteX257" fmla="*/ 11458571 w 12192000"/>
              <a:gd name="connsiteY257" fmla="*/ 4125097 h 6858000"/>
              <a:gd name="connsiteX258" fmla="*/ 11455060 w 12192000"/>
              <a:gd name="connsiteY258" fmla="*/ 4087643 h 6858000"/>
              <a:gd name="connsiteX259" fmla="*/ 11445696 w 12192000"/>
              <a:gd name="connsiteY259" fmla="*/ 4051358 h 6858000"/>
              <a:gd name="connsiteX260" fmla="*/ 11431650 w 12192000"/>
              <a:gd name="connsiteY260" fmla="*/ 4016245 h 6858000"/>
              <a:gd name="connsiteX261" fmla="*/ 11414094 w 12192000"/>
              <a:gd name="connsiteY261" fmla="*/ 3979961 h 6858000"/>
              <a:gd name="connsiteX262" fmla="*/ 11394196 w 12192000"/>
              <a:gd name="connsiteY262" fmla="*/ 3946017 h 6858000"/>
              <a:gd name="connsiteX263" fmla="*/ 11373128 w 12192000"/>
              <a:gd name="connsiteY263" fmla="*/ 3910903 h 6858000"/>
              <a:gd name="connsiteX264" fmla="*/ 11354400 w 12192000"/>
              <a:gd name="connsiteY264" fmla="*/ 3875790 h 6858000"/>
              <a:gd name="connsiteX265" fmla="*/ 11335673 w 12192000"/>
              <a:gd name="connsiteY265" fmla="*/ 3840676 h 6858000"/>
              <a:gd name="connsiteX266" fmla="*/ 11321628 w 12192000"/>
              <a:gd name="connsiteY266" fmla="*/ 3806733 h 6858000"/>
              <a:gd name="connsiteX267" fmla="*/ 11312264 w 12192000"/>
              <a:gd name="connsiteY267" fmla="*/ 3770449 h 6858000"/>
              <a:gd name="connsiteX268" fmla="*/ 11307582 w 12192000"/>
              <a:gd name="connsiteY268" fmla="*/ 3734164 h 6858000"/>
              <a:gd name="connsiteX269" fmla="*/ 11307582 w 12192000"/>
              <a:gd name="connsiteY269" fmla="*/ 3695539 h 6858000"/>
              <a:gd name="connsiteX270" fmla="*/ 11309923 w 12192000"/>
              <a:gd name="connsiteY270" fmla="*/ 3655744 h 6858000"/>
              <a:gd name="connsiteX271" fmla="*/ 11314605 w 12192000"/>
              <a:gd name="connsiteY271" fmla="*/ 3615948 h 6858000"/>
              <a:gd name="connsiteX272" fmla="*/ 11320457 w 12192000"/>
              <a:gd name="connsiteY272" fmla="*/ 3576152 h 6858000"/>
              <a:gd name="connsiteX273" fmla="*/ 11325139 w 12192000"/>
              <a:gd name="connsiteY273" fmla="*/ 3536357 h 6858000"/>
              <a:gd name="connsiteX274" fmla="*/ 11328650 w 12192000"/>
              <a:gd name="connsiteY274" fmla="*/ 3496561 h 6858000"/>
              <a:gd name="connsiteX275" fmla="*/ 11327480 w 12192000"/>
              <a:gd name="connsiteY275" fmla="*/ 3459107 h 6858000"/>
              <a:gd name="connsiteX276" fmla="*/ 11322798 w 12192000"/>
              <a:gd name="connsiteY276" fmla="*/ 3422822 h 6858000"/>
              <a:gd name="connsiteX277" fmla="*/ 11312264 w 12192000"/>
              <a:gd name="connsiteY277" fmla="*/ 3387709 h 6858000"/>
              <a:gd name="connsiteX278" fmla="*/ 11297048 w 12192000"/>
              <a:gd name="connsiteY278" fmla="*/ 3358447 h 6858000"/>
              <a:gd name="connsiteX279" fmla="*/ 11277150 w 12192000"/>
              <a:gd name="connsiteY279" fmla="*/ 3330356 h 6858000"/>
              <a:gd name="connsiteX280" fmla="*/ 11253741 w 12192000"/>
              <a:gd name="connsiteY280" fmla="*/ 3305777 h 6858000"/>
              <a:gd name="connsiteX281" fmla="*/ 11226820 w 12192000"/>
              <a:gd name="connsiteY281" fmla="*/ 3281197 h 6858000"/>
              <a:gd name="connsiteX282" fmla="*/ 11198729 w 12192000"/>
              <a:gd name="connsiteY282" fmla="*/ 3258958 h 6858000"/>
              <a:gd name="connsiteX283" fmla="*/ 11169468 w 12192000"/>
              <a:gd name="connsiteY283" fmla="*/ 3236720 h 6858000"/>
              <a:gd name="connsiteX284" fmla="*/ 11139036 w 12192000"/>
              <a:gd name="connsiteY284" fmla="*/ 3214481 h 6858000"/>
              <a:gd name="connsiteX285" fmla="*/ 11110945 w 12192000"/>
              <a:gd name="connsiteY285" fmla="*/ 3192242 h 6858000"/>
              <a:gd name="connsiteX286" fmla="*/ 11084024 w 12192000"/>
              <a:gd name="connsiteY286" fmla="*/ 3168833 h 6858000"/>
              <a:gd name="connsiteX287" fmla="*/ 11060615 w 12192000"/>
              <a:gd name="connsiteY287" fmla="*/ 3141913 h 6858000"/>
              <a:gd name="connsiteX288" fmla="*/ 11039547 w 12192000"/>
              <a:gd name="connsiteY288" fmla="*/ 3116162 h 6858000"/>
              <a:gd name="connsiteX289" fmla="*/ 11023160 w 12192000"/>
              <a:gd name="connsiteY289" fmla="*/ 3086901 h 6858000"/>
              <a:gd name="connsiteX290" fmla="*/ 11009115 w 12192000"/>
              <a:gd name="connsiteY290" fmla="*/ 3055299 h 6858000"/>
              <a:gd name="connsiteX291" fmla="*/ 10997410 w 12192000"/>
              <a:gd name="connsiteY291" fmla="*/ 3021355 h 6858000"/>
              <a:gd name="connsiteX292" fmla="*/ 10986876 w 12192000"/>
              <a:gd name="connsiteY292" fmla="*/ 2986242 h 6858000"/>
              <a:gd name="connsiteX293" fmla="*/ 10977513 w 12192000"/>
              <a:gd name="connsiteY293" fmla="*/ 2951128 h 6858000"/>
              <a:gd name="connsiteX294" fmla="*/ 10968149 w 12192000"/>
              <a:gd name="connsiteY294" fmla="*/ 2914844 h 6858000"/>
              <a:gd name="connsiteX295" fmla="*/ 10957615 w 12192000"/>
              <a:gd name="connsiteY295" fmla="*/ 2880900 h 6858000"/>
              <a:gd name="connsiteX296" fmla="*/ 10945910 w 12192000"/>
              <a:gd name="connsiteY296" fmla="*/ 2846957 h 6858000"/>
              <a:gd name="connsiteX297" fmla="*/ 10931865 w 12192000"/>
              <a:gd name="connsiteY297" fmla="*/ 2815355 h 6858000"/>
              <a:gd name="connsiteX298" fmla="*/ 10914308 w 12192000"/>
              <a:gd name="connsiteY298" fmla="*/ 2787264 h 6858000"/>
              <a:gd name="connsiteX299" fmla="*/ 10893240 w 12192000"/>
              <a:gd name="connsiteY299" fmla="*/ 2761514 h 6858000"/>
              <a:gd name="connsiteX300" fmla="*/ 10867490 w 12192000"/>
              <a:gd name="connsiteY300" fmla="*/ 2740445 h 6858000"/>
              <a:gd name="connsiteX301" fmla="*/ 10839399 w 12192000"/>
              <a:gd name="connsiteY301" fmla="*/ 2722888 h 6858000"/>
              <a:gd name="connsiteX302" fmla="*/ 10807796 w 12192000"/>
              <a:gd name="connsiteY302" fmla="*/ 2708843 h 6858000"/>
              <a:gd name="connsiteX303" fmla="*/ 10773853 w 12192000"/>
              <a:gd name="connsiteY303" fmla="*/ 2697138 h 6858000"/>
              <a:gd name="connsiteX304" fmla="*/ 10739910 w 12192000"/>
              <a:gd name="connsiteY304" fmla="*/ 2686604 h 6858000"/>
              <a:gd name="connsiteX305" fmla="*/ 10703626 w 12192000"/>
              <a:gd name="connsiteY305" fmla="*/ 2677241 h 6858000"/>
              <a:gd name="connsiteX306" fmla="*/ 10668512 w 12192000"/>
              <a:gd name="connsiteY306" fmla="*/ 2667877 h 6858000"/>
              <a:gd name="connsiteX307" fmla="*/ 10633398 w 12192000"/>
              <a:gd name="connsiteY307" fmla="*/ 2657343 h 6858000"/>
              <a:gd name="connsiteX308" fmla="*/ 10599455 w 12192000"/>
              <a:gd name="connsiteY308" fmla="*/ 2645638 h 6858000"/>
              <a:gd name="connsiteX309" fmla="*/ 10567852 w 12192000"/>
              <a:gd name="connsiteY309" fmla="*/ 2631593 h 6858000"/>
              <a:gd name="connsiteX310" fmla="*/ 10538591 w 12192000"/>
              <a:gd name="connsiteY310" fmla="*/ 2615206 h 6858000"/>
              <a:gd name="connsiteX311" fmla="*/ 10512841 w 12192000"/>
              <a:gd name="connsiteY311" fmla="*/ 2594138 h 6858000"/>
              <a:gd name="connsiteX312" fmla="*/ 10485920 w 12192000"/>
              <a:gd name="connsiteY312" fmla="*/ 2570729 h 6858000"/>
              <a:gd name="connsiteX313" fmla="*/ 10462511 w 12192000"/>
              <a:gd name="connsiteY313" fmla="*/ 2543808 h 6858000"/>
              <a:gd name="connsiteX314" fmla="*/ 10440272 w 12192000"/>
              <a:gd name="connsiteY314" fmla="*/ 2515717 h 6858000"/>
              <a:gd name="connsiteX315" fmla="*/ 10418034 w 12192000"/>
              <a:gd name="connsiteY315" fmla="*/ 2486456 h 6858000"/>
              <a:gd name="connsiteX316" fmla="*/ 10395795 w 12192000"/>
              <a:gd name="connsiteY316" fmla="*/ 2457194 h 6858000"/>
              <a:gd name="connsiteX317" fmla="*/ 10373556 w 12192000"/>
              <a:gd name="connsiteY317" fmla="*/ 2429103 h 6858000"/>
              <a:gd name="connsiteX318" fmla="*/ 10348977 w 12192000"/>
              <a:gd name="connsiteY318" fmla="*/ 2402183 h 6858000"/>
              <a:gd name="connsiteX319" fmla="*/ 10324397 w 12192000"/>
              <a:gd name="connsiteY319" fmla="*/ 2378774 h 6858000"/>
              <a:gd name="connsiteX320" fmla="*/ 10296306 w 12192000"/>
              <a:gd name="connsiteY320" fmla="*/ 2358876 h 6858000"/>
              <a:gd name="connsiteX321" fmla="*/ 10267044 w 12192000"/>
              <a:gd name="connsiteY321" fmla="*/ 2343660 h 6858000"/>
              <a:gd name="connsiteX322" fmla="*/ 10231931 w 12192000"/>
              <a:gd name="connsiteY322" fmla="*/ 2333126 h 6858000"/>
              <a:gd name="connsiteX323" fmla="*/ 10195647 w 12192000"/>
              <a:gd name="connsiteY323" fmla="*/ 2328444 h 6858000"/>
              <a:gd name="connsiteX324" fmla="*/ 10158192 w 12192000"/>
              <a:gd name="connsiteY324" fmla="*/ 2327274 h 6858000"/>
              <a:gd name="connsiteX325" fmla="*/ 10118396 w 12192000"/>
              <a:gd name="connsiteY325" fmla="*/ 2330785 h 6858000"/>
              <a:gd name="connsiteX326" fmla="*/ 10078601 w 12192000"/>
              <a:gd name="connsiteY326" fmla="*/ 2335467 h 6858000"/>
              <a:gd name="connsiteX327" fmla="*/ 10038805 w 12192000"/>
              <a:gd name="connsiteY327" fmla="*/ 2341319 h 6858000"/>
              <a:gd name="connsiteX328" fmla="*/ 9999010 w 12192000"/>
              <a:gd name="connsiteY328" fmla="*/ 2346001 h 6858000"/>
              <a:gd name="connsiteX329" fmla="*/ 9959214 w 12192000"/>
              <a:gd name="connsiteY329" fmla="*/ 2348342 h 6858000"/>
              <a:gd name="connsiteX330" fmla="*/ 9920589 w 12192000"/>
              <a:gd name="connsiteY330" fmla="*/ 2348342 h 6858000"/>
              <a:gd name="connsiteX331" fmla="*/ 9884305 w 12192000"/>
              <a:gd name="connsiteY331" fmla="*/ 2343660 h 6858000"/>
              <a:gd name="connsiteX332" fmla="*/ 9846850 w 12192000"/>
              <a:gd name="connsiteY332" fmla="*/ 2334296 h 6858000"/>
              <a:gd name="connsiteX333" fmla="*/ 9812907 w 12192000"/>
              <a:gd name="connsiteY333" fmla="*/ 2320251 h 6858000"/>
              <a:gd name="connsiteX334" fmla="*/ 9777793 w 12192000"/>
              <a:gd name="connsiteY334" fmla="*/ 2301524 h 6858000"/>
              <a:gd name="connsiteX335" fmla="*/ 9742679 w 12192000"/>
              <a:gd name="connsiteY335" fmla="*/ 2282796 h 6858000"/>
              <a:gd name="connsiteX336" fmla="*/ 9707566 w 12192000"/>
              <a:gd name="connsiteY336" fmla="*/ 2261728 h 6858000"/>
              <a:gd name="connsiteX337" fmla="*/ 9673622 w 12192000"/>
              <a:gd name="connsiteY337" fmla="*/ 2241830 h 6858000"/>
              <a:gd name="connsiteX338" fmla="*/ 9637338 w 12192000"/>
              <a:gd name="connsiteY338" fmla="*/ 2224273 h 6858000"/>
              <a:gd name="connsiteX339" fmla="*/ 9602224 w 12192000"/>
              <a:gd name="connsiteY339" fmla="*/ 2210228 h 6858000"/>
              <a:gd name="connsiteX340" fmla="*/ 9565940 w 12192000"/>
              <a:gd name="connsiteY340" fmla="*/ 2200864 h 6858000"/>
              <a:gd name="connsiteX341" fmla="*/ 9528486 w 12192000"/>
              <a:gd name="connsiteY341" fmla="*/ 21973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Lst>
            <a:rect l="l" t="t" r="r" b="b"/>
            <a:pathLst>
              <a:path w="12192000" h="6858000">
                <a:moveTo>
                  <a:pt x="0" y="0"/>
                </a:moveTo>
                <a:lnTo>
                  <a:pt x="12192000" y="0"/>
                </a:lnTo>
                <a:lnTo>
                  <a:pt x="12192000" y="6858000"/>
                </a:lnTo>
                <a:lnTo>
                  <a:pt x="0" y="6858000"/>
                </a:lnTo>
                <a:lnTo>
                  <a:pt x="0" y="0"/>
                </a:lnTo>
                <a:close/>
                <a:moveTo>
                  <a:pt x="9528486" y="2197353"/>
                </a:moveTo>
                <a:lnTo>
                  <a:pt x="9491031" y="2200864"/>
                </a:lnTo>
                <a:lnTo>
                  <a:pt x="9454747" y="2210228"/>
                </a:lnTo>
                <a:lnTo>
                  <a:pt x="9419633" y="2224273"/>
                </a:lnTo>
                <a:lnTo>
                  <a:pt x="9383349" y="2241830"/>
                </a:lnTo>
                <a:lnTo>
                  <a:pt x="9349405" y="2261728"/>
                </a:lnTo>
                <a:lnTo>
                  <a:pt x="9314292" y="2282796"/>
                </a:lnTo>
                <a:lnTo>
                  <a:pt x="9279178" y="2301524"/>
                </a:lnTo>
                <a:lnTo>
                  <a:pt x="9244064" y="2320251"/>
                </a:lnTo>
                <a:lnTo>
                  <a:pt x="9208950" y="2334296"/>
                </a:lnTo>
                <a:lnTo>
                  <a:pt x="9172666" y="2343660"/>
                </a:lnTo>
                <a:lnTo>
                  <a:pt x="9136382" y="2348342"/>
                </a:lnTo>
                <a:lnTo>
                  <a:pt x="9097757" y="2348342"/>
                </a:lnTo>
                <a:lnTo>
                  <a:pt x="9057961" y="2346001"/>
                </a:lnTo>
                <a:lnTo>
                  <a:pt x="9018166" y="2341319"/>
                </a:lnTo>
                <a:lnTo>
                  <a:pt x="8978370" y="2335467"/>
                </a:lnTo>
                <a:lnTo>
                  <a:pt x="8938575" y="2330785"/>
                </a:lnTo>
                <a:lnTo>
                  <a:pt x="8898779" y="2327274"/>
                </a:lnTo>
                <a:lnTo>
                  <a:pt x="8861324" y="2328444"/>
                </a:lnTo>
                <a:lnTo>
                  <a:pt x="8825040" y="2333126"/>
                </a:lnTo>
                <a:lnTo>
                  <a:pt x="8789926" y="2343660"/>
                </a:lnTo>
                <a:lnTo>
                  <a:pt x="8760665" y="2358876"/>
                </a:lnTo>
                <a:lnTo>
                  <a:pt x="8732574" y="2378774"/>
                </a:lnTo>
                <a:lnTo>
                  <a:pt x="8707994" y="2402183"/>
                </a:lnTo>
                <a:lnTo>
                  <a:pt x="8683415" y="2429103"/>
                </a:lnTo>
                <a:lnTo>
                  <a:pt x="8661176" y="2457194"/>
                </a:lnTo>
                <a:lnTo>
                  <a:pt x="8638937" y="2486456"/>
                </a:lnTo>
                <a:lnTo>
                  <a:pt x="8616699" y="2515717"/>
                </a:lnTo>
                <a:lnTo>
                  <a:pt x="8594460" y="2543808"/>
                </a:lnTo>
                <a:lnTo>
                  <a:pt x="8571051" y="2570729"/>
                </a:lnTo>
                <a:lnTo>
                  <a:pt x="8544130" y="2594138"/>
                </a:lnTo>
                <a:lnTo>
                  <a:pt x="8518380" y="2615206"/>
                </a:lnTo>
                <a:lnTo>
                  <a:pt x="8489119" y="2631593"/>
                </a:lnTo>
                <a:lnTo>
                  <a:pt x="8457516" y="2645638"/>
                </a:lnTo>
                <a:lnTo>
                  <a:pt x="8423573" y="2657343"/>
                </a:lnTo>
                <a:lnTo>
                  <a:pt x="8388459" y="2667877"/>
                </a:lnTo>
                <a:lnTo>
                  <a:pt x="8353346" y="2677241"/>
                </a:lnTo>
                <a:lnTo>
                  <a:pt x="8317062" y="2686604"/>
                </a:lnTo>
                <a:lnTo>
                  <a:pt x="8283118" y="2697138"/>
                </a:lnTo>
                <a:lnTo>
                  <a:pt x="8249175" y="2708843"/>
                </a:lnTo>
                <a:lnTo>
                  <a:pt x="8217573" y="2722888"/>
                </a:lnTo>
                <a:lnTo>
                  <a:pt x="8189482" y="2740445"/>
                </a:lnTo>
                <a:lnTo>
                  <a:pt x="8163732" y="2761514"/>
                </a:lnTo>
                <a:lnTo>
                  <a:pt x="8142663" y="2787264"/>
                </a:lnTo>
                <a:lnTo>
                  <a:pt x="8125106" y="2815355"/>
                </a:lnTo>
                <a:lnTo>
                  <a:pt x="8111061" y="2846957"/>
                </a:lnTo>
                <a:lnTo>
                  <a:pt x="8099356" y="2880900"/>
                </a:lnTo>
                <a:lnTo>
                  <a:pt x="8088822" y="2914844"/>
                </a:lnTo>
                <a:lnTo>
                  <a:pt x="8079459" y="2951128"/>
                </a:lnTo>
                <a:lnTo>
                  <a:pt x="8070095" y="2986242"/>
                </a:lnTo>
                <a:lnTo>
                  <a:pt x="8059561" y="3021355"/>
                </a:lnTo>
                <a:lnTo>
                  <a:pt x="8047856" y="3055299"/>
                </a:lnTo>
                <a:lnTo>
                  <a:pt x="8033811" y="3086901"/>
                </a:lnTo>
                <a:lnTo>
                  <a:pt x="8017424" y="3116162"/>
                </a:lnTo>
                <a:lnTo>
                  <a:pt x="7996356" y="3141913"/>
                </a:lnTo>
                <a:lnTo>
                  <a:pt x="7972947" y="3168833"/>
                </a:lnTo>
                <a:lnTo>
                  <a:pt x="7946026" y="3192242"/>
                </a:lnTo>
                <a:lnTo>
                  <a:pt x="7916765" y="3214481"/>
                </a:lnTo>
                <a:lnTo>
                  <a:pt x="7887503" y="3236720"/>
                </a:lnTo>
                <a:lnTo>
                  <a:pt x="7858242" y="3258958"/>
                </a:lnTo>
                <a:lnTo>
                  <a:pt x="7830151" y="3281197"/>
                </a:lnTo>
                <a:lnTo>
                  <a:pt x="7803230" y="3305777"/>
                </a:lnTo>
                <a:lnTo>
                  <a:pt x="7779821" y="3330356"/>
                </a:lnTo>
                <a:lnTo>
                  <a:pt x="7759923" y="3358447"/>
                </a:lnTo>
                <a:lnTo>
                  <a:pt x="7744708" y="3387709"/>
                </a:lnTo>
                <a:lnTo>
                  <a:pt x="7734173" y="3422822"/>
                </a:lnTo>
                <a:lnTo>
                  <a:pt x="7729492" y="3459107"/>
                </a:lnTo>
                <a:lnTo>
                  <a:pt x="7728321" y="3496561"/>
                </a:lnTo>
                <a:lnTo>
                  <a:pt x="7731832" y="3536357"/>
                </a:lnTo>
                <a:lnTo>
                  <a:pt x="7736514" y="3576152"/>
                </a:lnTo>
                <a:lnTo>
                  <a:pt x="7742367" y="3615948"/>
                </a:lnTo>
                <a:lnTo>
                  <a:pt x="7747048" y="3655744"/>
                </a:lnTo>
                <a:lnTo>
                  <a:pt x="7749389" y="3695539"/>
                </a:lnTo>
                <a:lnTo>
                  <a:pt x="7749389" y="3734164"/>
                </a:lnTo>
                <a:lnTo>
                  <a:pt x="7744708" y="3770449"/>
                </a:lnTo>
                <a:lnTo>
                  <a:pt x="7735344" y="3806733"/>
                </a:lnTo>
                <a:lnTo>
                  <a:pt x="7721298" y="3840676"/>
                </a:lnTo>
                <a:lnTo>
                  <a:pt x="7703741" y="3875790"/>
                </a:lnTo>
                <a:lnTo>
                  <a:pt x="7683844" y="3910903"/>
                </a:lnTo>
                <a:lnTo>
                  <a:pt x="7662775" y="3946017"/>
                </a:lnTo>
                <a:lnTo>
                  <a:pt x="7642878" y="3979961"/>
                </a:lnTo>
                <a:lnTo>
                  <a:pt x="7625321" y="4016245"/>
                </a:lnTo>
                <a:lnTo>
                  <a:pt x="7611275" y="4051358"/>
                </a:lnTo>
                <a:lnTo>
                  <a:pt x="7601912" y="4087643"/>
                </a:lnTo>
                <a:lnTo>
                  <a:pt x="7598400" y="4125097"/>
                </a:lnTo>
                <a:lnTo>
                  <a:pt x="7601912" y="4162552"/>
                </a:lnTo>
                <a:lnTo>
                  <a:pt x="7611275" y="4198836"/>
                </a:lnTo>
                <a:lnTo>
                  <a:pt x="7625321" y="4233950"/>
                </a:lnTo>
                <a:lnTo>
                  <a:pt x="7642878" y="4270234"/>
                </a:lnTo>
                <a:lnTo>
                  <a:pt x="7662775" y="4304177"/>
                </a:lnTo>
                <a:lnTo>
                  <a:pt x="7683844" y="4339291"/>
                </a:lnTo>
                <a:lnTo>
                  <a:pt x="7703741" y="4374405"/>
                </a:lnTo>
                <a:lnTo>
                  <a:pt x="7721298" y="4409519"/>
                </a:lnTo>
                <a:lnTo>
                  <a:pt x="7735344" y="4443462"/>
                </a:lnTo>
                <a:lnTo>
                  <a:pt x="7744708" y="4479746"/>
                </a:lnTo>
                <a:lnTo>
                  <a:pt x="7749389" y="4516030"/>
                </a:lnTo>
                <a:lnTo>
                  <a:pt x="7749389" y="4554655"/>
                </a:lnTo>
                <a:lnTo>
                  <a:pt x="7747048" y="4594451"/>
                </a:lnTo>
                <a:lnTo>
                  <a:pt x="7742367" y="4634247"/>
                </a:lnTo>
                <a:lnTo>
                  <a:pt x="7736514" y="4674042"/>
                </a:lnTo>
                <a:lnTo>
                  <a:pt x="7731832" y="4713838"/>
                </a:lnTo>
                <a:lnTo>
                  <a:pt x="7728321" y="4753633"/>
                </a:lnTo>
                <a:lnTo>
                  <a:pt x="7729492" y="4791088"/>
                </a:lnTo>
                <a:lnTo>
                  <a:pt x="7734173" y="4827372"/>
                </a:lnTo>
                <a:lnTo>
                  <a:pt x="7744708" y="4862486"/>
                </a:lnTo>
                <a:lnTo>
                  <a:pt x="7759923" y="4891747"/>
                </a:lnTo>
                <a:lnTo>
                  <a:pt x="7779821" y="4919838"/>
                </a:lnTo>
                <a:lnTo>
                  <a:pt x="7803230" y="4944418"/>
                </a:lnTo>
                <a:lnTo>
                  <a:pt x="7830151" y="4968998"/>
                </a:lnTo>
                <a:lnTo>
                  <a:pt x="7858242" y="4991236"/>
                </a:lnTo>
                <a:lnTo>
                  <a:pt x="7887503" y="5013475"/>
                </a:lnTo>
                <a:lnTo>
                  <a:pt x="7916765" y="5035714"/>
                </a:lnTo>
                <a:lnTo>
                  <a:pt x="7946026" y="5057952"/>
                </a:lnTo>
                <a:lnTo>
                  <a:pt x="7972947" y="5081362"/>
                </a:lnTo>
                <a:lnTo>
                  <a:pt x="7996356" y="5108282"/>
                </a:lnTo>
                <a:lnTo>
                  <a:pt x="8017424" y="5134032"/>
                </a:lnTo>
                <a:lnTo>
                  <a:pt x="8033811" y="5163294"/>
                </a:lnTo>
                <a:lnTo>
                  <a:pt x="8047856" y="5194896"/>
                </a:lnTo>
                <a:lnTo>
                  <a:pt x="8059561" y="5228839"/>
                </a:lnTo>
                <a:lnTo>
                  <a:pt x="8070095" y="5263953"/>
                </a:lnTo>
                <a:lnTo>
                  <a:pt x="8079459" y="5299067"/>
                </a:lnTo>
                <a:lnTo>
                  <a:pt x="8088822" y="5335351"/>
                </a:lnTo>
                <a:lnTo>
                  <a:pt x="8099356" y="5369294"/>
                </a:lnTo>
                <a:lnTo>
                  <a:pt x="8111061" y="5403238"/>
                </a:lnTo>
                <a:lnTo>
                  <a:pt x="8125106" y="5434840"/>
                </a:lnTo>
                <a:lnTo>
                  <a:pt x="8142663" y="5462931"/>
                </a:lnTo>
                <a:lnTo>
                  <a:pt x="8163732" y="5488681"/>
                </a:lnTo>
                <a:lnTo>
                  <a:pt x="8189482" y="5509749"/>
                </a:lnTo>
                <a:lnTo>
                  <a:pt x="8217573" y="5527306"/>
                </a:lnTo>
                <a:lnTo>
                  <a:pt x="8249175" y="5541352"/>
                </a:lnTo>
                <a:lnTo>
                  <a:pt x="8283118" y="5553056"/>
                </a:lnTo>
                <a:lnTo>
                  <a:pt x="8317062" y="5563590"/>
                </a:lnTo>
                <a:lnTo>
                  <a:pt x="8353346" y="5572954"/>
                </a:lnTo>
                <a:lnTo>
                  <a:pt x="8388459" y="5582318"/>
                </a:lnTo>
                <a:lnTo>
                  <a:pt x="8423573" y="5592852"/>
                </a:lnTo>
                <a:lnTo>
                  <a:pt x="8457516" y="5604556"/>
                </a:lnTo>
                <a:lnTo>
                  <a:pt x="8489119" y="5618602"/>
                </a:lnTo>
                <a:lnTo>
                  <a:pt x="8518380" y="5634988"/>
                </a:lnTo>
                <a:lnTo>
                  <a:pt x="8544130" y="5656057"/>
                </a:lnTo>
                <a:lnTo>
                  <a:pt x="8571051" y="5679466"/>
                </a:lnTo>
                <a:lnTo>
                  <a:pt x="8594460" y="5706386"/>
                </a:lnTo>
                <a:lnTo>
                  <a:pt x="8616699" y="5734477"/>
                </a:lnTo>
                <a:lnTo>
                  <a:pt x="8638937" y="5763739"/>
                </a:lnTo>
                <a:lnTo>
                  <a:pt x="8661176" y="5793000"/>
                </a:lnTo>
                <a:lnTo>
                  <a:pt x="8683415" y="5821091"/>
                </a:lnTo>
                <a:lnTo>
                  <a:pt x="8707994" y="5848012"/>
                </a:lnTo>
                <a:lnTo>
                  <a:pt x="8732574" y="5871421"/>
                </a:lnTo>
                <a:lnTo>
                  <a:pt x="8760665" y="5891319"/>
                </a:lnTo>
                <a:lnTo>
                  <a:pt x="8789926" y="5906535"/>
                </a:lnTo>
                <a:lnTo>
                  <a:pt x="8825040" y="5917069"/>
                </a:lnTo>
                <a:lnTo>
                  <a:pt x="8861324" y="5921751"/>
                </a:lnTo>
                <a:lnTo>
                  <a:pt x="8898779" y="5922921"/>
                </a:lnTo>
                <a:lnTo>
                  <a:pt x="8938575" y="5919410"/>
                </a:lnTo>
                <a:lnTo>
                  <a:pt x="8978370" y="5914728"/>
                </a:lnTo>
                <a:lnTo>
                  <a:pt x="9018166" y="5908876"/>
                </a:lnTo>
                <a:lnTo>
                  <a:pt x="9057961" y="5904194"/>
                </a:lnTo>
                <a:lnTo>
                  <a:pt x="9097757" y="5901853"/>
                </a:lnTo>
                <a:lnTo>
                  <a:pt x="9136382" y="5901853"/>
                </a:lnTo>
                <a:lnTo>
                  <a:pt x="9172666" y="5906535"/>
                </a:lnTo>
                <a:lnTo>
                  <a:pt x="9208950" y="5915898"/>
                </a:lnTo>
                <a:lnTo>
                  <a:pt x="9244064" y="5929944"/>
                </a:lnTo>
                <a:lnTo>
                  <a:pt x="9279178" y="5948671"/>
                </a:lnTo>
                <a:lnTo>
                  <a:pt x="9314292" y="5967398"/>
                </a:lnTo>
                <a:lnTo>
                  <a:pt x="9349405" y="5988467"/>
                </a:lnTo>
                <a:lnTo>
                  <a:pt x="9383349" y="6008364"/>
                </a:lnTo>
                <a:lnTo>
                  <a:pt x="9419633" y="6025921"/>
                </a:lnTo>
                <a:lnTo>
                  <a:pt x="9454747" y="6039967"/>
                </a:lnTo>
                <a:lnTo>
                  <a:pt x="9491031" y="6049331"/>
                </a:lnTo>
                <a:lnTo>
                  <a:pt x="9528486" y="6052842"/>
                </a:lnTo>
                <a:lnTo>
                  <a:pt x="9565940" y="6049331"/>
                </a:lnTo>
                <a:lnTo>
                  <a:pt x="9602224" y="6039967"/>
                </a:lnTo>
                <a:lnTo>
                  <a:pt x="9637338" y="6025921"/>
                </a:lnTo>
                <a:lnTo>
                  <a:pt x="9673622" y="6008364"/>
                </a:lnTo>
                <a:lnTo>
                  <a:pt x="9707566" y="5988467"/>
                </a:lnTo>
                <a:lnTo>
                  <a:pt x="9742679" y="5967398"/>
                </a:lnTo>
                <a:lnTo>
                  <a:pt x="9777793" y="5948671"/>
                </a:lnTo>
                <a:lnTo>
                  <a:pt x="9812907" y="5929944"/>
                </a:lnTo>
                <a:lnTo>
                  <a:pt x="9846850" y="5915898"/>
                </a:lnTo>
                <a:lnTo>
                  <a:pt x="9884305" y="5906535"/>
                </a:lnTo>
                <a:lnTo>
                  <a:pt x="9920589" y="5901853"/>
                </a:lnTo>
                <a:lnTo>
                  <a:pt x="9959214" y="5901853"/>
                </a:lnTo>
                <a:lnTo>
                  <a:pt x="9999010" y="5904194"/>
                </a:lnTo>
                <a:lnTo>
                  <a:pt x="10038805" y="5908876"/>
                </a:lnTo>
                <a:lnTo>
                  <a:pt x="10078601" y="5914728"/>
                </a:lnTo>
                <a:lnTo>
                  <a:pt x="10118396" y="5919410"/>
                </a:lnTo>
                <a:lnTo>
                  <a:pt x="10158192" y="5922921"/>
                </a:lnTo>
                <a:lnTo>
                  <a:pt x="10195647" y="5921751"/>
                </a:lnTo>
                <a:lnTo>
                  <a:pt x="10231931" y="5917069"/>
                </a:lnTo>
                <a:lnTo>
                  <a:pt x="10267044" y="5906535"/>
                </a:lnTo>
                <a:lnTo>
                  <a:pt x="10296306" y="5891319"/>
                </a:lnTo>
                <a:lnTo>
                  <a:pt x="10324397" y="5871421"/>
                </a:lnTo>
                <a:lnTo>
                  <a:pt x="10348977" y="5848012"/>
                </a:lnTo>
                <a:lnTo>
                  <a:pt x="10373556" y="5821091"/>
                </a:lnTo>
                <a:lnTo>
                  <a:pt x="10395795" y="5793000"/>
                </a:lnTo>
                <a:lnTo>
                  <a:pt x="10418034" y="5763739"/>
                </a:lnTo>
                <a:lnTo>
                  <a:pt x="10440272" y="5734477"/>
                </a:lnTo>
                <a:lnTo>
                  <a:pt x="10462511" y="5706386"/>
                </a:lnTo>
                <a:lnTo>
                  <a:pt x="10485920" y="5679466"/>
                </a:lnTo>
                <a:lnTo>
                  <a:pt x="10512841" y="5656057"/>
                </a:lnTo>
                <a:lnTo>
                  <a:pt x="10538591" y="5634988"/>
                </a:lnTo>
                <a:lnTo>
                  <a:pt x="10567852" y="5618602"/>
                </a:lnTo>
                <a:lnTo>
                  <a:pt x="10599455" y="5604556"/>
                </a:lnTo>
                <a:lnTo>
                  <a:pt x="10633398" y="5592852"/>
                </a:lnTo>
                <a:lnTo>
                  <a:pt x="10668512" y="5582318"/>
                </a:lnTo>
                <a:lnTo>
                  <a:pt x="10703626" y="5572954"/>
                </a:lnTo>
                <a:lnTo>
                  <a:pt x="10739910" y="5563590"/>
                </a:lnTo>
                <a:lnTo>
                  <a:pt x="10773853" y="5553056"/>
                </a:lnTo>
                <a:lnTo>
                  <a:pt x="10807796" y="5541352"/>
                </a:lnTo>
                <a:lnTo>
                  <a:pt x="10839399" y="5527306"/>
                </a:lnTo>
                <a:lnTo>
                  <a:pt x="10867490" y="5509749"/>
                </a:lnTo>
                <a:lnTo>
                  <a:pt x="10893240" y="5488681"/>
                </a:lnTo>
                <a:lnTo>
                  <a:pt x="10914308" y="5462931"/>
                </a:lnTo>
                <a:lnTo>
                  <a:pt x="10931865" y="5434840"/>
                </a:lnTo>
                <a:lnTo>
                  <a:pt x="10945910" y="5403238"/>
                </a:lnTo>
                <a:lnTo>
                  <a:pt x="10957615" y="5369294"/>
                </a:lnTo>
                <a:lnTo>
                  <a:pt x="10968149" y="5335351"/>
                </a:lnTo>
                <a:lnTo>
                  <a:pt x="10977513" y="5299067"/>
                </a:lnTo>
                <a:lnTo>
                  <a:pt x="10986876" y="5263953"/>
                </a:lnTo>
                <a:lnTo>
                  <a:pt x="10997410" y="5228839"/>
                </a:lnTo>
                <a:lnTo>
                  <a:pt x="11009115" y="5194896"/>
                </a:lnTo>
                <a:lnTo>
                  <a:pt x="11023160" y="5163294"/>
                </a:lnTo>
                <a:lnTo>
                  <a:pt x="11039547" y="5134032"/>
                </a:lnTo>
                <a:lnTo>
                  <a:pt x="11060615" y="5108282"/>
                </a:lnTo>
                <a:lnTo>
                  <a:pt x="11084024" y="5081362"/>
                </a:lnTo>
                <a:lnTo>
                  <a:pt x="11110945" y="5057952"/>
                </a:lnTo>
                <a:lnTo>
                  <a:pt x="11139036" y="5035714"/>
                </a:lnTo>
                <a:lnTo>
                  <a:pt x="11169468" y="5013475"/>
                </a:lnTo>
                <a:lnTo>
                  <a:pt x="11198729" y="4991236"/>
                </a:lnTo>
                <a:lnTo>
                  <a:pt x="11226820" y="4968998"/>
                </a:lnTo>
                <a:lnTo>
                  <a:pt x="11253741" y="4944418"/>
                </a:lnTo>
                <a:lnTo>
                  <a:pt x="11277150" y="4919838"/>
                </a:lnTo>
                <a:lnTo>
                  <a:pt x="11297048" y="4891747"/>
                </a:lnTo>
                <a:lnTo>
                  <a:pt x="11312264" y="4862486"/>
                </a:lnTo>
                <a:lnTo>
                  <a:pt x="11322798" y="4827372"/>
                </a:lnTo>
                <a:lnTo>
                  <a:pt x="11327480" y="4791088"/>
                </a:lnTo>
                <a:lnTo>
                  <a:pt x="11328650" y="4753633"/>
                </a:lnTo>
                <a:lnTo>
                  <a:pt x="11325139" y="4713838"/>
                </a:lnTo>
                <a:lnTo>
                  <a:pt x="11320457" y="4674042"/>
                </a:lnTo>
                <a:lnTo>
                  <a:pt x="11314605" y="4634247"/>
                </a:lnTo>
                <a:lnTo>
                  <a:pt x="11309923" y="4594451"/>
                </a:lnTo>
                <a:lnTo>
                  <a:pt x="11307582" y="4554655"/>
                </a:lnTo>
                <a:lnTo>
                  <a:pt x="11307582" y="4516030"/>
                </a:lnTo>
                <a:lnTo>
                  <a:pt x="11312264" y="4479746"/>
                </a:lnTo>
                <a:lnTo>
                  <a:pt x="11321628" y="4443462"/>
                </a:lnTo>
                <a:lnTo>
                  <a:pt x="11335673" y="4409519"/>
                </a:lnTo>
                <a:lnTo>
                  <a:pt x="11354400" y="4374405"/>
                </a:lnTo>
                <a:lnTo>
                  <a:pt x="11373128" y="4339291"/>
                </a:lnTo>
                <a:lnTo>
                  <a:pt x="11394196" y="4304177"/>
                </a:lnTo>
                <a:lnTo>
                  <a:pt x="11414094" y="4270234"/>
                </a:lnTo>
                <a:lnTo>
                  <a:pt x="11431650" y="4233950"/>
                </a:lnTo>
                <a:lnTo>
                  <a:pt x="11445696" y="4198836"/>
                </a:lnTo>
                <a:lnTo>
                  <a:pt x="11455060" y="4162552"/>
                </a:lnTo>
                <a:lnTo>
                  <a:pt x="11458571" y="4125097"/>
                </a:lnTo>
                <a:lnTo>
                  <a:pt x="11455060" y="4087643"/>
                </a:lnTo>
                <a:lnTo>
                  <a:pt x="11445696" y="4051358"/>
                </a:lnTo>
                <a:lnTo>
                  <a:pt x="11431650" y="4016245"/>
                </a:lnTo>
                <a:lnTo>
                  <a:pt x="11414094" y="3979961"/>
                </a:lnTo>
                <a:lnTo>
                  <a:pt x="11394196" y="3946017"/>
                </a:lnTo>
                <a:lnTo>
                  <a:pt x="11373128" y="3910903"/>
                </a:lnTo>
                <a:lnTo>
                  <a:pt x="11354400" y="3875790"/>
                </a:lnTo>
                <a:lnTo>
                  <a:pt x="11335673" y="3840676"/>
                </a:lnTo>
                <a:lnTo>
                  <a:pt x="11321628" y="3806733"/>
                </a:lnTo>
                <a:lnTo>
                  <a:pt x="11312264" y="3770449"/>
                </a:lnTo>
                <a:lnTo>
                  <a:pt x="11307582" y="3734164"/>
                </a:lnTo>
                <a:lnTo>
                  <a:pt x="11307582" y="3695539"/>
                </a:lnTo>
                <a:lnTo>
                  <a:pt x="11309923" y="3655744"/>
                </a:lnTo>
                <a:lnTo>
                  <a:pt x="11314605" y="3615948"/>
                </a:lnTo>
                <a:lnTo>
                  <a:pt x="11320457" y="3576152"/>
                </a:lnTo>
                <a:lnTo>
                  <a:pt x="11325139" y="3536357"/>
                </a:lnTo>
                <a:lnTo>
                  <a:pt x="11328650" y="3496561"/>
                </a:lnTo>
                <a:lnTo>
                  <a:pt x="11327480" y="3459107"/>
                </a:lnTo>
                <a:lnTo>
                  <a:pt x="11322798" y="3422822"/>
                </a:lnTo>
                <a:lnTo>
                  <a:pt x="11312264" y="3387709"/>
                </a:lnTo>
                <a:lnTo>
                  <a:pt x="11297048" y="3358447"/>
                </a:lnTo>
                <a:lnTo>
                  <a:pt x="11277150" y="3330356"/>
                </a:lnTo>
                <a:lnTo>
                  <a:pt x="11253741" y="3305777"/>
                </a:lnTo>
                <a:lnTo>
                  <a:pt x="11226820" y="3281197"/>
                </a:lnTo>
                <a:lnTo>
                  <a:pt x="11198729" y="3258958"/>
                </a:lnTo>
                <a:lnTo>
                  <a:pt x="11169468" y="3236720"/>
                </a:lnTo>
                <a:lnTo>
                  <a:pt x="11139036" y="3214481"/>
                </a:lnTo>
                <a:lnTo>
                  <a:pt x="11110945" y="3192242"/>
                </a:lnTo>
                <a:lnTo>
                  <a:pt x="11084024" y="3168833"/>
                </a:lnTo>
                <a:lnTo>
                  <a:pt x="11060615" y="3141913"/>
                </a:lnTo>
                <a:lnTo>
                  <a:pt x="11039547" y="3116162"/>
                </a:lnTo>
                <a:lnTo>
                  <a:pt x="11023160" y="3086901"/>
                </a:lnTo>
                <a:lnTo>
                  <a:pt x="11009115" y="3055299"/>
                </a:lnTo>
                <a:lnTo>
                  <a:pt x="10997410" y="3021355"/>
                </a:lnTo>
                <a:lnTo>
                  <a:pt x="10986876" y="2986242"/>
                </a:lnTo>
                <a:lnTo>
                  <a:pt x="10977513" y="2951128"/>
                </a:lnTo>
                <a:lnTo>
                  <a:pt x="10968149" y="2914844"/>
                </a:lnTo>
                <a:lnTo>
                  <a:pt x="10957615" y="2880900"/>
                </a:lnTo>
                <a:lnTo>
                  <a:pt x="10945910" y="2846957"/>
                </a:lnTo>
                <a:lnTo>
                  <a:pt x="10931865" y="2815355"/>
                </a:lnTo>
                <a:lnTo>
                  <a:pt x="10914308" y="2787264"/>
                </a:lnTo>
                <a:lnTo>
                  <a:pt x="10893240" y="2761514"/>
                </a:lnTo>
                <a:lnTo>
                  <a:pt x="10867490" y="2740445"/>
                </a:lnTo>
                <a:lnTo>
                  <a:pt x="10839399" y="2722888"/>
                </a:lnTo>
                <a:lnTo>
                  <a:pt x="10807796" y="2708843"/>
                </a:lnTo>
                <a:lnTo>
                  <a:pt x="10773853" y="2697138"/>
                </a:lnTo>
                <a:lnTo>
                  <a:pt x="10739910" y="2686604"/>
                </a:lnTo>
                <a:lnTo>
                  <a:pt x="10703626" y="2677241"/>
                </a:lnTo>
                <a:lnTo>
                  <a:pt x="10668512" y="2667877"/>
                </a:lnTo>
                <a:lnTo>
                  <a:pt x="10633398" y="2657343"/>
                </a:lnTo>
                <a:lnTo>
                  <a:pt x="10599455" y="2645638"/>
                </a:lnTo>
                <a:lnTo>
                  <a:pt x="10567852" y="2631593"/>
                </a:lnTo>
                <a:lnTo>
                  <a:pt x="10538591" y="2615206"/>
                </a:lnTo>
                <a:lnTo>
                  <a:pt x="10512841" y="2594138"/>
                </a:lnTo>
                <a:lnTo>
                  <a:pt x="10485920" y="2570729"/>
                </a:lnTo>
                <a:lnTo>
                  <a:pt x="10462511" y="2543808"/>
                </a:lnTo>
                <a:lnTo>
                  <a:pt x="10440272" y="2515717"/>
                </a:lnTo>
                <a:lnTo>
                  <a:pt x="10418034" y="2486456"/>
                </a:lnTo>
                <a:lnTo>
                  <a:pt x="10395795" y="2457194"/>
                </a:lnTo>
                <a:lnTo>
                  <a:pt x="10373556" y="2429103"/>
                </a:lnTo>
                <a:lnTo>
                  <a:pt x="10348977" y="2402183"/>
                </a:lnTo>
                <a:lnTo>
                  <a:pt x="10324397" y="2378774"/>
                </a:lnTo>
                <a:lnTo>
                  <a:pt x="10296306" y="2358876"/>
                </a:lnTo>
                <a:lnTo>
                  <a:pt x="10267044" y="2343660"/>
                </a:lnTo>
                <a:lnTo>
                  <a:pt x="10231931" y="2333126"/>
                </a:lnTo>
                <a:lnTo>
                  <a:pt x="10195647" y="2328444"/>
                </a:lnTo>
                <a:lnTo>
                  <a:pt x="10158192" y="2327274"/>
                </a:lnTo>
                <a:lnTo>
                  <a:pt x="10118396" y="2330785"/>
                </a:lnTo>
                <a:lnTo>
                  <a:pt x="10078601" y="2335467"/>
                </a:lnTo>
                <a:lnTo>
                  <a:pt x="10038805" y="2341319"/>
                </a:lnTo>
                <a:lnTo>
                  <a:pt x="9999010" y="2346001"/>
                </a:lnTo>
                <a:lnTo>
                  <a:pt x="9959214" y="2348342"/>
                </a:lnTo>
                <a:lnTo>
                  <a:pt x="9920589" y="2348342"/>
                </a:lnTo>
                <a:lnTo>
                  <a:pt x="9884305" y="2343660"/>
                </a:lnTo>
                <a:lnTo>
                  <a:pt x="9846850" y="2334296"/>
                </a:lnTo>
                <a:lnTo>
                  <a:pt x="9812907" y="2320251"/>
                </a:lnTo>
                <a:lnTo>
                  <a:pt x="9777793" y="2301524"/>
                </a:lnTo>
                <a:lnTo>
                  <a:pt x="9742679" y="2282796"/>
                </a:lnTo>
                <a:lnTo>
                  <a:pt x="9707566" y="2261728"/>
                </a:lnTo>
                <a:lnTo>
                  <a:pt x="9673622" y="2241830"/>
                </a:lnTo>
                <a:lnTo>
                  <a:pt x="9637338" y="2224273"/>
                </a:lnTo>
                <a:lnTo>
                  <a:pt x="9602224" y="2210228"/>
                </a:lnTo>
                <a:lnTo>
                  <a:pt x="9565940" y="2200864"/>
                </a:lnTo>
                <a:lnTo>
                  <a:pt x="9528486" y="2197353"/>
                </a:lnTo>
                <a:close/>
              </a:path>
            </a:pathLst>
          </a:custGeom>
          <a:solidFill>
            <a:schemeClr val="bg2"/>
          </a:solidFill>
          <a:ln w="10160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3B4F77DF-7916-74E3-910A-01C539C057E5}"/>
              </a:ext>
            </a:extLst>
          </p:cNvPr>
          <p:cNvSpPr>
            <a:spLocks noGrp="1"/>
          </p:cNvSpPr>
          <p:nvPr>
            <p:ph type="title"/>
          </p:nvPr>
        </p:nvSpPr>
        <p:spPr>
          <a:xfrm>
            <a:off x="1251678" y="382385"/>
            <a:ext cx="10178322" cy="1492132"/>
          </a:xfrm>
        </p:spPr>
        <p:txBody>
          <a:bodyPr>
            <a:normAutofit fontScale="90000"/>
          </a:bodyPr>
          <a:lstStyle/>
          <a:p>
            <a:r>
              <a:rPr lang="en-US">
                <a:latin typeface="Avenir Book" panose="02000503020000020003" pitchFamily="2" charset="0"/>
              </a:rPr>
              <a:t>Basil Mitchell: The parable of the partisan (2) </a:t>
            </a:r>
          </a:p>
        </p:txBody>
      </p:sp>
      <p:sp>
        <p:nvSpPr>
          <p:cNvPr id="11" name="Freeform 6">
            <a:extLst>
              <a:ext uri="{FF2B5EF4-FFF2-40B4-BE49-F238E27FC236}">
                <a16:creationId xmlns:a16="http://schemas.microsoft.com/office/drawing/2014/main" id="{0D3B0D10-EF29-472A-8E3D-EBEDDD162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3" name="Content Placeholder 2">
            <a:extLst>
              <a:ext uri="{FF2B5EF4-FFF2-40B4-BE49-F238E27FC236}">
                <a16:creationId xmlns:a16="http://schemas.microsoft.com/office/drawing/2014/main" id="{FDBA6479-F017-D892-210C-80A54ED1C63B}"/>
              </a:ext>
            </a:extLst>
          </p:cNvPr>
          <p:cNvSpPr>
            <a:spLocks noGrp="1"/>
          </p:cNvSpPr>
          <p:nvPr>
            <p:ph idx="1"/>
          </p:nvPr>
        </p:nvSpPr>
        <p:spPr>
          <a:xfrm>
            <a:off x="1251678" y="2286001"/>
            <a:ext cx="6015897" cy="3954707"/>
          </a:xfrm>
        </p:spPr>
        <p:txBody>
          <a:bodyPr>
            <a:normAutofit lnSpcReduction="10000"/>
          </a:bodyPr>
          <a:lstStyle/>
          <a:p>
            <a:pPr marL="0" indent="0" algn="just">
              <a:buNone/>
            </a:pPr>
            <a:r>
              <a:rPr lang="en-GB" dirty="0">
                <a:solidFill>
                  <a:schemeClr val="tx1"/>
                </a:solidFill>
                <a:effectLst/>
                <a:latin typeface="Avenir Book" panose="02000503020000020003" pitchFamily="2" charset="0"/>
              </a:rPr>
              <a:t>Perhaps this can be brought out by yet another parable. In time of war in an occupied country, a member of the resistance meets one night a stranger who deeply impresses him. They spend that night together in conversation. The Stranger tells the partisan that he himself is on the side of the resistance—indeed that he is in command of it, and urges the partisan to have faith in him no matter what happens. The partisan is utterly convinced at that meeting of the Stranger’s sincerity and constancy and undertakes to trust him. </a:t>
            </a:r>
            <a:endParaRPr lang="en-GB" dirty="0">
              <a:solidFill>
                <a:schemeClr val="tx1"/>
              </a:solidFill>
              <a:latin typeface="Avenir Book" panose="02000503020000020003" pitchFamily="2" charset="0"/>
            </a:endParaRPr>
          </a:p>
          <a:p>
            <a:endParaRPr lang="en-US" dirty="0">
              <a:latin typeface="Avenir Book" panose="02000503020000020003" pitchFamily="2" charset="0"/>
            </a:endParaRPr>
          </a:p>
        </p:txBody>
      </p:sp>
      <p:sp>
        <p:nvSpPr>
          <p:cNvPr id="13" name="Rectangle 12">
            <a:extLst>
              <a:ext uri="{FF2B5EF4-FFF2-40B4-BE49-F238E27FC236}">
                <a16:creationId xmlns:a16="http://schemas.microsoft.com/office/drawing/2014/main" id="{44FF49E3-3CF7-467D-BE04-86D18D2490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1486321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382ABC0-C59A-FA34-6211-70F6ACB3074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16FB87C-ED5B-8607-32EB-4F4145F529C5}"/>
              </a:ext>
            </a:extLst>
          </p:cNvPr>
          <p:cNvPicPr>
            <a:picLocks noChangeAspect="1"/>
          </p:cNvPicPr>
          <p:nvPr/>
        </p:nvPicPr>
        <p:blipFill>
          <a:blip r:embed="rId2"/>
          <a:srcRect b="7201"/>
          <a:stretch/>
        </p:blipFill>
        <p:spPr>
          <a:xfrm>
            <a:off x="7373816" y="2145636"/>
            <a:ext cx="4261588" cy="3954707"/>
          </a:xfrm>
          <a:prstGeom prst="rect">
            <a:avLst/>
          </a:prstGeom>
        </p:spPr>
      </p:pic>
      <p:sp>
        <p:nvSpPr>
          <p:cNvPr id="9" name="Freeform 8">
            <a:extLst>
              <a:ext uri="{FF2B5EF4-FFF2-40B4-BE49-F238E27FC236}">
                <a16:creationId xmlns:a16="http://schemas.microsoft.com/office/drawing/2014/main" id="{438E2B1E-5364-451C-8B5F-2D1BFF5A68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5" fmla="*/ 9528486 w 12192000"/>
              <a:gd name="connsiteY5" fmla="*/ 2197353 h 6858000"/>
              <a:gd name="connsiteX6" fmla="*/ 9491031 w 12192000"/>
              <a:gd name="connsiteY6" fmla="*/ 2200864 h 6858000"/>
              <a:gd name="connsiteX7" fmla="*/ 9454747 w 12192000"/>
              <a:gd name="connsiteY7" fmla="*/ 2210228 h 6858000"/>
              <a:gd name="connsiteX8" fmla="*/ 9419633 w 12192000"/>
              <a:gd name="connsiteY8" fmla="*/ 2224273 h 6858000"/>
              <a:gd name="connsiteX9" fmla="*/ 9383349 w 12192000"/>
              <a:gd name="connsiteY9" fmla="*/ 2241830 h 6858000"/>
              <a:gd name="connsiteX10" fmla="*/ 9349405 w 12192000"/>
              <a:gd name="connsiteY10" fmla="*/ 2261728 h 6858000"/>
              <a:gd name="connsiteX11" fmla="*/ 9314292 w 12192000"/>
              <a:gd name="connsiteY11" fmla="*/ 2282796 h 6858000"/>
              <a:gd name="connsiteX12" fmla="*/ 9279178 w 12192000"/>
              <a:gd name="connsiteY12" fmla="*/ 2301524 h 6858000"/>
              <a:gd name="connsiteX13" fmla="*/ 9244064 w 12192000"/>
              <a:gd name="connsiteY13" fmla="*/ 2320251 h 6858000"/>
              <a:gd name="connsiteX14" fmla="*/ 9208950 w 12192000"/>
              <a:gd name="connsiteY14" fmla="*/ 2334296 h 6858000"/>
              <a:gd name="connsiteX15" fmla="*/ 9172666 w 12192000"/>
              <a:gd name="connsiteY15" fmla="*/ 2343660 h 6858000"/>
              <a:gd name="connsiteX16" fmla="*/ 9136382 w 12192000"/>
              <a:gd name="connsiteY16" fmla="*/ 2348342 h 6858000"/>
              <a:gd name="connsiteX17" fmla="*/ 9097757 w 12192000"/>
              <a:gd name="connsiteY17" fmla="*/ 2348342 h 6858000"/>
              <a:gd name="connsiteX18" fmla="*/ 9057961 w 12192000"/>
              <a:gd name="connsiteY18" fmla="*/ 2346001 h 6858000"/>
              <a:gd name="connsiteX19" fmla="*/ 9018166 w 12192000"/>
              <a:gd name="connsiteY19" fmla="*/ 2341319 h 6858000"/>
              <a:gd name="connsiteX20" fmla="*/ 8978370 w 12192000"/>
              <a:gd name="connsiteY20" fmla="*/ 2335467 h 6858000"/>
              <a:gd name="connsiteX21" fmla="*/ 8938575 w 12192000"/>
              <a:gd name="connsiteY21" fmla="*/ 2330785 h 6858000"/>
              <a:gd name="connsiteX22" fmla="*/ 8898779 w 12192000"/>
              <a:gd name="connsiteY22" fmla="*/ 2327274 h 6858000"/>
              <a:gd name="connsiteX23" fmla="*/ 8861324 w 12192000"/>
              <a:gd name="connsiteY23" fmla="*/ 2328444 h 6858000"/>
              <a:gd name="connsiteX24" fmla="*/ 8825040 w 12192000"/>
              <a:gd name="connsiteY24" fmla="*/ 2333126 h 6858000"/>
              <a:gd name="connsiteX25" fmla="*/ 8789926 w 12192000"/>
              <a:gd name="connsiteY25" fmla="*/ 2343660 h 6858000"/>
              <a:gd name="connsiteX26" fmla="*/ 8760665 w 12192000"/>
              <a:gd name="connsiteY26" fmla="*/ 2358876 h 6858000"/>
              <a:gd name="connsiteX27" fmla="*/ 8732574 w 12192000"/>
              <a:gd name="connsiteY27" fmla="*/ 2378774 h 6858000"/>
              <a:gd name="connsiteX28" fmla="*/ 8707994 w 12192000"/>
              <a:gd name="connsiteY28" fmla="*/ 2402183 h 6858000"/>
              <a:gd name="connsiteX29" fmla="*/ 8683415 w 12192000"/>
              <a:gd name="connsiteY29" fmla="*/ 2429103 h 6858000"/>
              <a:gd name="connsiteX30" fmla="*/ 8661176 w 12192000"/>
              <a:gd name="connsiteY30" fmla="*/ 2457194 h 6858000"/>
              <a:gd name="connsiteX31" fmla="*/ 8638937 w 12192000"/>
              <a:gd name="connsiteY31" fmla="*/ 2486456 h 6858000"/>
              <a:gd name="connsiteX32" fmla="*/ 8616699 w 12192000"/>
              <a:gd name="connsiteY32" fmla="*/ 2515717 h 6858000"/>
              <a:gd name="connsiteX33" fmla="*/ 8594460 w 12192000"/>
              <a:gd name="connsiteY33" fmla="*/ 2543808 h 6858000"/>
              <a:gd name="connsiteX34" fmla="*/ 8571051 w 12192000"/>
              <a:gd name="connsiteY34" fmla="*/ 2570729 h 6858000"/>
              <a:gd name="connsiteX35" fmla="*/ 8544130 w 12192000"/>
              <a:gd name="connsiteY35" fmla="*/ 2594138 h 6858000"/>
              <a:gd name="connsiteX36" fmla="*/ 8518380 w 12192000"/>
              <a:gd name="connsiteY36" fmla="*/ 2615206 h 6858000"/>
              <a:gd name="connsiteX37" fmla="*/ 8489119 w 12192000"/>
              <a:gd name="connsiteY37" fmla="*/ 2631593 h 6858000"/>
              <a:gd name="connsiteX38" fmla="*/ 8457516 w 12192000"/>
              <a:gd name="connsiteY38" fmla="*/ 2645638 h 6858000"/>
              <a:gd name="connsiteX39" fmla="*/ 8423573 w 12192000"/>
              <a:gd name="connsiteY39" fmla="*/ 2657343 h 6858000"/>
              <a:gd name="connsiteX40" fmla="*/ 8388459 w 12192000"/>
              <a:gd name="connsiteY40" fmla="*/ 2667877 h 6858000"/>
              <a:gd name="connsiteX41" fmla="*/ 8353346 w 12192000"/>
              <a:gd name="connsiteY41" fmla="*/ 2677241 h 6858000"/>
              <a:gd name="connsiteX42" fmla="*/ 8317062 w 12192000"/>
              <a:gd name="connsiteY42" fmla="*/ 2686604 h 6858000"/>
              <a:gd name="connsiteX43" fmla="*/ 8283118 w 12192000"/>
              <a:gd name="connsiteY43" fmla="*/ 2697138 h 6858000"/>
              <a:gd name="connsiteX44" fmla="*/ 8249175 w 12192000"/>
              <a:gd name="connsiteY44" fmla="*/ 2708843 h 6858000"/>
              <a:gd name="connsiteX45" fmla="*/ 8217573 w 12192000"/>
              <a:gd name="connsiteY45" fmla="*/ 2722888 h 6858000"/>
              <a:gd name="connsiteX46" fmla="*/ 8189482 w 12192000"/>
              <a:gd name="connsiteY46" fmla="*/ 2740445 h 6858000"/>
              <a:gd name="connsiteX47" fmla="*/ 8163732 w 12192000"/>
              <a:gd name="connsiteY47" fmla="*/ 2761514 h 6858000"/>
              <a:gd name="connsiteX48" fmla="*/ 8142663 w 12192000"/>
              <a:gd name="connsiteY48" fmla="*/ 2787264 h 6858000"/>
              <a:gd name="connsiteX49" fmla="*/ 8125106 w 12192000"/>
              <a:gd name="connsiteY49" fmla="*/ 2815355 h 6858000"/>
              <a:gd name="connsiteX50" fmla="*/ 8111061 w 12192000"/>
              <a:gd name="connsiteY50" fmla="*/ 2846957 h 6858000"/>
              <a:gd name="connsiteX51" fmla="*/ 8099356 w 12192000"/>
              <a:gd name="connsiteY51" fmla="*/ 2880900 h 6858000"/>
              <a:gd name="connsiteX52" fmla="*/ 8088822 w 12192000"/>
              <a:gd name="connsiteY52" fmla="*/ 2914844 h 6858000"/>
              <a:gd name="connsiteX53" fmla="*/ 8079459 w 12192000"/>
              <a:gd name="connsiteY53" fmla="*/ 2951128 h 6858000"/>
              <a:gd name="connsiteX54" fmla="*/ 8070095 w 12192000"/>
              <a:gd name="connsiteY54" fmla="*/ 2986242 h 6858000"/>
              <a:gd name="connsiteX55" fmla="*/ 8059561 w 12192000"/>
              <a:gd name="connsiteY55" fmla="*/ 3021355 h 6858000"/>
              <a:gd name="connsiteX56" fmla="*/ 8047856 w 12192000"/>
              <a:gd name="connsiteY56" fmla="*/ 3055299 h 6858000"/>
              <a:gd name="connsiteX57" fmla="*/ 8033811 w 12192000"/>
              <a:gd name="connsiteY57" fmla="*/ 3086901 h 6858000"/>
              <a:gd name="connsiteX58" fmla="*/ 8017424 w 12192000"/>
              <a:gd name="connsiteY58" fmla="*/ 3116162 h 6858000"/>
              <a:gd name="connsiteX59" fmla="*/ 7996356 w 12192000"/>
              <a:gd name="connsiteY59" fmla="*/ 3141913 h 6858000"/>
              <a:gd name="connsiteX60" fmla="*/ 7972947 w 12192000"/>
              <a:gd name="connsiteY60" fmla="*/ 3168833 h 6858000"/>
              <a:gd name="connsiteX61" fmla="*/ 7946026 w 12192000"/>
              <a:gd name="connsiteY61" fmla="*/ 3192242 h 6858000"/>
              <a:gd name="connsiteX62" fmla="*/ 7916765 w 12192000"/>
              <a:gd name="connsiteY62" fmla="*/ 3214481 h 6858000"/>
              <a:gd name="connsiteX63" fmla="*/ 7887503 w 12192000"/>
              <a:gd name="connsiteY63" fmla="*/ 3236720 h 6858000"/>
              <a:gd name="connsiteX64" fmla="*/ 7858242 w 12192000"/>
              <a:gd name="connsiteY64" fmla="*/ 3258958 h 6858000"/>
              <a:gd name="connsiteX65" fmla="*/ 7830151 w 12192000"/>
              <a:gd name="connsiteY65" fmla="*/ 3281197 h 6858000"/>
              <a:gd name="connsiteX66" fmla="*/ 7803230 w 12192000"/>
              <a:gd name="connsiteY66" fmla="*/ 3305777 h 6858000"/>
              <a:gd name="connsiteX67" fmla="*/ 7779821 w 12192000"/>
              <a:gd name="connsiteY67" fmla="*/ 3330356 h 6858000"/>
              <a:gd name="connsiteX68" fmla="*/ 7759923 w 12192000"/>
              <a:gd name="connsiteY68" fmla="*/ 3358447 h 6858000"/>
              <a:gd name="connsiteX69" fmla="*/ 7744708 w 12192000"/>
              <a:gd name="connsiteY69" fmla="*/ 3387709 h 6858000"/>
              <a:gd name="connsiteX70" fmla="*/ 7734173 w 12192000"/>
              <a:gd name="connsiteY70" fmla="*/ 3422822 h 6858000"/>
              <a:gd name="connsiteX71" fmla="*/ 7729492 w 12192000"/>
              <a:gd name="connsiteY71" fmla="*/ 3459107 h 6858000"/>
              <a:gd name="connsiteX72" fmla="*/ 7728321 w 12192000"/>
              <a:gd name="connsiteY72" fmla="*/ 3496561 h 6858000"/>
              <a:gd name="connsiteX73" fmla="*/ 7731832 w 12192000"/>
              <a:gd name="connsiteY73" fmla="*/ 3536357 h 6858000"/>
              <a:gd name="connsiteX74" fmla="*/ 7736514 w 12192000"/>
              <a:gd name="connsiteY74" fmla="*/ 3576152 h 6858000"/>
              <a:gd name="connsiteX75" fmla="*/ 7742367 w 12192000"/>
              <a:gd name="connsiteY75" fmla="*/ 3615948 h 6858000"/>
              <a:gd name="connsiteX76" fmla="*/ 7747048 w 12192000"/>
              <a:gd name="connsiteY76" fmla="*/ 3655744 h 6858000"/>
              <a:gd name="connsiteX77" fmla="*/ 7749389 w 12192000"/>
              <a:gd name="connsiteY77" fmla="*/ 3695539 h 6858000"/>
              <a:gd name="connsiteX78" fmla="*/ 7749389 w 12192000"/>
              <a:gd name="connsiteY78" fmla="*/ 3734164 h 6858000"/>
              <a:gd name="connsiteX79" fmla="*/ 7744708 w 12192000"/>
              <a:gd name="connsiteY79" fmla="*/ 3770449 h 6858000"/>
              <a:gd name="connsiteX80" fmla="*/ 7735344 w 12192000"/>
              <a:gd name="connsiteY80" fmla="*/ 3806733 h 6858000"/>
              <a:gd name="connsiteX81" fmla="*/ 7721298 w 12192000"/>
              <a:gd name="connsiteY81" fmla="*/ 3840676 h 6858000"/>
              <a:gd name="connsiteX82" fmla="*/ 7703741 w 12192000"/>
              <a:gd name="connsiteY82" fmla="*/ 3875790 h 6858000"/>
              <a:gd name="connsiteX83" fmla="*/ 7683844 w 12192000"/>
              <a:gd name="connsiteY83" fmla="*/ 3910903 h 6858000"/>
              <a:gd name="connsiteX84" fmla="*/ 7662775 w 12192000"/>
              <a:gd name="connsiteY84" fmla="*/ 3946017 h 6858000"/>
              <a:gd name="connsiteX85" fmla="*/ 7642878 w 12192000"/>
              <a:gd name="connsiteY85" fmla="*/ 3979961 h 6858000"/>
              <a:gd name="connsiteX86" fmla="*/ 7625321 w 12192000"/>
              <a:gd name="connsiteY86" fmla="*/ 4016245 h 6858000"/>
              <a:gd name="connsiteX87" fmla="*/ 7611275 w 12192000"/>
              <a:gd name="connsiteY87" fmla="*/ 4051358 h 6858000"/>
              <a:gd name="connsiteX88" fmla="*/ 7601912 w 12192000"/>
              <a:gd name="connsiteY88" fmla="*/ 4087643 h 6858000"/>
              <a:gd name="connsiteX89" fmla="*/ 7598400 w 12192000"/>
              <a:gd name="connsiteY89" fmla="*/ 4125097 h 6858000"/>
              <a:gd name="connsiteX90" fmla="*/ 7601912 w 12192000"/>
              <a:gd name="connsiteY90" fmla="*/ 4162552 h 6858000"/>
              <a:gd name="connsiteX91" fmla="*/ 7611275 w 12192000"/>
              <a:gd name="connsiteY91" fmla="*/ 4198836 h 6858000"/>
              <a:gd name="connsiteX92" fmla="*/ 7625321 w 12192000"/>
              <a:gd name="connsiteY92" fmla="*/ 4233950 h 6858000"/>
              <a:gd name="connsiteX93" fmla="*/ 7642878 w 12192000"/>
              <a:gd name="connsiteY93" fmla="*/ 4270234 h 6858000"/>
              <a:gd name="connsiteX94" fmla="*/ 7662775 w 12192000"/>
              <a:gd name="connsiteY94" fmla="*/ 4304177 h 6858000"/>
              <a:gd name="connsiteX95" fmla="*/ 7683844 w 12192000"/>
              <a:gd name="connsiteY95" fmla="*/ 4339291 h 6858000"/>
              <a:gd name="connsiteX96" fmla="*/ 7703741 w 12192000"/>
              <a:gd name="connsiteY96" fmla="*/ 4374405 h 6858000"/>
              <a:gd name="connsiteX97" fmla="*/ 7721298 w 12192000"/>
              <a:gd name="connsiteY97" fmla="*/ 4409519 h 6858000"/>
              <a:gd name="connsiteX98" fmla="*/ 7735344 w 12192000"/>
              <a:gd name="connsiteY98" fmla="*/ 4443462 h 6858000"/>
              <a:gd name="connsiteX99" fmla="*/ 7744708 w 12192000"/>
              <a:gd name="connsiteY99" fmla="*/ 4479746 h 6858000"/>
              <a:gd name="connsiteX100" fmla="*/ 7749389 w 12192000"/>
              <a:gd name="connsiteY100" fmla="*/ 4516030 h 6858000"/>
              <a:gd name="connsiteX101" fmla="*/ 7749389 w 12192000"/>
              <a:gd name="connsiteY101" fmla="*/ 4554655 h 6858000"/>
              <a:gd name="connsiteX102" fmla="*/ 7747048 w 12192000"/>
              <a:gd name="connsiteY102" fmla="*/ 4594451 h 6858000"/>
              <a:gd name="connsiteX103" fmla="*/ 7742367 w 12192000"/>
              <a:gd name="connsiteY103" fmla="*/ 4634247 h 6858000"/>
              <a:gd name="connsiteX104" fmla="*/ 7736514 w 12192000"/>
              <a:gd name="connsiteY104" fmla="*/ 4674042 h 6858000"/>
              <a:gd name="connsiteX105" fmla="*/ 7731832 w 12192000"/>
              <a:gd name="connsiteY105" fmla="*/ 4713838 h 6858000"/>
              <a:gd name="connsiteX106" fmla="*/ 7728321 w 12192000"/>
              <a:gd name="connsiteY106" fmla="*/ 4753633 h 6858000"/>
              <a:gd name="connsiteX107" fmla="*/ 7729492 w 12192000"/>
              <a:gd name="connsiteY107" fmla="*/ 4791088 h 6858000"/>
              <a:gd name="connsiteX108" fmla="*/ 7734173 w 12192000"/>
              <a:gd name="connsiteY108" fmla="*/ 4827372 h 6858000"/>
              <a:gd name="connsiteX109" fmla="*/ 7744708 w 12192000"/>
              <a:gd name="connsiteY109" fmla="*/ 4862486 h 6858000"/>
              <a:gd name="connsiteX110" fmla="*/ 7759923 w 12192000"/>
              <a:gd name="connsiteY110" fmla="*/ 4891747 h 6858000"/>
              <a:gd name="connsiteX111" fmla="*/ 7779821 w 12192000"/>
              <a:gd name="connsiteY111" fmla="*/ 4919838 h 6858000"/>
              <a:gd name="connsiteX112" fmla="*/ 7803230 w 12192000"/>
              <a:gd name="connsiteY112" fmla="*/ 4944418 h 6858000"/>
              <a:gd name="connsiteX113" fmla="*/ 7830151 w 12192000"/>
              <a:gd name="connsiteY113" fmla="*/ 4968998 h 6858000"/>
              <a:gd name="connsiteX114" fmla="*/ 7858242 w 12192000"/>
              <a:gd name="connsiteY114" fmla="*/ 4991236 h 6858000"/>
              <a:gd name="connsiteX115" fmla="*/ 7887503 w 12192000"/>
              <a:gd name="connsiteY115" fmla="*/ 5013475 h 6858000"/>
              <a:gd name="connsiteX116" fmla="*/ 7916765 w 12192000"/>
              <a:gd name="connsiteY116" fmla="*/ 5035714 h 6858000"/>
              <a:gd name="connsiteX117" fmla="*/ 7946026 w 12192000"/>
              <a:gd name="connsiteY117" fmla="*/ 5057952 h 6858000"/>
              <a:gd name="connsiteX118" fmla="*/ 7972947 w 12192000"/>
              <a:gd name="connsiteY118" fmla="*/ 5081362 h 6858000"/>
              <a:gd name="connsiteX119" fmla="*/ 7996356 w 12192000"/>
              <a:gd name="connsiteY119" fmla="*/ 5108282 h 6858000"/>
              <a:gd name="connsiteX120" fmla="*/ 8017424 w 12192000"/>
              <a:gd name="connsiteY120" fmla="*/ 5134032 h 6858000"/>
              <a:gd name="connsiteX121" fmla="*/ 8033811 w 12192000"/>
              <a:gd name="connsiteY121" fmla="*/ 5163294 h 6858000"/>
              <a:gd name="connsiteX122" fmla="*/ 8047856 w 12192000"/>
              <a:gd name="connsiteY122" fmla="*/ 5194896 h 6858000"/>
              <a:gd name="connsiteX123" fmla="*/ 8059561 w 12192000"/>
              <a:gd name="connsiteY123" fmla="*/ 5228839 h 6858000"/>
              <a:gd name="connsiteX124" fmla="*/ 8070095 w 12192000"/>
              <a:gd name="connsiteY124" fmla="*/ 5263953 h 6858000"/>
              <a:gd name="connsiteX125" fmla="*/ 8079459 w 12192000"/>
              <a:gd name="connsiteY125" fmla="*/ 5299067 h 6858000"/>
              <a:gd name="connsiteX126" fmla="*/ 8088822 w 12192000"/>
              <a:gd name="connsiteY126" fmla="*/ 5335351 h 6858000"/>
              <a:gd name="connsiteX127" fmla="*/ 8099356 w 12192000"/>
              <a:gd name="connsiteY127" fmla="*/ 5369294 h 6858000"/>
              <a:gd name="connsiteX128" fmla="*/ 8111061 w 12192000"/>
              <a:gd name="connsiteY128" fmla="*/ 5403238 h 6858000"/>
              <a:gd name="connsiteX129" fmla="*/ 8125106 w 12192000"/>
              <a:gd name="connsiteY129" fmla="*/ 5434840 h 6858000"/>
              <a:gd name="connsiteX130" fmla="*/ 8142663 w 12192000"/>
              <a:gd name="connsiteY130" fmla="*/ 5462931 h 6858000"/>
              <a:gd name="connsiteX131" fmla="*/ 8163732 w 12192000"/>
              <a:gd name="connsiteY131" fmla="*/ 5488681 h 6858000"/>
              <a:gd name="connsiteX132" fmla="*/ 8189482 w 12192000"/>
              <a:gd name="connsiteY132" fmla="*/ 5509749 h 6858000"/>
              <a:gd name="connsiteX133" fmla="*/ 8217573 w 12192000"/>
              <a:gd name="connsiteY133" fmla="*/ 5527306 h 6858000"/>
              <a:gd name="connsiteX134" fmla="*/ 8249175 w 12192000"/>
              <a:gd name="connsiteY134" fmla="*/ 5541352 h 6858000"/>
              <a:gd name="connsiteX135" fmla="*/ 8283118 w 12192000"/>
              <a:gd name="connsiteY135" fmla="*/ 5553056 h 6858000"/>
              <a:gd name="connsiteX136" fmla="*/ 8317062 w 12192000"/>
              <a:gd name="connsiteY136" fmla="*/ 5563590 h 6858000"/>
              <a:gd name="connsiteX137" fmla="*/ 8353346 w 12192000"/>
              <a:gd name="connsiteY137" fmla="*/ 5572954 h 6858000"/>
              <a:gd name="connsiteX138" fmla="*/ 8388459 w 12192000"/>
              <a:gd name="connsiteY138" fmla="*/ 5582318 h 6858000"/>
              <a:gd name="connsiteX139" fmla="*/ 8423573 w 12192000"/>
              <a:gd name="connsiteY139" fmla="*/ 5592852 h 6858000"/>
              <a:gd name="connsiteX140" fmla="*/ 8457516 w 12192000"/>
              <a:gd name="connsiteY140" fmla="*/ 5604556 h 6858000"/>
              <a:gd name="connsiteX141" fmla="*/ 8489119 w 12192000"/>
              <a:gd name="connsiteY141" fmla="*/ 5618602 h 6858000"/>
              <a:gd name="connsiteX142" fmla="*/ 8518380 w 12192000"/>
              <a:gd name="connsiteY142" fmla="*/ 5634988 h 6858000"/>
              <a:gd name="connsiteX143" fmla="*/ 8544130 w 12192000"/>
              <a:gd name="connsiteY143" fmla="*/ 5656057 h 6858000"/>
              <a:gd name="connsiteX144" fmla="*/ 8571051 w 12192000"/>
              <a:gd name="connsiteY144" fmla="*/ 5679466 h 6858000"/>
              <a:gd name="connsiteX145" fmla="*/ 8594460 w 12192000"/>
              <a:gd name="connsiteY145" fmla="*/ 5706386 h 6858000"/>
              <a:gd name="connsiteX146" fmla="*/ 8616699 w 12192000"/>
              <a:gd name="connsiteY146" fmla="*/ 5734477 h 6858000"/>
              <a:gd name="connsiteX147" fmla="*/ 8638937 w 12192000"/>
              <a:gd name="connsiteY147" fmla="*/ 5763739 h 6858000"/>
              <a:gd name="connsiteX148" fmla="*/ 8661176 w 12192000"/>
              <a:gd name="connsiteY148" fmla="*/ 5793000 h 6858000"/>
              <a:gd name="connsiteX149" fmla="*/ 8683415 w 12192000"/>
              <a:gd name="connsiteY149" fmla="*/ 5821091 h 6858000"/>
              <a:gd name="connsiteX150" fmla="*/ 8707994 w 12192000"/>
              <a:gd name="connsiteY150" fmla="*/ 5848012 h 6858000"/>
              <a:gd name="connsiteX151" fmla="*/ 8732574 w 12192000"/>
              <a:gd name="connsiteY151" fmla="*/ 5871421 h 6858000"/>
              <a:gd name="connsiteX152" fmla="*/ 8760665 w 12192000"/>
              <a:gd name="connsiteY152" fmla="*/ 5891319 h 6858000"/>
              <a:gd name="connsiteX153" fmla="*/ 8789926 w 12192000"/>
              <a:gd name="connsiteY153" fmla="*/ 5906535 h 6858000"/>
              <a:gd name="connsiteX154" fmla="*/ 8825040 w 12192000"/>
              <a:gd name="connsiteY154" fmla="*/ 5917069 h 6858000"/>
              <a:gd name="connsiteX155" fmla="*/ 8861324 w 12192000"/>
              <a:gd name="connsiteY155" fmla="*/ 5921751 h 6858000"/>
              <a:gd name="connsiteX156" fmla="*/ 8898779 w 12192000"/>
              <a:gd name="connsiteY156" fmla="*/ 5922921 h 6858000"/>
              <a:gd name="connsiteX157" fmla="*/ 8938575 w 12192000"/>
              <a:gd name="connsiteY157" fmla="*/ 5919410 h 6858000"/>
              <a:gd name="connsiteX158" fmla="*/ 8978370 w 12192000"/>
              <a:gd name="connsiteY158" fmla="*/ 5914728 h 6858000"/>
              <a:gd name="connsiteX159" fmla="*/ 9018166 w 12192000"/>
              <a:gd name="connsiteY159" fmla="*/ 5908876 h 6858000"/>
              <a:gd name="connsiteX160" fmla="*/ 9057961 w 12192000"/>
              <a:gd name="connsiteY160" fmla="*/ 5904194 h 6858000"/>
              <a:gd name="connsiteX161" fmla="*/ 9097757 w 12192000"/>
              <a:gd name="connsiteY161" fmla="*/ 5901853 h 6858000"/>
              <a:gd name="connsiteX162" fmla="*/ 9136382 w 12192000"/>
              <a:gd name="connsiteY162" fmla="*/ 5901853 h 6858000"/>
              <a:gd name="connsiteX163" fmla="*/ 9172666 w 12192000"/>
              <a:gd name="connsiteY163" fmla="*/ 5906535 h 6858000"/>
              <a:gd name="connsiteX164" fmla="*/ 9208950 w 12192000"/>
              <a:gd name="connsiteY164" fmla="*/ 5915898 h 6858000"/>
              <a:gd name="connsiteX165" fmla="*/ 9244064 w 12192000"/>
              <a:gd name="connsiteY165" fmla="*/ 5929944 h 6858000"/>
              <a:gd name="connsiteX166" fmla="*/ 9279178 w 12192000"/>
              <a:gd name="connsiteY166" fmla="*/ 5948671 h 6858000"/>
              <a:gd name="connsiteX167" fmla="*/ 9314292 w 12192000"/>
              <a:gd name="connsiteY167" fmla="*/ 5967398 h 6858000"/>
              <a:gd name="connsiteX168" fmla="*/ 9349405 w 12192000"/>
              <a:gd name="connsiteY168" fmla="*/ 5988467 h 6858000"/>
              <a:gd name="connsiteX169" fmla="*/ 9383349 w 12192000"/>
              <a:gd name="connsiteY169" fmla="*/ 6008364 h 6858000"/>
              <a:gd name="connsiteX170" fmla="*/ 9419633 w 12192000"/>
              <a:gd name="connsiteY170" fmla="*/ 6025921 h 6858000"/>
              <a:gd name="connsiteX171" fmla="*/ 9454747 w 12192000"/>
              <a:gd name="connsiteY171" fmla="*/ 6039967 h 6858000"/>
              <a:gd name="connsiteX172" fmla="*/ 9491031 w 12192000"/>
              <a:gd name="connsiteY172" fmla="*/ 6049331 h 6858000"/>
              <a:gd name="connsiteX173" fmla="*/ 9528486 w 12192000"/>
              <a:gd name="connsiteY173" fmla="*/ 6052842 h 6858000"/>
              <a:gd name="connsiteX174" fmla="*/ 9565940 w 12192000"/>
              <a:gd name="connsiteY174" fmla="*/ 6049331 h 6858000"/>
              <a:gd name="connsiteX175" fmla="*/ 9602224 w 12192000"/>
              <a:gd name="connsiteY175" fmla="*/ 6039967 h 6858000"/>
              <a:gd name="connsiteX176" fmla="*/ 9637338 w 12192000"/>
              <a:gd name="connsiteY176" fmla="*/ 6025921 h 6858000"/>
              <a:gd name="connsiteX177" fmla="*/ 9673622 w 12192000"/>
              <a:gd name="connsiteY177" fmla="*/ 6008364 h 6858000"/>
              <a:gd name="connsiteX178" fmla="*/ 9707566 w 12192000"/>
              <a:gd name="connsiteY178" fmla="*/ 5988467 h 6858000"/>
              <a:gd name="connsiteX179" fmla="*/ 9742679 w 12192000"/>
              <a:gd name="connsiteY179" fmla="*/ 5967398 h 6858000"/>
              <a:gd name="connsiteX180" fmla="*/ 9777793 w 12192000"/>
              <a:gd name="connsiteY180" fmla="*/ 5948671 h 6858000"/>
              <a:gd name="connsiteX181" fmla="*/ 9812907 w 12192000"/>
              <a:gd name="connsiteY181" fmla="*/ 5929944 h 6858000"/>
              <a:gd name="connsiteX182" fmla="*/ 9846850 w 12192000"/>
              <a:gd name="connsiteY182" fmla="*/ 5915898 h 6858000"/>
              <a:gd name="connsiteX183" fmla="*/ 9884305 w 12192000"/>
              <a:gd name="connsiteY183" fmla="*/ 5906535 h 6858000"/>
              <a:gd name="connsiteX184" fmla="*/ 9920589 w 12192000"/>
              <a:gd name="connsiteY184" fmla="*/ 5901853 h 6858000"/>
              <a:gd name="connsiteX185" fmla="*/ 9959214 w 12192000"/>
              <a:gd name="connsiteY185" fmla="*/ 5901853 h 6858000"/>
              <a:gd name="connsiteX186" fmla="*/ 9999010 w 12192000"/>
              <a:gd name="connsiteY186" fmla="*/ 5904194 h 6858000"/>
              <a:gd name="connsiteX187" fmla="*/ 10038805 w 12192000"/>
              <a:gd name="connsiteY187" fmla="*/ 5908876 h 6858000"/>
              <a:gd name="connsiteX188" fmla="*/ 10078601 w 12192000"/>
              <a:gd name="connsiteY188" fmla="*/ 5914728 h 6858000"/>
              <a:gd name="connsiteX189" fmla="*/ 10118396 w 12192000"/>
              <a:gd name="connsiteY189" fmla="*/ 5919410 h 6858000"/>
              <a:gd name="connsiteX190" fmla="*/ 10158192 w 12192000"/>
              <a:gd name="connsiteY190" fmla="*/ 5922921 h 6858000"/>
              <a:gd name="connsiteX191" fmla="*/ 10195647 w 12192000"/>
              <a:gd name="connsiteY191" fmla="*/ 5921751 h 6858000"/>
              <a:gd name="connsiteX192" fmla="*/ 10231931 w 12192000"/>
              <a:gd name="connsiteY192" fmla="*/ 5917069 h 6858000"/>
              <a:gd name="connsiteX193" fmla="*/ 10267044 w 12192000"/>
              <a:gd name="connsiteY193" fmla="*/ 5906535 h 6858000"/>
              <a:gd name="connsiteX194" fmla="*/ 10296306 w 12192000"/>
              <a:gd name="connsiteY194" fmla="*/ 5891319 h 6858000"/>
              <a:gd name="connsiteX195" fmla="*/ 10324397 w 12192000"/>
              <a:gd name="connsiteY195" fmla="*/ 5871421 h 6858000"/>
              <a:gd name="connsiteX196" fmla="*/ 10348977 w 12192000"/>
              <a:gd name="connsiteY196" fmla="*/ 5848012 h 6858000"/>
              <a:gd name="connsiteX197" fmla="*/ 10373556 w 12192000"/>
              <a:gd name="connsiteY197" fmla="*/ 5821091 h 6858000"/>
              <a:gd name="connsiteX198" fmla="*/ 10395795 w 12192000"/>
              <a:gd name="connsiteY198" fmla="*/ 5793000 h 6858000"/>
              <a:gd name="connsiteX199" fmla="*/ 10418034 w 12192000"/>
              <a:gd name="connsiteY199" fmla="*/ 5763739 h 6858000"/>
              <a:gd name="connsiteX200" fmla="*/ 10440272 w 12192000"/>
              <a:gd name="connsiteY200" fmla="*/ 5734477 h 6858000"/>
              <a:gd name="connsiteX201" fmla="*/ 10462511 w 12192000"/>
              <a:gd name="connsiteY201" fmla="*/ 5706386 h 6858000"/>
              <a:gd name="connsiteX202" fmla="*/ 10485920 w 12192000"/>
              <a:gd name="connsiteY202" fmla="*/ 5679466 h 6858000"/>
              <a:gd name="connsiteX203" fmla="*/ 10512841 w 12192000"/>
              <a:gd name="connsiteY203" fmla="*/ 5656057 h 6858000"/>
              <a:gd name="connsiteX204" fmla="*/ 10538591 w 12192000"/>
              <a:gd name="connsiteY204" fmla="*/ 5634988 h 6858000"/>
              <a:gd name="connsiteX205" fmla="*/ 10567852 w 12192000"/>
              <a:gd name="connsiteY205" fmla="*/ 5618602 h 6858000"/>
              <a:gd name="connsiteX206" fmla="*/ 10599455 w 12192000"/>
              <a:gd name="connsiteY206" fmla="*/ 5604556 h 6858000"/>
              <a:gd name="connsiteX207" fmla="*/ 10633398 w 12192000"/>
              <a:gd name="connsiteY207" fmla="*/ 5592852 h 6858000"/>
              <a:gd name="connsiteX208" fmla="*/ 10668512 w 12192000"/>
              <a:gd name="connsiteY208" fmla="*/ 5582318 h 6858000"/>
              <a:gd name="connsiteX209" fmla="*/ 10703626 w 12192000"/>
              <a:gd name="connsiteY209" fmla="*/ 5572954 h 6858000"/>
              <a:gd name="connsiteX210" fmla="*/ 10739910 w 12192000"/>
              <a:gd name="connsiteY210" fmla="*/ 5563590 h 6858000"/>
              <a:gd name="connsiteX211" fmla="*/ 10773853 w 12192000"/>
              <a:gd name="connsiteY211" fmla="*/ 5553056 h 6858000"/>
              <a:gd name="connsiteX212" fmla="*/ 10807796 w 12192000"/>
              <a:gd name="connsiteY212" fmla="*/ 5541352 h 6858000"/>
              <a:gd name="connsiteX213" fmla="*/ 10839399 w 12192000"/>
              <a:gd name="connsiteY213" fmla="*/ 5527306 h 6858000"/>
              <a:gd name="connsiteX214" fmla="*/ 10867490 w 12192000"/>
              <a:gd name="connsiteY214" fmla="*/ 5509749 h 6858000"/>
              <a:gd name="connsiteX215" fmla="*/ 10893240 w 12192000"/>
              <a:gd name="connsiteY215" fmla="*/ 5488681 h 6858000"/>
              <a:gd name="connsiteX216" fmla="*/ 10914308 w 12192000"/>
              <a:gd name="connsiteY216" fmla="*/ 5462931 h 6858000"/>
              <a:gd name="connsiteX217" fmla="*/ 10931865 w 12192000"/>
              <a:gd name="connsiteY217" fmla="*/ 5434840 h 6858000"/>
              <a:gd name="connsiteX218" fmla="*/ 10945910 w 12192000"/>
              <a:gd name="connsiteY218" fmla="*/ 5403238 h 6858000"/>
              <a:gd name="connsiteX219" fmla="*/ 10957615 w 12192000"/>
              <a:gd name="connsiteY219" fmla="*/ 5369294 h 6858000"/>
              <a:gd name="connsiteX220" fmla="*/ 10968149 w 12192000"/>
              <a:gd name="connsiteY220" fmla="*/ 5335351 h 6858000"/>
              <a:gd name="connsiteX221" fmla="*/ 10977513 w 12192000"/>
              <a:gd name="connsiteY221" fmla="*/ 5299067 h 6858000"/>
              <a:gd name="connsiteX222" fmla="*/ 10986876 w 12192000"/>
              <a:gd name="connsiteY222" fmla="*/ 5263953 h 6858000"/>
              <a:gd name="connsiteX223" fmla="*/ 10997410 w 12192000"/>
              <a:gd name="connsiteY223" fmla="*/ 5228839 h 6858000"/>
              <a:gd name="connsiteX224" fmla="*/ 11009115 w 12192000"/>
              <a:gd name="connsiteY224" fmla="*/ 5194896 h 6858000"/>
              <a:gd name="connsiteX225" fmla="*/ 11023160 w 12192000"/>
              <a:gd name="connsiteY225" fmla="*/ 5163294 h 6858000"/>
              <a:gd name="connsiteX226" fmla="*/ 11039547 w 12192000"/>
              <a:gd name="connsiteY226" fmla="*/ 5134032 h 6858000"/>
              <a:gd name="connsiteX227" fmla="*/ 11060615 w 12192000"/>
              <a:gd name="connsiteY227" fmla="*/ 5108282 h 6858000"/>
              <a:gd name="connsiteX228" fmla="*/ 11084024 w 12192000"/>
              <a:gd name="connsiteY228" fmla="*/ 5081362 h 6858000"/>
              <a:gd name="connsiteX229" fmla="*/ 11110945 w 12192000"/>
              <a:gd name="connsiteY229" fmla="*/ 5057952 h 6858000"/>
              <a:gd name="connsiteX230" fmla="*/ 11139036 w 12192000"/>
              <a:gd name="connsiteY230" fmla="*/ 5035714 h 6858000"/>
              <a:gd name="connsiteX231" fmla="*/ 11169468 w 12192000"/>
              <a:gd name="connsiteY231" fmla="*/ 5013475 h 6858000"/>
              <a:gd name="connsiteX232" fmla="*/ 11198729 w 12192000"/>
              <a:gd name="connsiteY232" fmla="*/ 4991236 h 6858000"/>
              <a:gd name="connsiteX233" fmla="*/ 11226820 w 12192000"/>
              <a:gd name="connsiteY233" fmla="*/ 4968998 h 6858000"/>
              <a:gd name="connsiteX234" fmla="*/ 11253741 w 12192000"/>
              <a:gd name="connsiteY234" fmla="*/ 4944418 h 6858000"/>
              <a:gd name="connsiteX235" fmla="*/ 11277150 w 12192000"/>
              <a:gd name="connsiteY235" fmla="*/ 4919838 h 6858000"/>
              <a:gd name="connsiteX236" fmla="*/ 11297048 w 12192000"/>
              <a:gd name="connsiteY236" fmla="*/ 4891747 h 6858000"/>
              <a:gd name="connsiteX237" fmla="*/ 11312264 w 12192000"/>
              <a:gd name="connsiteY237" fmla="*/ 4862486 h 6858000"/>
              <a:gd name="connsiteX238" fmla="*/ 11322798 w 12192000"/>
              <a:gd name="connsiteY238" fmla="*/ 4827372 h 6858000"/>
              <a:gd name="connsiteX239" fmla="*/ 11327480 w 12192000"/>
              <a:gd name="connsiteY239" fmla="*/ 4791088 h 6858000"/>
              <a:gd name="connsiteX240" fmla="*/ 11328650 w 12192000"/>
              <a:gd name="connsiteY240" fmla="*/ 4753633 h 6858000"/>
              <a:gd name="connsiteX241" fmla="*/ 11325139 w 12192000"/>
              <a:gd name="connsiteY241" fmla="*/ 4713838 h 6858000"/>
              <a:gd name="connsiteX242" fmla="*/ 11320457 w 12192000"/>
              <a:gd name="connsiteY242" fmla="*/ 4674042 h 6858000"/>
              <a:gd name="connsiteX243" fmla="*/ 11314605 w 12192000"/>
              <a:gd name="connsiteY243" fmla="*/ 4634247 h 6858000"/>
              <a:gd name="connsiteX244" fmla="*/ 11309923 w 12192000"/>
              <a:gd name="connsiteY244" fmla="*/ 4594451 h 6858000"/>
              <a:gd name="connsiteX245" fmla="*/ 11307582 w 12192000"/>
              <a:gd name="connsiteY245" fmla="*/ 4554655 h 6858000"/>
              <a:gd name="connsiteX246" fmla="*/ 11307582 w 12192000"/>
              <a:gd name="connsiteY246" fmla="*/ 4516030 h 6858000"/>
              <a:gd name="connsiteX247" fmla="*/ 11312264 w 12192000"/>
              <a:gd name="connsiteY247" fmla="*/ 4479746 h 6858000"/>
              <a:gd name="connsiteX248" fmla="*/ 11321628 w 12192000"/>
              <a:gd name="connsiteY248" fmla="*/ 4443462 h 6858000"/>
              <a:gd name="connsiteX249" fmla="*/ 11335673 w 12192000"/>
              <a:gd name="connsiteY249" fmla="*/ 4409519 h 6858000"/>
              <a:gd name="connsiteX250" fmla="*/ 11354400 w 12192000"/>
              <a:gd name="connsiteY250" fmla="*/ 4374405 h 6858000"/>
              <a:gd name="connsiteX251" fmla="*/ 11373128 w 12192000"/>
              <a:gd name="connsiteY251" fmla="*/ 4339291 h 6858000"/>
              <a:gd name="connsiteX252" fmla="*/ 11394196 w 12192000"/>
              <a:gd name="connsiteY252" fmla="*/ 4304177 h 6858000"/>
              <a:gd name="connsiteX253" fmla="*/ 11414094 w 12192000"/>
              <a:gd name="connsiteY253" fmla="*/ 4270234 h 6858000"/>
              <a:gd name="connsiteX254" fmla="*/ 11431650 w 12192000"/>
              <a:gd name="connsiteY254" fmla="*/ 4233950 h 6858000"/>
              <a:gd name="connsiteX255" fmla="*/ 11445696 w 12192000"/>
              <a:gd name="connsiteY255" fmla="*/ 4198836 h 6858000"/>
              <a:gd name="connsiteX256" fmla="*/ 11455060 w 12192000"/>
              <a:gd name="connsiteY256" fmla="*/ 4162552 h 6858000"/>
              <a:gd name="connsiteX257" fmla="*/ 11458571 w 12192000"/>
              <a:gd name="connsiteY257" fmla="*/ 4125097 h 6858000"/>
              <a:gd name="connsiteX258" fmla="*/ 11455060 w 12192000"/>
              <a:gd name="connsiteY258" fmla="*/ 4087643 h 6858000"/>
              <a:gd name="connsiteX259" fmla="*/ 11445696 w 12192000"/>
              <a:gd name="connsiteY259" fmla="*/ 4051358 h 6858000"/>
              <a:gd name="connsiteX260" fmla="*/ 11431650 w 12192000"/>
              <a:gd name="connsiteY260" fmla="*/ 4016245 h 6858000"/>
              <a:gd name="connsiteX261" fmla="*/ 11414094 w 12192000"/>
              <a:gd name="connsiteY261" fmla="*/ 3979961 h 6858000"/>
              <a:gd name="connsiteX262" fmla="*/ 11394196 w 12192000"/>
              <a:gd name="connsiteY262" fmla="*/ 3946017 h 6858000"/>
              <a:gd name="connsiteX263" fmla="*/ 11373128 w 12192000"/>
              <a:gd name="connsiteY263" fmla="*/ 3910903 h 6858000"/>
              <a:gd name="connsiteX264" fmla="*/ 11354400 w 12192000"/>
              <a:gd name="connsiteY264" fmla="*/ 3875790 h 6858000"/>
              <a:gd name="connsiteX265" fmla="*/ 11335673 w 12192000"/>
              <a:gd name="connsiteY265" fmla="*/ 3840676 h 6858000"/>
              <a:gd name="connsiteX266" fmla="*/ 11321628 w 12192000"/>
              <a:gd name="connsiteY266" fmla="*/ 3806733 h 6858000"/>
              <a:gd name="connsiteX267" fmla="*/ 11312264 w 12192000"/>
              <a:gd name="connsiteY267" fmla="*/ 3770449 h 6858000"/>
              <a:gd name="connsiteX268" fmla="*/ 11307582 w 12192000"/>
              <a:gd name="connsiteY268" fmla="*/ 3734164 h 6858000"/>
              <a:gd name="connsiteX269" fmla="*/ 11307582 w 12192000"/>
              <a:gd name="connsiteY269" fmla="*/ 3695539 h 6858000"/>
              <a:gd name="connsiteX270" fmla="*/ 11309923 w 12192000"/>
              <a:gd name="connsiteY270" fmla="*/ 3655744 h 6858000"/>
              <a:gd name="connsiteX271" fmla="*/ 11314605 w 12192000"/>
              <a:gd name="connsiteY271" fmla="*/ 3615948 h 6858000"/>
              <a:gd name="connsiteX272" fmla="*/ 11320457 w 12192000"/>
              <a:gd name="connsiteY272" fmla="*/ 3576152 h 6858000"/>
              <a:gd name="connsiteX273" fmla="*/ 11325139 w 12192000"/>
              <a:gd name="connsiteY273" fmla="*/ 3536357 h 6858000"/>
              <a:gd name="connsiteX274" fmla="*/ 11328650 w 12192000"/>
              <a:gd name="connsiteY274" fmla="*/ 3496561 h 6858000"/>
              <a:gd name="connsiteX275" fmla="*/ 11327480 w 12192000"/>
              <a:gd name="connsiteY275" fmla="*/ 3459107 h 6858000"/>
              <a:gd name="connsiteX276" fmla="*/ 11322798 w 12192000"/>
              <a:gd name="connsiteY276" fmla="*/ 3422822 h 6858000"/>
              <a:gd name="connsiteX277" fmla="*/ 11312264 w 12192000"/>
              <a:gd name="connsiteY277" fmla="*/ 3387709 h 6858000"/>
              <a:gd name="connsiteX278" fmla="*/ 11297048 w 12192000"/>
              <a:gd name="connsiteY278" fmla="*/ 3358447 h 6858000"/>
              <a:gd name="connsiteX279" fmla="*/ 11277150 w 12192000"/>
              <a:gd name="connsiteY279" fmla="*/ 3330356 h 6858000"/>
              <a:gd name="connsiteX280" fmla="*/ 11253741 w 12192000"/>
              <a:gd name="connsiteY280" fmla="*/ 3305777 h 6858000"/>
              <a:gd name="connsiteX281" fmla="*/ 11226820 w 12192000"/>
              <a:gd name="connsiteY281" fmla="*/ 3281197 h 6858000"/>
              <a:gd name="connsiteX282" fmla="*/ 11198729 w 12192000"/>
              <a:gd name="connsiteY282" fmla="*/ 3258958 h 6858000"/>
              <a:gd name="connsiteX283" fmla="*/ 11169468 w 12192000"/>
              <a:gd name="connsiteY283" fmla="*/ 3236720 h 6858000"/>
              <a:gd name="connsiteX284" fmla="*/ 11139036 w 12192000"/>
              <a:gd name="connsiteY284" fmla="*/ 3214481 h 6858000"/>
              <a:gd name="connsiteX285" fmla="*/ 11110945 w 12192000"/>
              <a:gd name="connsiteY285" fmla="*/ 3192242 h 6858000"/>
              <a:gd name="connsiteX286" fmla="*/ 11084024 w 12192000"/>
              <a:gd name="connsiteY286" fmla="*/ 3168833 h 6858000"/>
              <a:gd name="connsiteX287" fmla="*/ 11060615 w 12192000"/>
              <a:gd name="connsiteY287" fmla="*/ 3141913 h 6858000"/>
              <a:gd name="connsiteX288" fmla="*/ 11039547 w 12192000"/>
              <a:gd name="connsiteY288" fmla="*/ 3116162 h 6858000"/>
              <a:gd name="connsiteX289" fmla="*/ 11023160 w 12192000"/>
              <a:gd name="connsiteY289" fmla="*/ 3086901 h 6858000"/>
              <a:gd name="connsiteX290" fmla="*/ 11009115 w 12192000"/>
              <a:gd name="connsiteY290" fmla="*/ 3055299 h 6858000"/>
              <a:gd name="connsiteX291" fmla="*/ 10997410 w 12192000"/>
              <a:gd name="connsiteY291" fmla="*/ 3021355 h 6858000"/>
              <a:gd name="connsiteX292" fmla="*/ 10986876 w 12192000"/>
              <a:gd name="connsiteY292" fmla="*/ 2986242 h 6858000"/>
              <a:gd name="connsiteX293" fmla="*/ 10977513 w 12192000"/>
              <a:gd name="connsiteY293" fmla="*/ 2951128 h 6858000"/>
              <a:gd name="connsiteX294" fmla="*/ 10968149 w 12192000"/>
              <a:gd name="connsiteY294" fmla="*/ 2914844 h 6858000"/>
              <a:gd name="connsiteX295" fmla="*/ 10957615 w 12192000"/>
              <a:gd name="connsiteY295" fmla="*/ 2880900 h 6858000"/>
              <a:gd name="connsiteX296" fmla="*/ 10945910 w 12192000"/>
              <a:gd name="connsiteY296" fmla="*/ 2846957 h 6858000"/>
              <a:gd name="connsiteX297" fmla="*/ 10931865 w 12192000"/>
              <a:gd name="connsiteY297" fmla="*/ 2815355 h 6858000"/>
              <a:gd name="connsiteX298" fmla="*/ 10914308 w 12192000"/>
              <a:gd name="connsiteY298" fmla="*/ 2787264 h 6858000"/>
              <a:gd name="connsiteX299" fmla="*/ 10893240 w 12192000"/>
              <a:gd name="connsiteY299" fmla="*/ 2761514 h 6858000"/>
              <a:gd name="connsiteX300" fmla="*/ 10867490 w 12192000"/>
              <a:gd name="connsiteY300" fmla="*/ 2740445 h 6858000"/>
              <a:gd name="connsiteX301" fmla="*/ 10839399 w 12192000"/>
              <a:gd name="connsiteY301" fmla="*/ 2722888 h 6858000"/>
              <a:gd name="connsiteX302" fmla="*/ 10807796 w 12192000"/>
              <a:gd name="connsiteY302" fmla="*/ 2708843 h 6858000"/>
              <a:gd name="connsiteX303" fmla="*/ 10773853 w 12192000"/>
              <a:gd name="connsiteY303" fmla="*/ 2697138 h 6858000"/>
              <a:gd name="connsiteX304" fmla="*/ 10739910 w 12192000"/>
              <a:gd name="connsiteY304" fmla="*/ 2686604 h 6858000"/>
              <a:gd name="connsiteX305" fmla="*/ 10703626 w 12192000"/>
              <a:gd name="connsiteY305" fmla="*/ 2677241 h 6858000"/>
              <a:gd name="connsiteX306" fmla="*/ 10668512 w 12192000"/>
              <a:gd name="connsiteY306" fmla="*/ 2667877 h 6858000"/>
              <a:gd name="connsiteX307" fmla="*/ 10633398 w 12192000"/>
              <a:gd name="connsiteY307" fmla="*/ 2657343 h 6858000"/>
              <a:gd name="connsiteX308" fmla="*/ 10599455 w 12192000"/>
              <a:gd name="connsiteY308" fmla="*/ 2645638 h 6858000"/>
              <a:gd name="connsiteX309" fmla="*/ 10567852 w 12192000"/>
              <a:gd name="connsiteY309" fmla="*/ 2631593 h 6858000"/>
              <a:gd name="connsiteX310" fmla="*/ 10538591 w 12192000"/>
              <a:gd name="connsiteY310" fmla="*/ 2615206 h 6858000"/>
              <a:gd name="connsiteX311" fmla="*/ 10512841 w 12192000"/>
              <a:gd name="connsiteY311" fmla="*/ 2594138 h 6858000"/>
              <a:gd name="connsiteX312" fmla="*/ 10485920 w 12192000"/>
              <a:gd name="connsiteY312" fmla="*/ 2570729 h 6858000"/>
              <a:gd name="connsiteX313" fmla="*/ 10462511 w 12192000"/>
              <a:gd name="connsiteY313" fmla="*/ 2543808 h 6858000"/>
              <a:gd name="connsiteX314" fmla="*/ 10440272 w 12192000"/>
              <a:gd name="connsiteY314" fmla="*/ 2515717 h 6858000"/>
              <a:gd name="connsiteX315" fmla="*/ 10418034 w 12192000"/>
              <a:gd name="connsiteY315" fmla="*/ 2486456 h 6858000"/>
              <a:gd name="connsiteX316" fmla="*/ 10395795 w 12192000"/>
              <a:gd name="connsiteY316" fmla="*/ 2457194 h 6858000"/>
              <a:gd name="connsiteX317" fmla="*/ 10373556 w 12192000"/>
              <a:gd name="connsiteY317" fmla="*/ 2429103 h 6858000"/>
              <a:gd name="connsiteX318" fmla="*/ 10348977 w 12192000"/>
              <a:gd name="connsiteY318" fmla="*/ 2402183 h 6858000"/>
              <a:gd name="connsiteX319" fmla="*/ 10324397 w 12192000"/>
              <a:gd name="connsiteY319" fmla="*/ 2378774 h 6858000"/>
              <a:gd name="connsiteX320" fmla="*/ 10296306 w 12192000"/>
              <a:gd name="connsiteY320" fmla="*/ 2358876 h 6858000"/>
              <a:gd name="connsiteX321" fmla="*/ 10267044 w 12192000"/>
              <a:gd name="connsiteY321" fmla="*/ 2343660 h 6858000"/>
              <a:gd name="connsiteX322" fmla="*/ 10231931 w 12192000"/>
              <a:gd name="connsiteY322" fmla="*/ 2333126 h 6858000"/>
              <a:gd name="connsiteX323" fmla="*/ 10195647 w 12192000"/>
              <a:gd name="connsiteY323" fmla="*/ 2328444 h 6858000"/>
              <a:gd name="connsiteX324" fmla="*/ 10158192 w 12192000"/>
              <a:gd name="connsiteY324" fmla="*/ 2327274 h 6858000"/>
              <a:gd name="connsiteX325" fmla="*/ 10118396 w 12192000"/>
              <a:gd name="connsiteY325" fmla="*/ 2330785 h 6858000"/>
              <a:gd name="connsiteX326" fmla="*/ 10078601 w 12192000"/>
              <a:gd name="connsiteY326" fmla="*/ 2335467 h 6858000"/>
              <a:gd name="connsiteX327" fmla="*/ 10038805 w 12192000"/>
              <a:gd name="connsiteY327" fmla="*/ 2341319 h 6858000"/>
              <a:gd name="connsiteX328" fmla="*/ 9999010 w 12192000"/>
              <a:gd name="connsiteY328" fmla="*/ 2346001 h 6858000"/>
              <a:gd name="connsiteX329" fmla="*/ 9959214 w 12192000"/>
              <a:gd name="connsiteY329" fmla="*/ 2348342 h 6858000"/>
              <a:gd name="connsiteX330" fmla="*/ 9920589 w 12192000"/>
              <a:gd name="connsiteY330" fmla="*/ 2348342 h 6858000"/>
              <a:gd name="connsiteX331" fmla="*/ 9884305 w 12192000"/>
              <a:gd name="connsiteY331" fmla="*/ 2343660 h 6858000"/>
              <a:gd name="connsiteX332" fmla="*/ 9846850 w 12192000"/>
              <a:gd name="connsiteY332" fmla="*/ 2334296 h 6858000"/>
              <a:gd name="connsiteX333" fmla="*/ 9812907 w 12192000"/>
              <a:gd name="connsiteY333" fmla="*/ 2320251 h 6858000"/>
              <a:gd name="connsiteX334" fmla="*/ 9777793 w 12192000"/>
              <a:gd name="connsiteY334" fmla="*/ 2301524 h 6858000"/>
              <a:gd name="connsiteX335" fmla="*/ 9742679 w 12192000"/>
              <a:gd name="connsiteY335" fmla="*/ 2282796 h 6858000"/>
              <a:gd name="connsiteX336" fmla="*/ 9707566 w 12192000"/>
              <a:gd name="connsiteY336" fmla="*/ 2261728 h 6858000"/>
              <a:gd name="connsiteX337" fmla="*/ 9673622 w 12192000"/>
              <a:gd name="connsiteY337" fmla="*/ 2241830 h 6858000"/>
              <a:gd name="connsiteX338" fmla="*/ 9637338 w 12192000"/>
              <a:gd name="connsiteY338" fmla="*/ 2224273 h 6858000"/>
              <a:gd name="connsiteX339" fmla="*/ 9602224 w 12192000"/>
              <a:gd name="connsiteY339" fmla="*/ 2210228 h 6858000"/>
              <a:gd name="connsiteX340" fmla="*/ 9565940 w 12192000"/>
              <a:gd name="connsiteY340" fmla="*/ 2200864 h 6858000"/>
              <a:gd name="connsiteX341" fmla="*/ 9528486 w 12192000"/>
              <a:gd name="connsiteY341" fmla="*/ 21973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Lst>
            <a:rect l="l" t="t" r="r" b="b"/>
            <a:pathLst>
              <a:path w="12192000" h="6858000">
                <a:moveTo>
                  <a:pt x="0" y="0"/>
                </a:moveTo>
                <a:lnTo>
                  <a:pt x="12192000" y="0"/>
                </a:lnTo>
                <a:lnTo>
                  <a:pt x="12192000" y="6858000"/>
                </a:lnTo>
                <a:lnTo>
                  <a:pt x="0" y="6858000"/>
                </a:lnTo>
                <a:lnTo>
                  <a:pt x="0" y="0"/>
                </a:lnTo>
                <a:close/>
                <a:moveTo>
                  <a:pt x="9528486" y="2197353"/>
                </a:moveTo>
                <a:lnTo>
                  <a:pt x="9491031" y="2200864"/>
                </a:lnTo>
                <a:lnTo>
                  <a:pt x="9454747" y="2210228"/>
                </a:lnTo>
                <a:lnTo>
                  <a:pt x="9419633" y="2224273"/>
                </a:lnTo>
                <a:lnTo>
                  <a:pt x="9383349" y="2241830"/>
                </a:lnTo>
                <a:lnTo>
                  <a:pt x="9349405" y="2261728"/>
                </a:lnTo>
                <a:lnTo>
                  <a:pt x="9314292" y="2282796"/>
                </a:lnTo>
                <a:lnTo>
                  <a:pt x="9279178" y="2301524"/>
                </a:lnTo>
                <a:lnTo>
                  <a:pt x="9244064" y="2320251"/>
                </a:lnTo>
                <a:lnTo>
                  <a:pt x="9208950" y="2334296"/>
                </a:lnTo>
                <a:lnTo>
                  <a:pt x="9172666" y="2343660"/>
                </a:lnTo>
                <a:lnTo>
                  <a:pt x="9136382" y="2348342"/>
                </a:lnTo>
                <a:lnTo>
                  <a:pt x="9097757" y="2348342"/>
                </a:lnTo>
                <a:lnTo>
                  <a:pt x="9057961" y="2346001"/>
                </a:lnTo>
                <a:lnTo>
                  <a:pt x="9018166" y="2341319"/>
                </a:lnTo>
                <a:lnTo>
                  <a:pt x="8978370" y="2335467"/>
                </a:lnTo>
                <a:lnTo>
                  <a:pt x="8938575" y="2330785"/>
                </a:lnTo>
                <a:lnTo>
                  <a:pt x="8898779" y="2327274"/>
                </a:lnTo>
                <a:lnTo>
                  <a:pt x="8861324" y="2328444"/>
                </a:lnTo>
                <a:lnTo>
                  <a:pt x="8825040" y="2333126"/>
                </a:lnTo>
                <a:lnTo>
                  <a:pt x="8789926" y="2343660"/>
                </a:lnTo>
                <a:lnTo>
                  <a:pt x="8760665" y="2358876"/>
                </a:lnTo>
                <a:lnTo>
                  <a:pt x="8732574" y="2378774"/>
                </a:lnTo>
                <a:lnTo>
                  <a:pt x="8707994" y="2402183"/>
                </a:lnTo>
                <a:lnTo>
                  <a:pt x="8683415" y="2429103"/>
                </a:lnTo>
                <a:lnTo>
                  <a:pt x="8661176" y="2457194"/>
                </a:lnTo>
                <a:lnTo>
                  <a:pt x="8638937" y="2486456"/>
                </a:lnTo>
                <a:lnTo>
                  <a:pt x="8616699" y="2515717"/>
                </a:lnTo>
                <a:lnTo>
                  <a:pt x="8594460" y="2543808"/>
                </a:lnTo>
                <a:lnTo>
                  <a:pt x="8571051" y="2570729"/>
                </a:lnTo>
                <a:lnTo>
                  <a:pt x="8544130" y="2594138"/>
                </a:lnTo>
                <a:lnTo>
                  <a:pt x="8518380" y="2615206"/>
                </a:lnTo>
                <a:lnTo>
                  <a:pt x="8489119" y="2631593"/>
                </a:lnTo>
                <a:lnTo>
                  <a:pt x="8457516" y="2645638"/>
                </a:lnTo>
                <a:lnTo>
                  <a:pt x="8423573" y="2657343"/>
                </a:lnTo>
                <a:lnTo>
                  <a:pt x="8388459" y="2667877"/>
                </a:lnTo>
                <a:lnTo>
                  <a:pt x="8353346" y="2677241"/>
                </a:lnTo>
                <a:lnTo>
                  <a:pt x="8317062" y="2686604"/>
                </a:lnTo>
                <a:lnTo>
                  <a:pt x="8283118" y="2697138"/>
                </a:lnTo>
                <a:lnTo>
                  <a:pt x="8249175" y="2708843"/>
                </a:lnTo>
                <a:lnTo>
                  <a:pt x="8217573" y="2722888"/>
                </a:lnTo>
                <a:lnTo>
                  <a:pt x="8189482" y="2740445"/>
                </a:lnTo>
                <a:lnTo>
                  <a:pt x="8163732" y="2761514"/>
                </a:lnTo>
                <a:lnTo>
                  <a:pt x="8142663" y="2787264"/>
                </a:lnTo>
                <a:lnTo>
                  <a:pt x="8125106" y="2815355"/>
                </a:lnTo>
                <a:lnTo>
                  <a:pt x="8111061" y="2846957"/>
                </a:lnTo>
                <a:lnTo>
                  <a:pt x="8099356" y="2880900"/>
                </a:lnTo>
                <a:lnTo>
                  <a:pt x="8088822" y="2914844"/>
                </a:lnTo>
                <a:lnTo>
                  <a:pt x="8079459" y="2951128"/>
                </a:lnTo>
                <a:lnTo>
                  <a:pt x="8070095" y="2986242"/>
                </a:lnTo>
                <a:lnTo>
                  <a:pt x="8059561" y="3021355"/>
                </a:lnTo>
                <a:lnTo>
                  <a:pt x="8047856" y="3055299"/>
                </a:lnTo>
                <a:lnTo>
                  <a:pt x="8033811" y="3086901"/>
                </a:lnTo>
                <a:lnTo>
                  <a:pt x="8017424" y="3116162"/>
                </a:lnTo>
                <a:lnTo>
                  <a:pt x="7996356" y="3141913"/>
                </a:lnTo>
                <a:lnTo>
                  <a:pt x="7972947" y="3168833"/>
                </a:lnTo>
                <a:lnTo>
                  <a:pt x="7946026" y="3192242"/>
                </a:lnTo>
                <a:lnTo>
                  <a:pt x="7916765" y="3214481"/>
                </a:lnTo>
                <a:lnTo>
                  <a:pt x="7887503" y="3236720"/>
                </a:lnTo>
                <a:lnTo>
                  <a:pt x="7858242" y="3258958"/>
                </a:lnTo>
                <a:lnTo>
                  <a:pt x="7830151" y="3281197"/>
                </a:lnTo>
                <a:lnTo>
                  <a:pt x="7803230" y="3305777"/>
                </a:lnTo>
                <a:lnTo>
                  <a:pt x="7779821" y="3330356"/>
                </a:lnTo>
                <a:lnTo>
                  <a:pt x="7759923" y="3358447"/>
                </a:lnTo>
                <a:lnTo>
                  <a:pt x="7744708" y="3387709"/>
                </a:lnTo>
                <a:lnTo>
                  <a:pt x="7734173" y="3422822"/>
                </a:lnTo>
                <a:lnTo>
                  <a:pt x="7729492" y="3459107"/>
                </a:lnTo>
                <a:lnTo>
                  <a:pt x="7728321" y="3496561"/>
                </a:lnTo>
                <a:lnTo>
                  <a:pt x="7731832" y="3536357"/>
                </a:lnTo>
                <a:lnTo>
                  <a:pt x="7736514" y="3576152"/>
                </a:lnTo>
                <a:lnTo>
                  <a:pt x="7742367" y="3615948"/>
                </a:lnTo>
                <a:lnTo>
                  <a:pt x="7747048" y="3655744"/>
                </a:lnTo>
                <a:lnTo>
                  <a:pt x="7749389" y="3695539"/>
                </a:lnTo>
                <a:lnTo>
                  <a:pt x="7749389" y="3734164"/>
                </a:lnTo>
                <a:lnTo>
                  <a:pt x="7744708" y="3770449"/>
                </a:lnTo>
                <a:lnTo>
                  <a:pt x="7735344" y="3806733"/>
                </a:lnTo>
                <a:lnTo>
                  <a:pt x="7721298" y="3840676"/>
                </a:lnTo>
                <a:lnTo>
                  <a:pt x="7703741" y="3875790"/>
                </a:lnTo>
                <a:lnTo>
                  <a:pt x="7683844" y="3910903"/>
                </a:lnTo>
                <a:lnTo>
                  <a:pt x="7662775" y="3946017"/>
                </a:lnTo>
                <a:lnTo>
                  <a:pt x="7642878" y="3979961"/>
                </a:lnTo>
                <a:lnTo>
                  <a:pt x="7625321" y="4016245"/>
                </a:lnTo>
                <a:lnTo>
                  <a:pt x="7611275" y="4051358"/>
                </a:lnTo>
                <a:lnTo>
                  <a:pt x="7601912" y="4087643"/>
                </a:lnTo>
                <a:lnTo>
                  <a:pt x="7598400" y="4125097"/>
                </a:lnTo>
                <a:lnTo>
                  <a:pt x="7601912" y="4162552"/>
                </a:lnTo>
                <a:lnTo>
                  <a:pt x="7611275" y="4198836"/>
                </a:lnTo>
                <a:lnTo>
                  <a:pt x="7625321" y="4233950"/>
                </a:lnTo>
                <a:lnTo>
                  <a:pt x="7642878" y="4270234"/>
                </a:lnTo>
                <a:lnTo>
                  <a:pt x="7662775" y="4304177"/>
                </a:lnTo>
                <a:lnTo>
                  <a:pt x="7683844" y="4339291"/>
                </a:lnTo>
                <a:lnTo>
                  <a:pt x="7703741" y="4374405"/>
                </a:lnTo>
                <a:lnTo>
                  <a:pt x="7721298" y="4409519"/>
                </a:lnTo>
                <a:lnTo>
                  <a:pt x="7735344" y="4443462"/>
                </a:lnTo>
                <a:lnTo>
                  <a:pt x="7744708" y="4479746"/>
                </a:lnTo>
                <a:lnTo>
                  <a:pt x="7749389" y="4516030"/>
                </a:lnTo>
                <a:lnTo>
                  <a:pt x="7749389" y="4554655"/>
                </a:lnTo>
                <a:lnTo>
                  <a:pt x="7747048" y="4594451"/>
                </a:lnTo>
                <a:lnTo>
                  <a:pt x="7742367" y="4634247"/>
                </a:lnTo>
                <a:lnTo>
                  <a:pt x="7736514" y="4674042"/>
                </a:lnTo>
                <a:lnTo>
                  <a:pt x="7731832" y="4713838"/>
                </a:lnTo>
                <a:lnTo>
                  <a:pt x="7728321" y="4753633"/>
                </a:lnTo>
                <a:lnTo>
                  <a:pt x="7729492" y="4791088"/>
                </a:lnTo>
                <a:lnTo>
                  <a:pt x="7734173" y="4827372"/>
                </a:lnTo>
                <a:lnTo>
                  <a:pt x="7744708" y="4862486"/>
                </a:lnTo>
                <a:lnTo>
                  <a:pt x="7759923" y="4891747"/>
                </a:lnTo>
                <a:lnTo>
                  <a:pt x="7779821" y="4919838"/>
                </a:lnTo>
                <a:lnTo>
                  <a:pt x="7803230" y="4944418"/>
                </a:lnTo>
                <a:lnTo>
                  <a:pt x="7830151" y="4968998"/>
                </a:lnTo>
                <a:lnTo>
                  <a:pt x="7858242" y="4991236"/>
                </a:lnTo>
                <a:lnTo>
                  <a:pt x="7887503" y="5013475"/>
                </a:lnTo>
                <a:lnTo>
                  <a:pt x="7916765" y="5035714"/>
                </a:lnTo>
                <a:lnTo>
                  <a:pt x="7946026" y="5057952"/>
                </a:lnTo>
                <a:lnTo>
                  <a:pt x="7972947" y="5081362"/>
                </a:lnTo>
                <a:lnTo>
                  <a:pt x="7996356" y="5108282"/>
                </a:lnTo>
                <a:lnTo>
                  <a:pt x="8017424" y="5134032"/>
                </a:lnTo>
                <a:lnTo>
                  <a:pt x="8033811" y="5163294"/>
                </a:lnTo>
                <a:lnTo>
                  <a:pt x="8047856" y="5194896"/>
                </a:lnTo>
                <a:lnTo>
                  <a:pt x="8059561" y="5228839"/>
                </a:lnTo>
                <a:lnTo>
                  <a:pt x="8070095" y="5263953"/>
                </a:lnTo>
                <a:lnTo>
                  <a:pt x="8079459" y="5299067"/>
                </a:lnTo>
                <a:lnTo>
                  <a:pt x="8088822" y="5335351"/>
                </a:lnTo>
                <a:lnTo>
                  <a:pt x="8099356" y="5369294"/>
                </a:lnTo>
                <a:lnTo>
                  <a:pt x="8111061" y="5403238"/>
                </a:lnTo>
                <a:lnTo>
                  <a:pt x="8125106" y="5434840"/>
                </a:lnTo>
                <a:lnTo>
                  <a:pt x="8142663" y="5462931"/>
                </a:lnTo>
                <a:lnTo>
                  <a:pt x="8163732" y="5488681"/>
                </a:lnTo>
                <a:lnTo>
                  <a:pt x="8189482" y="5509749"/>
                </a:lnTo>
                <a:lnTo>
                  <a:pt x="8217573" y="5527306"/>
                </a:lnTo>
                <a:lnTo>
                  <a:pt x="8249175" y="5541352"/>
                </a:lnTo>
                <a:lnTo>
                  <a:pt x="8283118" y="5553056"/>
                </a:lnTo>
                <a:lnTo>
                  <a:pt x="8317062" y="5563590"/>
                </a:lnTo>
                <a:lnTo>
                  <a:pt x="8353346" y="5572954"/>
                </a:lnTo>
                <a:lnTo>
                  <a:pt x="8388459" y="5582318"/>
                </a:lnTo>
                <a:lnTo>
                  <a:pt x="8423573" y="5592852"/>
                </a:lnTo>
                <a:lnTo>
                  <a:pt x="8457516" y="5604556"/>
                </a:lnTo>
                <a:lnTo>
                  <a:pt x="8489119" y="5618602"/>
                </a:lnTo>
                <a:lnTo>
                  <a:pt x="8518380" y="5634988"/>
                </a:lnTo>
                <a:lnTo>
                  <a:pt x="8544130" y="5656057"/>
                </a:lnTo>
                <a:lnTo>
                  <a:pt x="8571051" y="5679466"/>
                </a:lnTo>
                <a:lnTo>
                  <a:pt x="8594460" y="5706386"/>
                </a:lnTo>
                <a:lnTo>
                  <a:pt x="8616699" y="5734477"/>
                </a:lnTo>
                <a:lnTo>
                  <a:pt x="8638937" y="5763739"/>
                </a:lnTo>
                <a:lnTo>
                  <a:pt x="8661176" y="5793000"/>
                </a:lnTo>
                <a:lnTo>
                  <a:pt x="8683415" y="5821091"/>
                </a:lnTo>
                <a:lnTo>
                  <a:pt x="8707994" y="5848012"/>
                </a:lnTo>
                <a:lnTo>
                  <a:pt x="8732574" y="5871421"/>
                </a:lnTo>
                <a:lnTo>
                  <a:pt x="8760665" y="5891319"/>
                </a:lnTo>
                <a:lnTo>
                  <a:pt x="8789926" y="5906535"/>
                </a:lnTo>
                <a:lnTo>
                  <a:pt x="8825040" y="5917069"/>
                </a:lnTo>
                <a:lnTo>
                  <a:pt x="8861324" y="5921751"/>
                </a:lnTo>
                <a:lnTo>
                  <a:pt x="8898779" y="5922921"/>
                </a:lnTo>
                <a:lnTo>
                  <a:pt x="8938575" y="5919410"/>
                </a:lnTo>
                <a:lnTo>
                  <a:pt x="8978370" y="5914728"/>
                </a:lnTo>
                <a:lnTo>
                  <a:pt x="9018166" y="5908876"/>
                </a:lnTo>
                <a:lnTo>
                  <a:pt x="9057961" y="5904194"/>
                </a:lnTo>
                <a:lnTo>
                  <a:pt x="9097757" y="5901853"/>
                </a:lnTo>
                <a:lnTo>
                  <a:pt x="9136382" y="5901853"/>
                </a:lnTo>
                <a:lnTo>
                  <a:pt x="9172666" y="5906535"/>
                </a:lnTo>
                <a:lnTo>
                  <a:pt x="9208950" y="5915898"/>
                </a:lnTo>
                <a:lnTo>
                  <a:pt x="9244064" y="5929944"/>
                </a:lnTo>
                <a:lnTo>
                  <a:pt x="9279178" y="5948671"/>
                </a:lnTo>
                <a:lnTo>
                  <a:pt x="9314292" y="5967398"/>
                </a:lnTo>
                <a:lnTo>
                  <a:pt x="9349405" y="5988467"/>
                </a:lnTo>
                <a:lnTo>
                  <a:pt x="9383349" y="6008364"/>
                </a:lnTo>
                <a:lnTo>
                  <a:pt x="9419633" y="6025921"/>
                </a:lnTo>
                <a:lnTo>
                  <a:pt x="9454747" y="6039967"/>
                </a:lnTo>
                <a:lnTo>
                  <a:pt x="9491031" y="6049331"/>
                </a:lnTo>
                <a:lnTo>
                  <a:pt x="9528486" y="6052842"/>
                </a:lnTo>
                <a:lnTo>
                  <a:pt x="9565940" y="6049331"/>
                </a:lnTo>
                <a:lnTo>
                  <a:pt x="9602224" y="6039967"/>
                </a:lnTo>
                <a:lnTo>
                  <a:pt x="9637338" y="6025921"/>
                </a:lnTo>
                <a:lnTo>
                  <a:pt x="9673622" y="6008364"/>
                </a:lnTo>
                <a:lnTo>
                  <a:pt x="9707566" y="5988467"/>
                </a:lnTo>
                <a:lnTo>
                  <a:pt x="9742679" y="5967398"/>
                </a:lnTo>
                <a:lnTo>
                  <a:pt x="9777793" y="5948671"/>
                </a:lnTo>
                <a:lnTo>
                  <a:pt x="9812907" y="5929944"/>
                </a:lnTo>
                <a:lnTo>
                  <a:pt x="9846850" y="5915898"/>
                </a:lnTo>
                <a:lnTo>
                  <a:pt x="9884305" y="5906535"/>
                </a:lnTo>
                <a:lnTo>
                  <a:pt x="9920589" y="5901853"/>
                </a:lnTo>
                <a:lnTo>
                  <a:pt x="9959214" y="5901853"/>
                </a:lnTo>
                <a:lnTo>
                  <a:pt x="9999010" y="5904194"/>
                </a:lnTo>
                <a:lnTo>
                  <a:pt x="10038805" y="5908876"/>
                </a:lnTo>
                <a:lnTo>
                  <a:pt x="10078601" y="5914728"/>
                </a:lnTo>
                <a:lnTo>
                  <a:pt x="10118396" y="5919410"/>
                </a:lnTo>
                <a:lnTo>
                  <a:pt x="10158192" y="5922921"/>
                </a:lnTo>
                <a:lnTo>
                  <a:pt x="10195647" y="5921751"/>
                </a:lnTo>
                <a:lnTo>
                  <a:pt x="10231931" y="5917069"/>
                </a:lnTo>
                <a:lnTo>
                  <a:pt x="10267044" y="5906535"/>
                </a:lnTo>
                <a:lnTo>
                  <a:pt x="10296306" y="5891319"/>
                </a:lnTo>
                <a:lnTo>
                  <a:pt x="10324397" y="5871421"/>
                </a:lnTo>
                <a:lnTo>
                  <a:pt x="10348977" y="5848012"/>
                </a:lnTo>
                <a:lnTo>
                  <a:pt x="10373556" y="5821091"/>
                </a:lnTo>
                <a:lnTo>
                  <a:pt x="10395795" y="5793000"/>
                </a:lnTo>
                <a:lnTo>
                  <a:pt x="10418034" y="5763739"/>
                </a:lnTo>
                <a:lnTo>
                  <a:pt x="10440272" y="5734477"/>
                </a:lnTo>
                <a:lnTo>
                  <a:pt x="10462511" y="5706386"/>
                </a:lnTo>
                <a:lnTo>
                  <a:pt x="10485920" y="5679466"/>
                </a:lnTo>
                <a:lnTo>
                  <a:pt x="10512841" y="5656057"/>
                </a:lnTo>
                <a:lnTo>
                  <a:pt x="10538591" y="5634988"/>
                </a:lnTo>
                <a:lnTo>
                  <a:pt x="10567852" y="5618602"/>
                </a:lnTo>
                <a:lnTo>
                  <a:pt x="10599455" y="5604556"/>
                </a:lnTo>
                <a:lnTo>
                  <a:pt x="10633398" y="5592852"/>
                </a:lnTo>
                <a:lnTo>
                  <a:pt x="10668512" y="5582318"/>
                </a:lnTo>
                <a:lnTo>
                  <a:pt x="10703626" y="5572954"/>
                </a:lnTo>
                <a:lnTo>
                  <a:pt x="10739910" y="5563590"/>
                </a:lnTo>
                <a:lnTo>
                  <a:pt x="10773853" y="5553056"/>
                </a:lnTo>
                <a:lnTo>
                  <a:pt x="10807796" y="5541352"/>
                </a:lnTo>
                <a:lnTo>
                  <a:pt x="10839399" y="5527306"/>
                </a:lnTo>
                <a:lnTo>
                  <a:pt x="10867490" y="5509749"/>
                </a:lnTo>
                <a:lnTo>
                  <a:pt x="10893240" y="5488681"/>
                </a:lnTo>
                <a:lnTo>
                  <a:pt x="10914308" y="5462931"/>
                </a:lnTo>
                <a:lnTo>
                  <a:pt x="10931865" y="5434840"/>
                </a:lnTo>
                <a:lnTo>
                  <a:pt x="10945910" y="5403238"/>
                </a:lnTo>
                <a:lnTo>
                  <a:pt x="10957615" y="5369294"/>
                </a:lnTo>
                <a:lnTo>
                  <a:pt x="10968149" y="5335351"/>
                </a:lnTo>
                <a:lnTo>
                  <a:pt x="10977513" y="5299067"/>
                </a:lnTo>
                <a:lnTo>
                  <a:pt x="10986876" y="5263953"/>
                </a:lnTo>
                <a:lnTo>
                  <a:pt x="10997410" y="5228839"/>
                </a:lnTo>
                <a:lnTo>
                  <a:pt x="11009115" y="5194896"/>
                </a:lnTo>
                <a:lnTo>
                  <a:pt x="11023160" y="5163294"/>
                </a:lnTo>
                <a:lnTo>
                  <a:pt x="11039547" y="5134032"/>
                </a:lnTo>
                <a:lnTo>
                  <a:pt x="11060615" y="5108282"/>
                </a:lnTo>
                <a:lnTo>
                  <a:pt x="11084024" y="5081362"/>
                </a:lnTo>
                <a:lnTo>
                  <a:pt x="11110945" y="5057952"/>
                </a:lnTo>
                <a:lnTo>
                  <a:pt x="11139036" y="5035714"/>
                </a:lnTo>
                <a:lnTo>
                  <a:pt x="11169468" y="5013475"/>
                </a:lnTo>
                <a:lnTo>
                  <a:pt x="11198729" y="4991236"/>
                </a:lnTo>
                <a:lnTo>
                  <a:pt x="11226820" y="4968998"/>
                </a:lnTo>
                <a:lnTo>
                  <a:pt x="11253741" y="4944418"/>
                </a:lnTo>
                <a:lnTo>
                  <a:pt x="11277150" y="4919838"/>
                </a:lnTo>
                <a:lnTo>
                  <a:pt x="11297048" y="4891747"/>
                </a:lnTo>
                <a:lnTo>
                  <a:pt x="11312264" y="4862486"/>
                </a:lnTo>
                <a:lnTo>
                  <a:pt x="11322798" y="4827372"/>
                </a:lnTo>
                <a:lnTo>
                  <a:pt x="11327480" y="4791088"/>
                </a:lnTo>
                <a:lnTo>
                  <a:pt x="11328650" y="4753633"/>
                </a:lnTo>
                <a:lnTo>
                  <a:pt x="11325139" y="4713838"/>
                </a:lnTo>
                <a:lnTo>
                  <a:pt x="11320457" y="4674042"/>
                </a:lnTo>
                <a:lnTo>
                  <a:pt x="11314605" y="4634247"/>
                </a:lnTo>
                <a:lnTo>
                  <a:pt x="11309923" y="4594451"/>
                </a:lnTo>
                <a:lnTo>
                  <a:pt x="11307582" y="4554655"/>
                </a:lnTo>
                <a:lnTo>
                  <a:pt x="11307582" y="4516030"/>
                </a:lnTo>
                <a:lnTo>
                  <a:pt x="11312264" y="4479746"/>
                </a:lnTo>
                <a:lnTo>
                  <a:pt x="11321628" y="4443462"/>
                </a:lnTo>
                <a:lnTo>
                  <a:pt x="11335673" y="4409519"/>
                </a:lnTo>
                <a:lnTo>
                  <a:pt x="11354400" y="4374405"/>
                </a:lnTo>
                <a:lnTo>
                  <a:pt x="11373128" y="4339291"/>
                </a:lnTo>
                <a:lnTo>
                  <a:pt x="11394196" y="4304177"/>
                </a:lnTo>
                <a:lnTo>
                  <a:pt x="11414094" y="4270234"/>
                </a:lnTo>
                <a:lnTo>
                  <a:pt x="11431650" y="4233950"/>
                </a:lnTo>
                <a:lnTo>
                  <a:pt x="11445696" y="4198836"/>
                </a:lnTo>
                <a:lnTo>
                  <a:pt x="11455060" y="4162552"/>
                </a:lnTo>
                <a:lnTo>
                  <a:pt x="11458571" y="4125097"/>
                </a:lnTo>
                <a:lnTo>
                  <a:pt x="11455060" y="4087643"/>
                </a:lnTo>
                <a:lnTo>
                  <a:pt x="11445696" y="4051358"/>
                </a:lnTo>
                <a:lnTo>
                  <a:pt x="11431650" y="4016245"/>
                </a:lnTo>
                <a:lnTo>
                  <a:pt x="11414094" y="3979961"/>
                </a:lnTo>
                <a:lnTo>
                  <a:pt x="11394196" y="3946017"/>
                </a:lnTo>
                <a:lnTo>
                  <a:pt x="11373128" y="3910903"/>
                </a:lnTo>
                <a:lnTo>
                  <a:pt x="11354400" y="3875790"/>
                </a:lnTo>
                <a:lnTo>
                  <a:pt x="11335673" y="3840676"/>
                </a:lnTo>
                <a:lnTo>
                  <a:pt x="11321628" y="3806733"/>
                </a:lnTo>
                <a:lnTo>
                  <a:pt x="11312264" y="3770449"/>
                </a:lnTo>
                <a:lnTo>
                  <a:pt x="11307582" y="3734164"/>
                </a:lnTo>
                <a:lnTo>
                  <a:pt x="11307582" y="3695539"/>
                </a:lnTo>
                <a:lnTo>
                  <a:pt x="11309923" y="3655744"/>
                </a:lnTo>
                <a:lnTo>
                  <a:pt x="11314605" y="3615948"/>
                </a:lnTo>
                <a:lnTo>
                  <a:pt x="11320457" y="3576152"/>
                </a:lnTo>
                <a:lnTo>
                  <a:pt x="11325139" y="3536357"/>
                </a:lnTo>
                <a:lnTo>
                  <a:pt x="11328650" y="3496561"/>
                </a:lnTo>
                <a:lnTo>
                  <a:pt x="11327480" y="3459107"/>
                </a:lnTo>
                <a:lnTo>
                  <a:pt x="11322798" y="3422822"/>
                </a:lnTo>
                <a:lnTo>
                  <a:pt x="11312264" y="3387709"/>
                </a:lnTo>
                <a:lnTo>
                  <a:pt x="11297048" y="3358447"/>
                </a:lnTo>
                <a:lnTo>
                  <a:pt x="11277150" y="3330356"/>
                </a:lnTo>
                <a:lnTo>
                  <a:pt x="11253741" y="3305777"/>
                </a:lnTo>
                <a:lnTo>
                  <a:pt x="11226820" y="3281197"/>
                </a:lnTo>
                <a:lnTo>
                  <a:pt x="11198729" y="3258958"/>
                </a:lnTo>
                <a:lnTo>
                  <a:pt x="11169468" y="3236720"/>
                </a:lnTo>
                <a:lnTo>
                  <a:pt x="11139036" y="3214481"/>
                </a:lnTo>
                <a:lnTo>
                  <a:pt x="11110945" y="3192242"/>
                </a:lnTo>
                <a:lnTo>
                  <a:pt x="11084024" y="3168833"/>
                </a:lnTo>
                <a:lnTo>
                  <a:pt x="11060615" y="3141913"/>
                </a:lnTo>
                <a:lnTo>
                  <a:pt x="11039547" y="3116162"/>
                </a:lnTo>
                <a:lnTo>
                  <a:pt x="11023160" y="3086901"/>
                </a:lnTo>
                <a:lnTo>
                  <a:pt x="11009115" y="3055299"/>
                </a:lnTo>
                <a:lnTo>
                  <a:pt x="10997410" y="3021355"/>
                </a:lnTo>
                <a:lnTo>
                  <a:pt x="10986876" y="2986242"/>
                </a:lnTo>
                <a:lnTo>
                  <a:pt x="10977513" y="2951128"/>
                </a:lnTo>
                <a:lnTo>
                  <a:pt x="10968149" y="2914844"/>
                </a:lnTo>
                <a:lnTo>
                  <a:pt x="10957615" y="2880900"/>
                </a:lnTo>
                <a:lnTo>
                  <a:pt x="10945910" y="2846957"/>
                </a:lnTo>
                <a:lnTo>
                  <a:pt x="10931865" y="2815355"/>
                </a:lnTo>
                <a:lnTo>
                  <a:pt x="10914308" y="2787264"/>
                </a:lnTo>
                <a:lnTo>
                  <a:pt x="10893240" y="2761514"/>
                </a:lnTo>
                <a:lnTo>
                  <a:pt x="10867490" y="2740445"/>
                </a:lnTo>
                <a:lnTo>
                  <a:pt x="10839399" y="2722888"/>
                </a:lnTo>
                <a:lnTo>
                  <a:pt x="10807796" y="2708843"/>
                </a:lnTo>
                <a:lnTo>
                  <a:pt x="10773853" y="2697138"/>
                </a:lnTo>
                <a:lnTo>
                  <a:pt x="10739910" y="2686604"/>
                </a:lnTo>
                <a:lnTo>
                  <a:pt x="10703626" y="2677241"/>
                </a:lnTo>
                <a:lnTo>
                  <a:pt x="10668512" y="2667877"/>
                </a:lnTo>
                <a:lnTo>
                  <a:pt x="10633398" y="2657343"/>
                </a:lnTo>
                <a:lnTo>
                  <a:pt x="10599455" y="2645638"/>
                </a:lnTo>
                <a:lnTo>
                  <a:pt x="10567852" y="2631593"/>
                </a:lnTo>
                <a:lnTo>
                  <a:pt x="10538591" y="2615206"/>
                </a:lnTo>
                <a:lnTo>
                  <a:pt x="10512841" y="2594138"/>
                </a:lnTo>
                <a:lnTo>
                  <a:pt x="10485920" y="2570729"/>
                </a:lnTo>
                <a:lnTo>
                  <a:pt x="10462511" y="2543808"/>
                </a:lnTo>
                <a:lnTo>
                  <a:pt x="10440272" y="2515717"/>
                </a:lnTo>
                <a:lnTo>
                  <a:pt x="10418034" y="2486456"/>
                </a:lnTo>
                <a:lnTo>
                  <a:pt x="10395795" y="2457194"/>
                </a:lnTo>
                <a:lnTo>
                  <a:pt x="10373556" y="2429103"/>
                </a:lnTo>
                <a:lnTo>
                  <a:pt x="10348977" y="2402183"/>
                </a:lnTo>
                <a:lnTo>
                  <a:pt x="10324397" y="2378774"/>
                </a:lnTo>
                <a:lnTo>
                  <a:pt x="10296306" y="2358876"/>
                </a:lnTo>
                <a:lnTo>
                  <a:pt x="10267044" y="2343660"/>
                </a:lnTo>
                <a:lnTo>
                  <a:pt x="10231931" y="2333126"/>
                </a:lnTo>
                <a:lnTo>
                  <a:pt x="10195647" y="2328444"/>
                </a:lnTo>
                <a:lnTo>
                  <a:pt x="10158192" y="2327274"/>
                </a:lnTo>
                <a:lnTo>
                  <a:pt x="10118396" y="2330785"/>
                </a:lnTo>
                <a:lnTo>
                  <a:pt x="10078601" y="2335467"/>
                </a:lnTo>
                <a:lnTo>
                  <a:pt x="10038805" y="2341319"/>
                </a:lnTo>
                <a:lnTo>
                  <a:pt x="9999010" y="2346001"/>
                </a:lnTo>
                <a:lnTo>
                  <a:pt x="9959214" y="2348342"/>
                </a:lnTo>
                <a:lnTo>
                  <a:pt x="9920589" y="2348342"/>
                </a:lnTo>
                <a:lnTo>
                  <a:pt x="9884305" y="2343660"/>
                </a:lnTo>
                <a:lnTo>
                  <a:pt x="9846850" y="2334296"/>
                </a:lnTo>
                <a:lnTo>
                  <a:pt x="9812907" y="2320251"/>
                </a:lnTo>
                <a:lnTo>
                  <a:pt x="9777793" y="2301524"/>
                </a:lnTo>
                <a:lnTo>
                  <a:pt x="9742679" y="2282796"/>
                </a:lnTo>
                <a:lnTo>
                  <a:pt x="9707566" y="2261728"/>
                </a:lnTo>
                <a:lnTo>
                  <a:pt x="9673622" y="2241830"/>
                </a:lnTo>
                <a:lnTo>
                  <a:pt x="9637338" y="2224273"/>
                </a:lnTo>
                <a:lnTo>
                  <a:pt x="9602224" y="2210228"/>
                </a:lnTo>
                <a:lnTo>
                  <a:pt x="9565940" y="2200864"/>
                </a:lnTo>
                <a:lnTo>
                  <a:pt x="9528486" y="2197353"/>
                </a:lnTo>
                <a:close/>
              </a:path>
            </a:pathLst>
          </a:custGeom>
          <a:solidFill>
            <a:schemeClr val="bg2"/>
          </a:solidFill>
          <a:ln w="10160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1960BC6E-8A40-38ED-EA78-55A6AA5224B3}"/>
              </a:ext>
            </a:extLst>
          </p:cNvPr>
          <p:cNvSpPr>
            <a:spLocks noGrp="1"/>
          </p:cNvSpPr>
          <p:nvPr>
            <p:ph type="title"/>
          </p:nvPr>
        </p:nvSpPr>
        <p:spPr>
          <a:xfrm>
            <a:off x="1251678" y="757657"/>
            <a:ext cx="10178322" cy="1116860"/>
          </a:xfrm>
        </p:spPr>
        <p:txBody>
          <a:bodyPr>
            <a:normAutofit/>
          </a:bodyPr>
          <a:lstStyle/>
          <a:p>
            <a:r>
              <a:rPr lang="en-US" sz="3600" dirty="0">
                <a:latin typeface="Avenir Book" panose="02000503020000020003" pitchFamily="2" charset="0"/>
              </a:rPr>
              <a:t>Basil Mitchell: The parable of the partisan (3) </a:t>
            </a:r>
          </a:p>
        </p:txBody>
      </p:sp>
      <p:sp>
        <p:nvSpPr>
          <p:cNvPr id="11" name="Freeform 6">
            <a:extLst>
              <a:ext uri="{FF2B5EF4-FFF2-40B4-BE49-F238E27FC236}">
                <a16:creationId xmlns:a16="http://schemas.microsoft.com/office/drawing/2014/main" id="{0D3B0D10-EF29-472A-8E3D-EBEDDD162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3" name="Content Placeholder 2">
            <a:extLst>
              <a:ext uri="{FF2B5EF4-FFF2-40B4-BE49-F238E27FC236}">
                <a16:creationId xmlns:a16="http://schemas.microsoft.com/office/drawing/2014/main" id="{803DB0DB-DBDE-010C-4D88-41CBB904CFD3}"/>
              </a:ext>
            </a:extLst>
          </p:cNvPr>
          <p:cNvSpPr>
            <a:spLocks noGrp="1"/>
          </p:cNvSpPr>
          <p:nvPr>
            <p:ph idx="1"/>
          </p:nvPr>
        </p:nvSpPr>
        <p:spPr>
          <a:xfrm>
            <a:off x="1251678" y="2145637"/>
            <a:ext cx="6015897" cy="4194204"/>
          </a:xfrm>
        </p:spPr>
        <p:txBody>
          <a:bodyPr>
            <a:normAutofit/>
          </a:bodyPr>
          <a:lstStyle/>
          <a:p>
            <a:pPr marL="0" indent="0" algn="just">
              <a:lnSpc>
                <a:spcPct val="100000"/>
              </a:lnSpc>
              <a:buNone/>
            </a:pPr>
            <a:r>
              <a:rPr lang="en-GB" sz="1600" dirty="0">
                <a:solidFill>
                  <a:schemeClr val="tx1"/>
                </a:solidFill>
                <a:effectLst/>
                <a:latin typeface="Avenir Book" panose="02000503020000020003" pitchFamily="2" charset="0"/>
              </a:rPr>
              <a:t>They never meet in conditions of intimacy again. But sometimes the Stranger is seen helping members of the resistance, and the partisan is grateful and says to his friends, ‘He is on our side.’ Sometimes he is seen in the uniform of the police handing over patriots to the occupying power. On these occasions his friends murmur against him; but the partisan still says, ‘He is on our side.’ He still believes that, in spite of appearances, the Stranger did not deceive him. Sometimes he asks the Stranger for help and receives it. He is then thankful. Sometimes he asks and does not receive it. Then he says, ‘the Stranger knows best.’ Sometimes his friends, in exasperation, say, ‘Well, what would he have to do for you to admit that you were wrong and that he is not on our side?’ But the partisan refuses to answer. He will not consent to put the Stranger to the test. And sometimes his friends complain, ‘Well, if that’s what you mean by his being on our side, the sooner he goes over to the other side the better.’ </a:t>
            </a:r>
            <a:endParaRPr lang="en-GB" sz="1600" dirty="0">
              <a:solidFill>
                <a:schemeClr val="tx1"/>
              </a:solidFill>
              <a:latin typeface="Avenir Book" panose="02000503020000020003" pitchFamily="2" charset="0"/>
            </a:endParaRPr>
          </a:p>
          <a:p>
            <a:pPr>
              <a:lnSpc>
                <a:spcPct val="100000"/>
              </a:lnSpc>
            </a:pPr>
            <a:endParaRPr lang="en-US" sz="1400" dirty="0">
              <a:latin typeface="Avenir Book" panose="02000503020000020003" pitchFamily="2" charset="0"/>
            </a:endParaRPr>
          </a:p>
        </p:txBody>
      </p:sp>
      <p:sp>
        <p:nvSpPr>
          <p:cNvPr id="13" name="Rectangle 12">
            <a:extLst>
              <a:ext uri="{FF2B5EF4-FFF2-40B4-BE49-F238E27FC236}">
                <a16:creationId xmlns:a16="http://schemas.microsoft.com/office/drawing/2014/main" id="{44FF49E3-3CF7-467D-BE04-86D18D2490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4540490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738F9-2465-8A82-C415-F3213BB64D6B}"/>
              </a:ext>
            </a:extLst>
          </p:cNvPr>
          <p:cNvSpPr>
            <a:spLocks noGrp="1"/>
          </p:cNvSpPr>
          <p:nvPr>
            <p:ph type="title"/>
          </p:nvPr>
        </p:nvSpPr>
        <p:spPr>
          <a:xfrm>
            <a:off x="1251678" y="878305"/>
            <a:ext cx="10178322" cy="721895"/>
          </a:xfrm>
        </p:spPr>
        <p:txBody>
          <a:bodyPr>
            <a:normAutofit fontScale="90000"/>
          </a:bodyPr>
          <a:lstStyle/>
          <a:p>
            <a:r>
              <a:rPr lang="en-US" dirty="0">
                <a:latin typeface="Avenir Book" panose="02000503020000020003" pitchFamily="2" charset="0"/>
              </a:rPr>
              <a:t>The conclusion</a:t>
            </a:r>
          </a:p>
        </p:txBody>
      </p:sp>
      <p:sp>
        <p:nvSpPr>
          <p:cNvPr id="3" name="Content Placeholder 2">
            <a:extLst>
              <a:ext uri="{FF2B5EF4-FFF2-40B4-BE49-F238E27FC236}">
                <a16:creationId xmlns:a16="http://schemas.microsoft.com/office/drawing/2014/main" id="{57EF71A3-0F45-E2EC-D9BE-67384E144F4B}"/>
              </a:ext>
            </a:extLst>
          </p:cNvPr>
          <p:cNvSpPr>
            <a:spLocks noGrp="1"/>
          </p:cNvSpPr>
          <p:nvPr>
            <p:ph idx="1"/>
          </p:nvPr>
        </p:nvSpPr>
        <p:spPr/>
        <p:txBody>
          <a:bodyPr>
            <a:normAutofit/>
          </a:bodyPr>
          <a:lstStyle/>
          <a:p>
            <a:pPr marL="0" indent="0" algn="just">
              <a:buNone/>
            </a:pPr>
            <a:r>
              <a:rPr lang="en-US" sz="2400" dirty="0">
                <a:solidFill>
                  <a:schemeClr val="tx1"/>
                </a:solidFill>
                <a:latin typeface="Avenir Book" panose="02000503020000020003" pitchFamily="2" charset="0"/>
              </a:rPr>
              <a:t>Basil Mitchell concludes that the belief that the stranger is on our side is a significant article of faith. It is neither the best hypothesis, nor just a vacuous proposition. </a:t>
            </a:r>
          </a:p>
        </p:txBody>
      </p:sp>
    </p:spTree>
    <p:extLst>
      <p:ext uri="{BB962C8B-B14F-4D97-AF65-F5344CB8AC3E}">
        <p14:creationId xmlns:p14="http://schemas.microsoft.com/office/powerpoint/2010/main" val="7688099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97801-23A2-ED69-A096-F9E385AC70BB}"/>
              </a:ext>
            </a:extLst>
          </p:cNvPr>
          <p:cNvSpPr>
            <a:spLocks noGrp="1"/>
          </p:cNvSpPr>
          <p:nvPr>
            <p:ph type="title"/>
          </p:nvPr>
        </p:nvSpPr>
        <p:spPr>
          <a:xfrm>
            <a:off x="1251678" y="978408"/>
            <a:ext cx="10178322" cy="896108"/>
          </a:xfrm>
        </p:spPr>
        <p:txBody>
          <a:bodyPr>
            <a:normAutofit/>
          </a:bodyPr>
          <a:lstStyle/>
          <a:p>
            <a:r>
              <a:rPr lang="en-US" sz="4400" dirty="0" err="1">
                <a:latin typeface="Avenir Book" panose="02000503020000020003" pitchFamily="2" charset="0"/>
              </a:rPr>
              <a:t>R.M.Hare</a:t>
            </a:r>
            <a:r>
              <a:rPr lang="en-US" sz="4400" dirty="0">
                <a:latin typeface="Avenir Book" panose="02000503020000020003" pitchFamily="2" charset="0"/>
              </a:rPr>
              <a:t> and </a:t>
            </a:r>
            <a:r>
              <a:rPr lang="en-US" sz="4400" i="1" dirty="0" err="1">
                <a:latin typeface="Avenir Book" panose="02000503020000020003" pitchFamily="2" charset="0"/>
              </a:rPr>
              <a:t>Bliks</a:t>
            </a:r>
            <a:endParaRPr lang="en-US" sz="4400" i="1" dirty="0">
              <a:latin typeface="Avenir Book" panose="02000503020000020003" pitchFamily="2" charset="0"/>
            </a:endParaRPr>
          </a:p>
        </p:txBody>
      </p:sp>
      <p:sp>
        <p:nvSpPr>
          <p:cNvPr id="3" name="Content Placeholder 2">
            <a:extLst>
              <a:ext uri="{FF2B5EF4-FFF2-40B4-BE49-F238E27FC236}">
                <a16:creationId xmlns:a16="http://schemas.microsoft.com/office/drawing/2014/main" id="{3E1C61FA-C63B-0D09-01E2-1F2A767A85AF}"/>
              </a:ext>
            </a:extLst>
          </p:cNvPr>
          <p:cNvSpPr>
            <a:spLocks noGrp="1"/>
          </p:cNvSpPr>
          <p:nvPr>
            <p:ph idx="1"/>
          </p:nvPr>
        </p:nvSpPr>
        <p:spPr/>
        <p:txBody>
          <a:bodyPr>
            <a:normAutofit/>
          </a:bodyPr>
          <a:lstStyle/>
          <a:p>
            <a:pPr marL="0" indent="0" algn="just">
              <a:lnSpc>
                <a:spcPct val="150000"/>
              </a:lnSpc>
              <a:buNone/>
            </a:pPr>
            <a:r>
              <a:rPr lang="en-US" sz="2400" dirty="0" err="1">
                <a:solidFill>
                  <a:schemeClr val="tx1"/>
                </a:solidFill>
                <a:latin typeface="Avenir Book" panose="02000503020000020003" pitchFamily="2" charset="0"/>
              </a:rPr>
              <a:t>R.M.Hare</a:t>
            </a:r>
            <a:r>
              <a:rPr lang="en-US" sz="2400" dirty="0">
                <a:solidFill>
                  <a:schemeClr val="tx1"/>
                </a:solidFill>
                <a:latin typeface="Avenir Book" panose="02000503020000020003" pitchFamily="2" charset="0"/>
              </a:rPr>
              <a:t> claimed that although beliefs about God where not strictly speaking cognitive, they were meaningful. </a:t>
            </a:r>
          </a:p>
          <a:p>
            <a:pPr marL="0" indent="0" algn="just">
              <a:lnSpc>
                <a:spcPct val="150000"/>
              </a:lnSpc>
              <a:buNone/>
            </a:pPr>
            <a:r>
              <a:rPr lang="en-US" sz="2400" dirty="0">
                <a:solidFill>
                  <a:schemeClr val="tx1"/>
                </a:solidFill>
                <a:latin typeface="Avenir Book" panose="02000503020000020003" pitchFamily="2" charset="0"/>
              </a:rPr>
              <a:t>This is because all beliefs are made meaningful in what is called a ‘</a:t>
            </a:r>
            <a:r>
              <a:rPr lang="en-US" sz="2400" dirty="0" err="1">
                <a:solidFill>
                  <a:schemeClr val="tx1"/>
                </a:solidFill>
                <a:latin typeface="Avenir Book" panose="02000503020000020003" pitchFamily="2" charset="0"/>
              </a:rPr>
              <a:t>blik</a:t>
            </a:r>
            <a:r>
              <a:rPr lang="en-US" sz="2400" dirty="0">
                <a:solidFill>
                  <a:schemeClr val="tx1"/>
                </a:solidFill>
                <a:latin typeface="Avenir Book" panose="02000503020000020003" pitchFamily="2" charset="0"/>
              </a:rPr>
              <a:t>’.  A </a:t>
            </a:r>
            <a:r>
              <a:rPr lang="en-US" sz="2400" dirty="0" err="1">
                <a:solidFill>
                  <a:schemeClr val="tx1"/>
                </a:solidFill>
                <a:latin typeface="Avenir Book" panose="02000503020000020003" pitchFamily="2" charset="0"/>
              </a:rPr>
              <a:t>blik</a:t>
            </a:r>
            <a:r>
              <a:rPr lang="en-US" sz="2400" dirty="0">
                <a:solidFill>
                  <a:schemeClr val="tx1"/>
                </a:solidFill>
                <a:latin typeface="Avenir Book" panose="02000503020000020003" pitchFamily="2" charset="0"/>
              </a:rPr>
              <a:t> ‘the German world for see’ is what is sometimes called a ‘worldview’. Our world view, or perspective affects how we interpret what we see. </a:t>
            </a:r>
          </a:p>
        </p:txBody>
      </p:sp>
    </p:spTree>
    <p:extLst>
      <p:ext uri="{BB962C8B-B14F-4D97-AF65-F5344CB8AC3E}">
        <p14:creationId xmlns:p14="http://schemas.microsoft.com/office/powerpoint/2010/main" val="2749326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A5A43-562F-4221-DB32-92998F2BE96E}"/>
              </a:ext>
            </a:extLst>
          </p:cNvPr>
          <p:cNvSpPr>
            <a:spLocks noGrp="1"/>
          </p:cNvSpPr>
          <p:nvPr>
            <p:ph type="title"/>
          </p:nvPr>
        </p:nvSpPr>
        <p:spPr>
          <a:xfrm>
            <a:off x="1600199" y="947057"/>
            <a:ext cx="8843963" cy="1338944"/>
          </a:xfrm>
        </p:spPr>
        <p:txBody>
          <a:bodyPr anchor="t">
            <a:normAutofit/>
          </a:bodyPr>
          <a:lstStyle/>
          <a:p>
            <a:r>
              <a:rPr lang="en-US" sz="3200" dirty="0">
                <a:latin typeface="Avenir Book" panose="02000503020000020003" pitchFamily="2" charset="0"/>
              </a:rPr>
              <a:t>Consider the following images.  </a:t>
            </a:r>
          </a:p>
        </p:txBody>
      </p:sp>
      <p:pic>
        <p:nvPicPr>
          <p:cNvPr id="5" name="Content Placeholder 4">
            <a:extLst>
              <a:ext uri="{FF2B5EF4-FFF2-40B4-BE49-F238E27FC236}">
                <a16:creationId xmlns:a16="http://schemas.microsoft.com/office/drawing/2014/main" id="{FFD364D6-F7D8-B76F-C9CC-F6FF94571C29}"/>
              </a:ext>
            </a:extLst>
          </p:cNvPr>
          <p:cNvPicPr>
            <a:picLocks noGrp="1" noChangeAspect="1"/>
          </p:cNvPicPr>
          <p:nvPr>
            <p:ph idx="1"/>
          </p:nvPr>
        </p:nvPicPr>
        <p:blipFill>
          <a:blip r:embed="rId2"/>
          <a:stretch>
            <a:fillRect/>
          </a:stretch>
        </p:blipFill>
        <p:spPr>
          <a:xfrm>
            <a:off x="5890381" y="2107318"/>
            <a:ext cx="5189134" cy="3497437"/>
          </a:xfrm>
        </p:spPr>
      </p:pic>
      <p:pic>
        <p:nvPicPr>
          <p:cNvPr id="6" name="Picture 5">
            <a:extLst>
              <a:ext uri="{FF2B5EF4-FFF2-40B4-BE49-F238E27FC236}">
                <a16:creationId xmlns:a16="http://schemas.microsoft.com/office/drawing/2014/main" id="{172DC2A1-6532-A92A-55E6-E0FBDC2D1C62}"/>
              </a:ext>
            </a:extLst>
          </p:cNvPr>
          <p:cNvPicPr>
            <a:picLocks noChangeAspect="1"/>
          </p:cNvPicPr>
          <p:nvPr/>
        </p:nvPicPr>
        <p:blipFill>
          <a:blip r:embed="rId3"/>
          <a:stretch>
            <a:fillRect/>
          </a:stretch>
        </p:blipFill>
        <p:spPr>
          <a:xfrm>
            <a:off x="1747838" y="2107318"/>
            <a:ext cx="4142543" cy="3497437"/>
          </a:xfrm>
          <a:prstGeom prst="rect">
            <a:avLst/>
          </a:prstGeom>
        </p:spPr>
      </p:pic>
    </p:spTree>
    <p:extLst>
      <p:ext uri="{BB962C8B-B14F-4D97-AF65-F5344CB8AC3E}">
        <p14:creationId xmlns:p14="http://schemas.microsoft.com/office/powerpoint/2010/main" val="5503599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167F4-4C92-9EDA-CCE5-CB73A073961C}"/>
              </a:ext>
            </a:extLst>
          </p:cNvPr>
          <p:cNvSpPr>
            <a:spLocks noGrp="1"/>
          </p:cNvSpPr>
          <p:nvPr>
            <p:ph type="title"/>
          </p:nvPr>
        </p:nvSpPr>
        <p:spPr>
          <a:xfrm>
            <a:off x="1251678" y="838200"/>
            <a:ext cx="10178322" cy="587830"/>
          </a:xfrm>
        </p:spPr>
        <p:txBody>
          <a:bodyPr>
            <a:normAutofit/>
          </a:bodyPr>
          <a:lstStyle/>
          <a:p>
            <a:r>
              <a:rPr lang="en-US" sz="3200" dirty="0">
                <a:latin typeface="Avenir Book" panose="02000503020000020003" pitchFamily="2" charset="0"/>
              </a:rPr>
              <a:t>The parable of the paranoid student (1)</a:t>
            </a:r>
          </a:p>
        </p:txBody>
      </p:sp>
      <p:sp>
        <p:nvSpPr>
          <p:cNvPr id="3" name="Content Placeholder 2">
            <a:extLst>
              <a:ext uri="{FF2B5EF4-FFF2-40B4-BE49-F238E27FC236}">
                <a16:creationId xmlns:a16="http://schemas.microsoft.com/office/drawing/2014/main" id="{0AF83E9B-B7A5-E029-6D9E-C08E0B2ECAA8}"/>
              </a:ext>
            </a:extLst>
          </p:cNvPr>
          <p:cNvSpPr>
            <a:spLocks noGrp="1"/>
          </p:cNvSpPr>
          <p:nvPr>
            <p:ph idx="1"/>
          </p:nvPr>
        </p:nvSpPr>
        <p:spPr>
          <a:xfrm>
            <a:off x="1251678" y="1894115"/>
            <a:ext cx="6015897" cy="3985478"/>
          </a:xfrm>
        </p:spPr>
        <p:txBody>
          <a:bodyPr>
            <a:normAutofit fontScale="85000" lnSpcReduction="10000"/>
          </a:bodyPr>
          <a:lstStyle/>
          <a:p>
            <a:pPr marL="0" indent="0" algn="just">
              <a:lnSpc>
                <a:spcPct val="160000"/>
              </a:lnSpc>
              <a:buNone/>
            </a:pPr>
            <a:r>
              <a:rPr lang="en-US" sz="1900" dirty="0">
                <a:solidFill>
                  <a:schemeClr val="tx1"/>
                </a:solidFill>
                <a:latin typeface="Avenir Book" panose="02000503020000020003" pitchFamily="2" charset="0"/>
              </a:rPr>
              <a:t>The parable of the paranoid student: </a:t>
            </a:r>
          </a:p>
          <a:p>
            <a:pPr marL="0" indent="0" algn="just">
              <a:lnSpc>
                <a:spcPct val="160000"/>
              </a:lnSpc>
              <a:buNone/>
            </a:pPr>
            <a:r>
              <a:rPr lang="en-US" sz="1900" dirty="0">
                <a:solidFill>
                  <a:schemeClr val="tx1"/>
                </a:solidFill>
                <a:latin typeface="Avenir Book" panose="02000503020000020003" pitchFamily="2" charset="0"/>
              </a:rPr>
              <a:t>‘A certain lunatic is convinced that all dons want to murder him. His friends introduce him to all the mildest and most respectable dons that they can find, and after each of them has retired, they say, ‘you see, he doesn’t really want to murder you; he spoke to you in the most cordial manner; surely you are convinced now?’ But the lunatic replies, ‘Yes, but that was only a diabolical cunning; he really is plotting against me the whole time, like the rest of them; I know it I tell you.’ However, many kindly dons are produced, the reaction is still the same.’ </a:t>
            </a:r>
          </a:p>
        </p:txBody>
      </p:sp>
      <p:pic>
        <p:nvPicPr>
          <p:cNvPr id="4" name="Picture 3" descr="A group of men in a library&#10;&#10;Description automatically generated">
            <a:extLst>
              <a:ext uri="{FF2B5EF4-FFF2-40B4-BE49-F238E27FC236}">
                <a16:creationId xmlns:a16="http://schemas.microsoft.com/office/drawing/2014/main" id="{60510B2E-9F60-F10B-0DF5-573EFBCA83B7}"/>
              </a:ext>
            </a:extLst>
          </p:cNvPr>
          <p:cNvPicPr>
            <a:picLocks noChangeAspect="1"/>
          </p:cNvPicPr>
          <p:nvPr/>
        </p:nvPicPr>
        <p:blipFill>
          <a:blip r:embed="rId2"/>
          <a:srcRect r="-3" b="6358"/>
          <a:stretch/>
        </p:blipFill>
        <p:spPr>
          <a:xfrm>
            <a:off x="7686677" y="1894115"/>
            <a:ext cx="3743323" cy="3505200"/>
          </a:xfrm>
          <a:prstGeom prst="rect">
            <a:avLst/>
          </a:prstGeom>
        </p:spPr>
      </p:pic>
    </p:spTree>
    <p:extLst>
      <p:ext uri="{BB962C8B-B14F-4D97-AF65-F5344CB8AC3E}">
        <p14:creationId xmlns:p14="http://schemas.microsoft.com/office/powerpoint/2010/main" val="28201073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0F7F51F-25FA-5037-EBC3-9A794F7970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46F7FE-8254-AB72-0D19-AA7559AABA14}"/>
              </a:ext>
            </a:extLst>
          </p:cNvPr>
          <p:cNvSpPr>
            <a:spLocks noGrp="1"/>
          </p:cNvSpPr>
          <p:nvPr>
            <p:ph type="title"/>
          </p:nvPr>
        </p:nvSpPr>
        <p:spPr>
          <a:xfrm>
            <a:off x="1251678" y="740229"/>
            <a:ext cx="10178322" cy="1134288"/>
          </a:xfrm>
        </p:spPr>
        <p:txBody>
          <a:bodyPr>
            <a:normAutofit/>
          </a:bodyPr>
          <a:lstStyle/>
          <a:p>
            <a:r>
              <a:rPr lang="en-US" sz="3200" dirty="0">
                <a:latin typeface="Avenir Book" panose="02000503020000020003" pitchFamily="2" charset="0"/>
              </a:rPr>
              <a:t>The parable of the paranoid student (2)</a:t>
            </a:r>
          </a:p>
        </p:txBody>
      </p:sp>
      <p:sp>
        <p:nvSpPr>
          <p:cNvPr id="3" name="Content Placeholder 2">
            <a:extLst>
              <a:ext uri="{FF2B5EF4-FFF2-40B4-BE49-F238E27FC236}">
                <a16:creationId xmlns:a16="http://schemas.microsoft.com/office/drawing/2014/main" id="{17695186-606D-264E-8588-BBE0286ECFDA}"/>
              </a:ext>
            </a:extLst>
          </p:cNvPr>
          <p:cNvSpPr>
            <a:spLocks noGrp="1"/>
          </p:cNvSpPr>
          <p:nvPr>
            <p:ph idx="1"/>
          </p:nvPr>
        </p:nvSpPr>
        <p:spPr>
          <a:xfrm>
            <a:off x="1251678" y="2286001"/>
            <a:ext cx="6015897" cy="3593591"/>
          </a:xfrm>
        </p:spPr>
        <p:txBody>
          <a:bodyPr>
            <a:normAutofit/>
          </a:bodyPr>
          <a:lstStyle/>
          <a:p>
            <a:pPr algn="just"/>
            <a:r>
              <a:rPr lang="en-US" dirty="0">
                <a:solidFill>
                  <a:schemeClr val="tx1"/>
                </a:solidFill>
                <a:latin typeface="Avenir Book" panose="02000503020000020003" pitchFamily="2" charset="0"/>
              </a:rPr>
              <a:t>Even though there is nothing that could change the students mind about the dons. He clearly does think something different about the dons than what we think about them, and so, he clearly has a meaningful belief. That is why we think he is mad. </a:t>
            </a:r>
          </a:p>
          <a:p>
            <a:pPr algn="just"/>
            <a:endParaRPr lang="en-US" dirty="0">
              <a:solidFill>
                <a:schemeClr val="tx1"/>
              </a:solidFill>
              <a:latin typeface="Avenir Book" panose="02000503020000020003" pitchFamily="2" charset="0"/>
            </a:endParaRPr>
          </a:p>
          <a:p>
            <a:pPr algn="just"/>
            <a:r>
              <a:rPr lang="en-US" i="1" dirty="0">
                <a:solidFill>
                  <a:schemeClr val="tx1"/>
                </a:solidFill>
                <a:latin typeface="Avenir Book" panose="02000503020000020003" pitchFamily="2" charset="0"/>
              </a:rPr>
              <a:t>‘He has an insane </a:t>
            </a:r>
            <a:r>
              <a:rPr lang="en-US" i="1" dirty="0" err="1">
                <a:solidFill>
                  <a:schemeClr val="tx1"/>
                </a:solidFill>
                <a:latin typeface="Avenir Book" panose="02000503020000020003" pitchFamily="2" charset="0"/>
              </a:rPr>
              <a:t>blik</a:t>
            </a:r>
            <a:r>
              <a:rPr lang="en-US" i="1" dirty="0">
                <a:solidFill>
                  <a:schemeClr val="tx1"/>
                </a:solidFill>
                <a:latin typeface="Avenir Book" panose="02000503020000020003" pitchFamily="2" charset="0"/>
              </a:rPr>
              <a:t> about dons, we have a sane one.’</a:t>
            </a:r>
          </a:p>
        </p:txBody>
      </p:sp>
      <p:pic>
        <p:nvPicPr>
          <p:cNvPr id="4" name="Picture 3" descr="A group of men in a library&#10;&#10;Description automatically generated">
            <a:extLst>
              <a:ext uri="{FF2B5EF4-FFF2-40B4-BE49-F238E27FC236}">
                <a16:creationId xmlns:a16="http://schemas.microsoft.com/office/drawing/2014/main" id="{6714B776-BB77-ACCD-20E8-5A50B36E1D13}"/>
              </a:ext>
            </a:extLst>
          </p:cNvPr>
          <p:cNvPicPr>
            <a:picLocks noChangeAspect="1"/>
          </p:cNvPicPr>
          <p:nvPr/>
        </p:nvPicPr>
        <p:blipFill>
          <a:blip r:embed="rId2"/>
          <a:srcRect r="-3" b="6358"/>
          <a:stretch/>
        </p:blipFill>
        <p:spPr>
          <a:xfrm>
            <a:off x="7715250" y="2400300"/>
            <a:ext cx="3743323" cy="3505200"/>
          </a:xfrm>
          <a:prstGeom prst="rect">
            <a:avLst/>
          </a:prstGeom>
        </p:spPr>
      </p:pic>
    </p:spTree>
    <p:extLst>
      <p:ext uri="{BB962C8B-B14F-4D97-AF65-F5344CB8AC3E}">
        <p14:creationId xmlns:p14="http://schemas.microsoft.com/office/powerpoint/2010/main" val="3705273546"/>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0B082E"/>
      </a:dk2>
      <a:lt2>
        <a:srgbClr val="F3F3F2"/>
      </a:lt2>
      <a:accent1>
        <a:srgbClr val="62B4C6"/>
      </a:accent1>
      <a:accent2>
        <a:srgbClr val="1B376E"/>
      </a:accent2>
      <a:accent3>
        <a:srgbClr val="9EBE55"/>
      </a:accent3>
      <a:accent4>
        <a:srgbClr val="C65E5E"/>
      </a:accent4>
      <a:accent5>
        <a:srgbClr val="D3BA55"/>
      </a:accent5>
      <a:accent6>
        <a:srgbClr val="96648A"/>
      </a:accent6>
      <a:hlink>
        <a:srgbClr val="62B4C6"/>
      </a:hlink>
      <a:folHlink>
        <a:srgbClr val="96648A"/>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D71F8F05-6246-47AF-9E68-E57F6C93F792}"/>
    </a:ext>
  </a:extLst>
</a:theme>
</file>

<file path=docProps/app.xml><?xml version="1.0" encoding="utf-8"?>
<Properties xmlns="http://schemas.openxmlformats.org/officeDocument/2006/extended-properties" xmlns:vt="http://schemas.openxmlformats.org/officeDocument/2006/docPropsVTypes">
  <Template>Badge</Template>
  <TotalTime>254</TotalTime>
  <Words>2492</Words>
  <Application>Microsoft Macintosh PowerPoint</Application>
  <PresentationFormat>Widescreen</PresentationFormat>
  <Paragraphs>98</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Avenir Book</vt:lpstr>
      <vt:lpstr>Gill Sans MT</vt:lpstr>
      <vt:lpstr>Impact</vt:lpstr>
      <vt:lpstr>Badge</vt:lpstr>
      <vt:lpstr>Religious  Language</vt:lpstr>
      <vt:lpstr>The question of religious language</vt:lpstr>
      <vt:lpstr>Table of theories</vt:lpstr>
      <vt:lpstr>Logical positivism (1)</vt:lpstr>
      <vt:lpstr>Logical positivism (2)</vt:lpstr>
      <vt:lpstr>Logical positivism (2) </vt:lpstr>
      <vt:lpstr>The argument of logical positivism </vt:lpstr>
      <vt:lpstr>The objections to the principle of verification. </vt:lpstr>
      <vt:lpstr>Problem (1)</vt:lpstr>
      <vt:lpstr>Problem (1) continued</vt:lpstr>
      <vt:lpstr>Problem (2) </vt:lpstr>
      <vt:lpstr>Problem (3) </vt:lpstr>
      <vt:lpstr>Problem 4</vt:lpstr>
      <vt:lpstr>Problem (4) continued</vt:lpstr>
      <vt:lpstr>The falsification principle</vt:lpstr>
      <vt:lpstr>Falsification continued </vt:lpstr>
      <vt:lpstr>Propositions </vt:lpstr>
      <vt:lpstr>The Parable of the gardener</vt:lpstr>
      <vt:lpstr>Anthony Flew concludes</vt:lpstr>
      <vt:lpstr>Basil Mitchell: The parable of the partisan (1) </vt:lpstr>
      <vt:lpstr>Basil Mitchell: The parable of the partisan (2) </vt:lpstr>
      <vt:lpstr>Basil Mitchell: The parable of the partisan (3) </vt:lpstr>
      <vt:lpstr>The conclusion</vt:lpstr>
      <vt:lpstr>R.M.Hare and Bliks</vt:lpstr>
      <vt:lpstr>Consider the following images.  </vt:lpstr>
      <vt:lpstr>The parable of the paranoid student (1)</vt:lpstr>
      <vt:lpstr>The parable of the paranoid student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Nir Shaki</dc:creator>
  <cp:lastModifiedBy>Nir Shaki</cp:lastModifiedBy>
  <cp:revision>13</cp:revision>
  <dcterms:created xsi:type="dcterms:W3CDTF">2024-10-28T12:07:21Z</dcterms:created>
  <dcterms:modified xsi:type="dcterms:W3CDTF">2025-11-04T10:06:33Z</dcterms:modified>
</cp:coreProperties>
</file>