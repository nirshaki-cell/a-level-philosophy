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0" r:id="rId1"/>
  </p:sldMasterIdLst>
  <p:sldIdLst>
    <p:sldId id="271" r:id="rId2"/>
    <p:sldId id="258" r:id="rId3"/>
    <p:sldId id="259" r:id="rId4"/>
    <p:sldId id="260" r:id="rId5"/>
    <p:sldId id="261" r:id="rId6"/>
    <p:sldId id="262" r:id="rId7"/>
    <p:sldId id="263" r:id="rId8"/>
    <p:sldId id="264" r:id="rId9"/>
    <p:sldId id="265" r:id="rId10"/>
    <p:sldId id="273" r:id="rId11"/>
    <p:sldId id="268" r:id="rId12"/>
    <p:sldId id="266" r:id="rId13"/>
    <p:sldId id="267" r:id="rId14"/>
    <p:sldId id="269" r:id="rId15"/>
    <p:sldId id="272"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003"/>
    <p:restoredTop sz="94719"/>
  </p:normalViewPr>
  <p:slideViewPr>
    <p:cSldViewPr snapToGrid="0">
      <p:cViewPr varScale="1">
        <p:scale>
          <a:sx n="152" d="100"/>
          <a:sy n="152" d="100"/>
        </p:scale>
        <p:origin x="856"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11" name="Freeform 6" title="scalloped circle"/>
          <p:cNvSpPr/>
          <p:nvPr/>
        </p:nvSpPr>
        <p:spPr bwMode="auto">
          <a:xfrm>
            <a:off x="3557016" y="630936"/>
            <a:ext cx="5235575" cy="5229225"/>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bg2"/>
          </a:solidFill>
          <a:ln w="0">
            <a:noFill/>
            <a:prstDash val="solid"/>
            <a:round/>
            <a:headEnd/>
            <a:tailEnd/>
          </a:ln>
        </p:spPr>
      </p:sp>
      <p:sp>
        <p:nvSpPr>
          <p:cNvPr id="2" name="Title 1"/>
          <p:cNvSpPr>
            <a:spLocks noGrp="1"/>
          </p:cNvSpPr>
          <p:nvPr>
            <p:ph type="ctrTitle"/>
          </p:nvPr>
        </p:nvSpPr>
        <p:spPr>
          <a:xfrm>
            <a:off x="1078523" y="1098388"/>
            <a:ext cx="10318418" cy="4394988"/>
          </a:xfrm>
        </p:spPr>
        <p:txBody>
          <a:bodyPr anchor="ctr">
            <a:noAutofit/>
          </a:bodyPr>
          <a:lstStyle>
            <a:lvl1pPr algn="ctr">
              <a:defRPr sz="10000" spc="800" baseline="0"/>
            </a:lvl1pPr>
          </a:lstStyle>
          <a:p>
            <a:r>
              <a:rPr lang="en-GB"/>
              <a:t>Click to edit Master title style</a:t>
            </a:r>
            <a:endParaRPr lang="en-US" dirty="0"/>
          </a:p>
        </p:txBody>
      </p:sp>
      <p:sp>
        <p:nvSpPr>
          <p:cNvPr id="3" name="Subtitle 2"/>
          <p:cNvSpPr>
            <a:spLocks noGrp="1"/>
          </p:cNvSpPr>
          <p:nvPr>
            <p:ph type="subTitle" idx="1"/>
          </p:nvPr>
        </p:nvSpPr>
        <p:spPr>
          <a:xfrm>
            <a:off x="2215045" y="5979196"/>
            <a:ext cx="8045373" cy="742279"/>
          </a:xfrm>
        </p:spPr>
        <p:txBody>
          <a:bodyPr anchor="t">
            <a:normAutofit/>
          </a:bodyPr>
          <a:lstStyle>
            <a:lvl1pPr marL="0" indent="0" algn="ctr">
              <a:lnSpc>
                <a:spcPct val="100000"/>
              </a:lnSpc>
              <a:buNone/>
              <a:defRPr sz="2000" b="1" i="0" cap="all" spc="4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a:xfrm>
            <a:off x="1078523" y="6375679"/>
            <a:ext cx="2329722" cy="348462"/>
          </a:xfrm>
        </p:spPr>
        <p:txBody>
          <a:bodyPr/>
          <a:lstStyle>
            <a:lvl1pPr>
              <a:defRPr baseline="0">
                <a:solidFill>
                  <a:schemeClr val="accent1">
                    <a:lumMod val="50000"/>
                  </a:schemeClr>
                </a:solidFill>
              </a:defRPr>
            </a:lvl1pPr>
          </a:lstStyle>
          <a:p>
            <a:fld id="{9334D819-9F07-4261-B09B-9E467E5D9002}" type="datetimeFigureOut">
              <a:rPr lang="en-US" smtClean="0"/>
              <a:pPr/>
              <a:t>10/8/25</a:t>
            </a:fld>
            <a:endParaRPr lang="en-US" dirty="0"/>
          </a:p>
        </p:txBody>
      </p:sp>
      <p:sp>
        <p:nvSpPr>
          <p:cNvPr id="5" name="Footer Placeholder 4"/>
          <p:cNvSpPr>
            <a:spLocks noGrp="1"/>
          </p:cNvSpPr>
          <p:nvPr>
            <p:ph type="ftr" sz="quarter" idx="11"/>
          </p:nvPr>
        </p:nvSpPr>
        <p:spPr>
          <a:xfrm>
            <a:off x="4180332" y="6375679"/>
            <a:ext cx="4114800" cy="345796"/>
          </a:xfrm>
        </p:spPr>
        <p:txBody>
          <a:bodyPr/>
          <a:lstStyle>
            <a:lvl1pPr>
              <a:defRPr baseline="0">
                <a:solidFill>
                  <a:schemeClr val="accent1">
                    <a:lumMod val="50000"/>
                  </a:schemeClr>
                </a:solidFill>
              </a:defRPr>
            </a:lvl1pPr>
          </a:lstStyle>
          <a:p>
            <a:endParaRPr lang="en-US" dirty="0"/>
          </a:p>
        </p:txBody>
      </p:sp>
      <p:sp>
        <p:nvSpPr>
          <p:cNvPr id="6" name="Slide Number Placeholder 5"/>
          <p:cNvSpPr>
            <a:spLocks noGrp="1"/>
          </p:cNvSpPr>
          <p:nvPr>
            <p:ph type="sldNum" sz="quarter" idx="12"/>
          </p:nvPr>
        </p:nvSpPr>
        <p:spPr>
          <a:xfrm>
            <a:off x="9067218" y="6375679"/>
            <a:ext cx="2329723" cy="345796"/>
          </a:xfrm>
        </p:spPr>
        <p:txBody>
          <a:bodyPr/>
          <a:lstStyle>
            <a:lvl1pPr>
              <a:defRPr baseline="0">
                <a:solidFill>
                  <a:schemeClr val="accent1">
                    <a:lumMod val="50000"/>
                  </a:schemeClr>
                </a:solidFill>
              </a:defRPr>
            </a:lvl1pPr>
          </a:lstStyle>
          <a:p>
            <a:fld id="{71766878-3199-4EAB-94E7-2D6D11070E14}" type="slidenum">
              <a:rPr lang="en-US" smtClean="0"/>
              <a:pPr/>
              <a:t>‹#›</a:t>
            </a:fld>
            <a:endParaRPr lang="en-US" dirty="0"/>
          </a:p>
        </p:txBody>
      </p:sp>
      <p:sp>
        <p:nvSpPr>
          <p:cNvPr id="13" name="Rectangle 12" title="left edge border"/>
          <p:cNvSpPr/>
          <p:nvPr/>
        </p:nvSpPr>
        <p:spPr>
          <a:xfrm>
            <a:off x="0" y="0"/>
            <a:ext cx="28346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1223500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9334D819-9F07-4261-B09B-9E467E5D9002}" type="datetimeFigureOut">
              <a:rPr lang="en-US" smtClean="0"/>
              <a:t>10/8/25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16048283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3242929" y="1073888"/>
            <a:ext cx="8187071" cy="4064627"/>
          </a:xfrm>
        </p:spPr>
        <p:txBody>
          <a:bodyPr anchor="b">
            <a:normAutofit/>
          </a:bodyPr>
          <a:lstStyle>
            <a:lvl1pPr>
              <a:defRPr sz="8400" spc="800" baseline="0">
                <a:solidFill>
                  <a:schemeClr val="tx2"/>
                </a:solidFill>
              </a:defRPr>
            </a:lvl1pPr>
          </a:lstStyle>
          <a:p>
            <a:r>
              <a:rPr lang="en-GB"/>
              <a:t>Click to edit Master title style</a:t>
            </a:r>
            <a:endParaRPr lang="en-US" dirty="0"/>
          </a:p>
        </p:txBody>
      </p:sp>
      <p:sp>
        <p:nvSpPr>
          <p:cNvPr id="3" name="Text Placeholder 2"/>
          <p:cNvSpPr>
            <a:spLocks noGrp="1"/>
          </p:cNvSpPr>
          <p:nvPr>
            <p:ph type="body" idx="1"/>
          </p:nvPr>
        </p:nvSpPr>
        <p:spPr>
          <a:xfrm>
            <a:off x="3242930" y="5159781"/>
            <a:ext cx="7017488" cy="951135"/>
          </a:xfrm>
        </p:spPr>
        <p:txBody>
          <a:bodyPr>
            <a:normAutofit/>
          </a:bodyPr>
          <a:lstStyle>
            <a:lvl1pPr marL="0" indent="0">
              <a:lnSpc>
                <a:spcPct val="100000"/>
              </a:lnSpc>
              <a:buNone/>
              <a:defRPr sz="2000" b="1" i="0" cap="all" spc="400" baseline="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3236546" y="6375679"/>
            <a:ext cx="1493947" cy="348462"/>
          </a:xfrm>
        </p:spPr>
        <p:txBody>
          <a:bodyPr/>
          <a:lstStyle>
            <a:lvl1pPr>
              <a:defRPr baseline="0">
                <a:solidFill>
                  <a:schemeClr val="tx2"/>
                </a:solidFill>
              </a:defRPr>
            </a:lvl1pPr>
          </a:lstStyle>
          <a:p>
            <a:fld id="{9334D819-9F07-4261-B09B-9E467E5D9002}" type="datetimeFigureOut">
              <a:rPr lang="en-US" smtClean="0"/>
              <a:pPr/>
              <a:t>10/8/25</a:t>
            </a:fld>
            <a:endParaRPr lang="en-US" dirty="0"/>
          </a:p>
        </p:txBody>
      </p:sp>
      <p:sp>
        <p:nvSpPr>
          <p:cNvPr id="5" name="Footer Placeholder 4"/>
          <p:cNvSpPr>
            <a:spLocks noGrp="1"/>
          </p:cNvSpPr>
          <p:nvPr>
            <p:ph type="ftr" sz="quarter" idx="11"/>
          </p:nvPr>
        </p:nvSpPr>
        <p:spPr>
          <a:xfrm>
            <a:off x="5279064" y="6375679"/>
            <a:ext cx="4114800" cy="345796"/>
          </a:xfrm>
        </p:spPr>
        <p:txBody>
          <a:bodyPr/>
          <a:lstStyle>
            <a:lvl1pP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942434" y="6375679"/>
            <a:ext cx="1487566" cy="345796"/>
          </a:xfrm>
        </p:spPr>
        <p:txBody>
          <a:bodyPr/>
          <a:lstStyle>
            <a:lvl1pPr>
              <a:defRPr baseline="0">
                <a:solidFill>
                  <a:schemeClr val="tx2"/>
                </a:solidFill>
              </a:defRPr>
            </a:lvl1pPr>
          </a:lstStyle>
          <a:p>
            <a:fld id="{71766878-3199-4EAB-94E7-2D6D11070E14}" type="slidenum">
              <a:rPr lang="en-US" smtClean="0"/>
              <a:pPr/>
              <a:t>‹#›</a:t>
            </a:fld>
            <a:endParaRPr lang="en-US" dirty="0"/>
          </a:p>
        </p:txBody>
      </p:sp>
      <p:grpSp>
        <p:nvGrpSpPr>
          <p:cNvPr id="7" name="Group 6" title="left scallop shape"/>
          <p:cNvGrpSpPr/>
          <p:nvPr/>
        </p:nvGrpSpPr>
        <p:grpSpPr>
          <a:xfrm>
            <a:off x="0" y="0"/>
            <a:ext cx="2814638" cy="6858000"/>
            <a:chOff x="0" y="0"/>
            <a:chExt cx="2814638" cy="6858000"/>
          </a:xfrm>
        </p:grpSpPr>
        <p:sp>
          <p:nvSpPr>
            <p:cNvPr id="11" name="Freeform 6" title="left scallop shape"/>
            <p:cNvSpPr/>
            <p:nvPr/>
          </p:nvSpPr>
          <p:spPr bwMode="auto">
            <a:xfrm>
              <a:off x="0" y="0"/>
              <a:ext cx="2814638" cy="6858000"/>
            </a:xfrm>
            <a:custGeom>
              <a:avLst/>
              <a:gdLst/>
              <a:ahLst/>
              <a:cxnLst/>
              <a:rect l="0" t="0" r="r" b="b"/>
              <a:pathLst>
                <a:path w="1773" h="4320">
                  <a:moveTo>
                    <a:pt x="0" y="0"/>
                  </a:moveTo>
                  <a:lnTo>
                    <a:pt x="891" y="0"/>
                  </a:lnTo>
                  <a:lnTo>
                    <a:pt x="906" y="56"/>
                  </a:lnTo>
                  <a:lnTo>
                    <a:pt x="921" y="111"/>
                  </a:lnTo>
                  <a:lnTo>
                    <a:pt x="938" y="165"/>
                  </a:lnTo>
                  <a:lnTo>
                    <a:pt x="957" y="217"/>
                  </a:lnTo>
                  <a:lnTo>
                    <a:pt x="980" y="266"/>
                  </a:lnTo>
                  <a:lnTo>
                    <a:pt x="1007" y="312"/>
                  </a:lnTo>
                  <a:lnTo>
                    <a:pt x="1036" y="351"/>
                  </a:lnTo>
                  <a:lnTo>
                    <a:pt x="1069" y="387"/>
                  </a:lnTo>
                  <a:lnTo>
                    <a:pt x="1105" y="422"/>
                  </a:lnTo>
                  <a:lnTo>
                    <a:pt x="1145" y="456"/>
                  </a:lnTo>
                  <a:lnTo>
                    <a:pt x="1185" y="487"/>
                  </a:lnTo>
                  <a:lnTo>
                    <a:pt x="1227" y="520"/>
                  </a:lnTo>
                  <a:lnTo>
                    <a:pt x="1270" y="551"/>
                  </a:lnTo>
                  <a:lnTo>
                    <a:pt x="1311" y="584"/>
                  </a:lnTo>
                  <a:lnTo>
                    <a:pt x="1352" y="617"/>
                  </a:lnTo>
                  <a:lnTo>
                    <a:pt x="1390" y="651"/>
                  </a:lnTo>
                  <a:lnTo>
                    <a:pt x="1425" y="687"/>
                  </a:lnTo>
                  <a:lnTo>
                    <a:pt x="1456" y="725"/>
                  </a:lnTo>
                  <a:lnTo>
                    <a:pt x="1484" y="765"/>
                  </a:lnTo>
                  <a:lnTo>
                    <a:pt x="1505" y="808"/>
                  </a:lnTo>
                  <a:lnTo>
                    <a:pt x="1521" y="856"/>
                  </a:lnTo>
                  <a:lnTo>
                    <a:pt x="1530" y="907"/>
                  </a:lnTo>
                  <a:lnTo>
                    <a:pt x="1534" y="960"/>
                  </a:lnTo>
                  <a:lnTo>
                    <a:pt x="1534" y="1013"/>
                  </a:lnTo>
                  <a:lnTo>
                    <a:pt x="1530" y="1068"/>
                  </a:lnTo>
                  <a:lnTo>
                    <a:pt x="1523" y="1125"/>
                  </a:lnTo>
                  <a:lnTo>
                    <a:pt x="1515" y="1181"/>
                  </a:lnTo>
                  <a:lnTo>
                    <a:pt x="1508" y="1237"/>
                  </a:lnTo>
                  <a:lnTo>
                    <a:pt x="1501" y="1293"/>
                  </a:lnTo>
                  <a:lnTo>
                    <a:pt x="1496" y="1350"/>
                  </a:lnTo>
                  <a:lnTo>
                    <a:pt x="1494" y="1405"/>
                  </a:lnTo>
                  <a:lnTo>
                    <a:pt x="1497" y="1458"/>
                  </a:lnTo>
                  <a:lnTo>
                    <a:pt x="1504" y="1511"/>
                  </a:lnTo>
                  <a:lnTo>
                    <a:pt x="1517" y="1560"/>
                  </a:lnTo>
                  <a:lnTo>
                    <a:pt x="1535" y="1610"/>
                  </a:lnTo>
                  <a:lnTo>
                    <a:pt x="1557" y="1659"/>
                  </a:lnTo>
                  <a:lnTo>
                    <a:pt x="1583" y="1708"/>
                  </a:lnTo>
                  <a:lnTo>
                    <a:pt x="1611" y="1757"/>
                  </a:lnTo>
                  <a:lnTo>
                    <a:pt x="1640" y="1807"/>
                  </a:lnTo>
                  <a:lnTo>
                    <a:pt x="1669" y="1855"/>
                  </a:lnTo>
                  <a:lnTo>
                    <a:pt x="1696" y="1905"/>
                  </a:lnTo>
                  <a:lnTo>
                    <a:pt x="1721" y="1954"/>
                  </a:lnTo>
                  <a:lnTo>
                    <a:pt x="1742" y="2006"/>
                  </a:lnTo>
                  <a:lnTo>
                    <a:pt x="1759" y="2057"/>
                  </a:lnTo>
                  <a:lnTo>
                    <a:pt x="1769" y="2108"/>
                  </a:lnTo>
                  <a:lnTo>
                    <a:pt x="1773" y="2160"/>
                  </a:lnTo>
                  <a:lnTo>
                    <a:pt x="1769" y="2212"/>
                  </a:lnTo>
                  <a:lnTo>
                    <a:pt x="1759" y="2263"/>
                  </a:lnTo>
                  <a:lnTo>
                    <a:pt x="1742" y="2314"/>
                  </a:lnTo>
                  <a:lnTo>
                    <a:pt x="1721" y="2366"/>
                  </a:lnTo>
                  <a:lnTo>
                    <a:pt x="1696" y="2415"/>
                  </a:lnTo>
                  <a:lnTo>
                    <a:pt x="1669" y="2465"/>
                  </a:lnTo>
                  <a:lnTo>
                    <a:pt x="1640" y="2513"/>
                  </a:lnTo>
                  <a:lnTo>
                    <a:pt x="1611" y="2563"/>
                  </a:lnTo>
                  <a:lnTo>
                    <a:pt x="1583" y="2612"/>
                  </a:lnTo>
                  <a:lnTo>
                    <a:pt x="1557" y="2661"/>
                  </a:lnTo>
                  <a:lnTo>
                    <a:pt x="1535" y="2710"/>
                  </a:lnTo>
                  <a:lnTo>
                    <a:pt x="1517" y="2760"/>
                  </a:lnTo>
                  <a:lnTo>
                    <a:pt x="1504" y="2809"/>
                  </a:lnTo>
                  <a:lnTo>
                    <a:pt x="1497" y="2862"/>
                  </a:lnTo>
                  <a:lnTo>
                    <a:pt x="1494" y="2915"/>
                  </a:lnTo>
                  <a:lnTo>
                    <a:pt x="1496" y="2970"/>
                  </a:lnTo>
                  <a:lnTo>
                    <a:pt x="1501" y="3027"/>
                  </a:lnTo>
                  <a:lnTo>
                    <a:pt x="1508" y="3083"/>
                  </a:lnTo>
                  <a:lnTo>
                    <a:pt x="1515" y="3139"/>
                  </a:lnTo>
                  <a:lnTo>
                    <a:pt x="1523" y="3195"/>
                  </a:lnTo>
                  <a:lnTo>
                    <a:pt x="1530" y="3252"/>
                  </a:lnTo>
                  <a:lnTo>
                    <a:pt x="1534" y="3307"/>
                  </a:lnTo>
                  <a:lnTo>
                    <a:pt x="1534" y="3360"/>
                  </a:lnTo>
                  <a:lnTo>
                    <a:pt x="1530" y="3413"/>
                  </a:lnTo>
                  <a:lnTo>
                    <a:pt x="1521" y="3464"/>
                  </a:lnTo>
                  <a:lnTo>
                    <a:pt x="1505" y="3512"/>
                  </a:lnTo>
                  <a:lnTo>
                    <a:pt x="1484" y="3555"/>
                  </a:lnTo>
                  <a:lnTo>
                    <a:pt x="1456" y="3595"/>
                  </a:lnTo>
                  <a:lnTo>
                    <a:pt x="1425" y="3633"/>
                  </a:lnTo>
                  <a:lnTo>
                    <a:pt x="1390" y="3669"/>
                  </a:lnTo>
                  <a:lnTo>
                    <a:pt x="1352" y="3703"/>
                  </a:lnTo>
                  <a:lnTo>
                    <a:pt x="1311" y="3736"/>
                  </a:lnTo>
                  <a:lnTo>
                    <a:pt x="1270" y="3769"/>
                  </a:lnTo>
                  <a:lnTo>
                    <a:pt x="1227" y="3800"/>
                  </a:lnTo>
                  <a:lnTo>
                    <a:pt x="1185" y="3833"/>
                  </a:lnTo>
                  <a:lnTo>
                    <a:pt x="1145" y="3864"/>
                  </a:lnTo>
                  <a:lnTo>
                    <a:pt x="1105" y="3898"/>
                  </a:lnTo>
                  <a:lnTo>
                    <a:pt x="1069" y="3933"/>
                  </a:lnTo>
                  <a:lnTo>
                    <a:pt x="1036" y="3969"/>
                  </a:lnTo>
                  <a:lnTo>
                    <a:pt x="1007" y="4008"/>
                  </a:lnTo>
                  <a:lnTo>
                    <a:pt x="980" y="4054"/>
                  </a:lnTo>
                  <a:lnTo>
                    <a:pt x="957" y="4103"/>
                  </a:lnTo>
                  <a:lnTo>
                    <a:pt x="938" y="4155"/>
                  </a:lnTo>
                  <a:lnTo>
                    <a:pt x="921" y="4209"/>
                  </a:lnTo>
                  <a:lnTo>
                    <a:pt x="906" y="4264"/>
                  </a:lnTo>
                  <a:lnTo>
                    <a:pt x="891" y="4320"/>
                  </a:lnTo>
                  <a:lnTo>
                    <a:pt x="0" y="4320"/>
                  </a:lnTo>
                  <a:lnTo>
                    <a:pt x="0" y="0"/>
                  </a:lnTo>
                  <a:close/>
                </a:path>
              </a:pathLst>
            </a:custGeom>
            <a:solidFill>
              <a:schemeClr val="tx2"/>
            </a:solidFill>
            <a:ln w="0">
              <a:noFill/>
              <a:prstDash val="solid"/>
              <a:round/>
              <a:headEnd/>
              <a:tailEnd/>
            </a:ln>
          </p:spPr>
        </p:sp>
        <p:sp>
          <p:nvSpPr>
            <p:cNvPr id="16" name="Freeform 11" title="left scallop inline"/>
            <p:cNvSpPr/>
            <p:nvPr/>
          </p:nvSpPr>
          <p:spPr bwMode="auto">
            <a:xfrm>
              <a:off x="874382" y="0"/>
              <a:ext cx="1646238" cy="6858000"/>
            </a:xfrm>
            <a:custGeom>
              <a:avLst/>
              <a:gdLst/>
              <a:ahLst/>
              <a:cxnLst/>
              <a:rect l="0" t="0" r="r" b="b"/>
              <a:pathLst>
                <a:path w="1037" h="4320">
                  <a:moveTo>
                    <a:pt x="0" y="0"/>
                  </a:moveTo>
                  <a:lnTo>
                    <a:pt x="171" y="0"/>
                  </a:lnTo>
                  <a:lnTo>
                    <a:pt x="188" y="55"/>
                  </a:lnTo>
                  <a:lnTo>
                    <a:pt x="204" y="110"/>
                  </a:lnTo>
                  <a:lnTo>
                    <a:pt x="220" y="166"/>
                  </a:lnTo>
                  <a:lnTo>
                    <a:pt x="234" y="223"/>
                  </a:lnTo>
                  <a:lnTo>
                    <a:pt x="251" y="278"/>
                  </a:lnTo>
                  <a:lnTo>
                    <a:pt x="269" y="331"/>
                  </a:lnTo>
                  <a:lnTo>
                    <a:pt x="292" y="381"/>
                  </a:lnTo>
                  <a:lnTo>
                    <a:pt x="319" y="427"/>
                  </a:lnTo>
                  <a:lnTo>
                    <a:pt x="349" y="466"/>
                  </a:lnTo>
                  <a:lnTo>
                    <a:pt x="382" y="503"/>
                  </a:lnTo>
                  <a:lnTo>
                    <a:pt x="420" y="537"/>
                  </a:lnTo>
                  <a:lnTo>
                    <a:pt x="460" y="571"/>
                  </a:lnTo>
                  <a:lnTo>
                    <a:pt x="502" y="603"/>
                  </a:lnTo>
                  <a:lnTo>
                    <a:pt x="544" y="635"/>
                  </a:lnTo>
                  <a:lnTo>
                    <a:pt x="587" y="668"/>
                  </a:lnTo>
                  <a:lnTo>
                    <a:pt x="628" y="700"/>
                  </a:lnTo>
                  <a:lnTo>
                    <a:pt x="667" y="734"/>
                  </a:lnTo>
                  <a:lnTo>
                    <a:pt x="703" y="771"/>
                  </a:lnTo>
                  <a:lnTo>
                    <a:pt x="736" y="808"/>
                  </a:lnTo>
                  <a:lnTo>
                    <a:pt x="763" y="848"/>
                  </a:lnTo>
                  <a:lnTo>
                    <a:pt x="786" y="893"/>
                  </a:lnTo>
                  <a:lnTo>
                    <a:pt x="800" y="937"/>
                  </a:lnTo>
                  <a:lnTo>
                    <a:pt x="809" y="986"/>
                  </a:lnTo>
                  <a:lnTo>
                    <a:pt x="813" y="1034"/>
                  </a:lnTo>
                  <a:lnTo>
                    <a:pt x="812" y="1085"/>
                  </a:lnTo>
                  <a:lnTo>
                    <a:pt x="808" y="1136"/>
                  </a:lnTo>
                  <a:lnTo>
                    <a:pt x="803" y="1189"/>
                  </a:lnTo>
                  <a:lnTo>
                    <a:pt x="796" y="1242"/>
                  </a:lnTo>
                  <a:lnTo>
                    <a:pt x="788" y="1295"/>
                  </a:lnTo>
                  <a:lnTo>
                    <a:pt x="782" y="1348"/>
                  </a:lnTo>
                  <a:lnTo>
                    <a:pt x="778" y="1401"/>
                  </a:lnTo>
                  <a:lnTo>
                    <a:pt x="775" y="1452"/>
                  </a:lnTo>
                  <a:lnTo>
                    <a:pt x="778" y="1502"/>
                  </a:lnTo>
                  <a:lnTo>
                    <a:pt x="784" y="1551"/>
                  </a:lnTo>
                  <a:lnTo>
                    <a:pt x="797" y="1602"/>
                  </a:lnTo>
                  <a:lnTo>
                    <a:pt x="817" y="1652"/>
                  </a:lnTo>
                  <a:lnTo>
                    <a:pt x="841" y="1702"/>
                  </a:lnTo>
                  <a:lnTo>
                    <a:pt x="868" y="1752"/>
                  </a:lnTo>
                  <a:lnTo>
                    <a:pt x="896" y="1801"/>
                  </a:lnTo>
                  <a:lnTo>
                    <a:pt x="926" y="1851"/>
                  </a:lnTo>
                  <a:lnTo>
                    <a:pt x="953" y="1901"/>
                  </a:lnTo>
                  <a:lnTo>
                    <a:pt x="980" y="1952"/>
                  </a:lnTo>
                  <a:lnTo>
                    <a:pt x="1003" y="2003"/>
                  </a:lnTo>
                  <a:lnTo>
                    <a:pt x="1021" y="2054"/>
                  </a:lnTo>
                  <a:lnTo>
                    <a:pt x="1031" y="2106"/>
                  </a:lnTo>
                  <a:lnTo>
                    <a:pt x="1037" y="2160"/>
                  </a:lnTo>
                  <a:lnTo>
                    <a:pt x="1031" y="2214"/>
                  </a:lnTo>
                  <a:lnTo>
                    <a:pt x="1021" y="2266"/>
                  </a:lnTo>
                  <a:lnTo>
                    <a:pt x="1003" y="2317"/>
                  </a:lnTo>
                  <a:lnTo>
                    <a:pt x="980" y="2368"/>
                  </a:lnTo>
                  <a:lnTo>
                    <a:pt x="953" y="2419"/>
                  </a:lnTo>
                  <a:lnTo>
                    <a:pt x="926" y="2469"/>
                  </a:lnTo>
                  <a:lnTo>
                    <a:pt x="896" y="2519"/>
                  </a:lnTo>
                  <a:lnTo>
                    <a:pt x="868" y="2568"/>
                  </a:lnTo>
                  <a:lnTo>
                    <a:pt x="841" y="2618"/>
                  </a:lnTo>
                  <a:lnTo>
                    <a:pt x="817" y="2668"/>
                  </a:lnTo>
                  <a:lnTo>
                    <a:pt x="797" y="2718"/>
                  </a:lnTo>
                  <a:lnTo>
                    <a:pt x="784" y="2769"/>
                  </a:lnTo>
                  <a:lnTo>
                    <a:pt x="778" y="2818"/>
                  </a:lnTo>
                  <a:lnTo>
                    <a:pt x="775" y="2868"/>
                  </a:lnTo>
                  <a:lnTo>
                    <a:pt x="778" y="2919"/>
                  </a:lnTo>
                  <a:lnTo>
                    <a:pt x="782" y="2972"/>
                  </a:lnTo>
                  <a:lnTo>
                    <a:pt x="788" y="3025"/>
                  </a:lnTo>
                  <a:lnTo>
                    <a:pt x="796" y="3078"/>
                  </a:lnTo>
                  <a:lnTo>
                    <a:pt x="803" y="3131"/>
                  </a:lnTo>
                  <a:lnTo>
                    <a:pt x="808" y="3184"/>
                  </a:lnTo>
                  <a:lnTo>
                    <a:pt x="812" y="3235"/>
                  </a:lnTo>
                  <a:lnTo>
                    <a:pt x="813" y="3286"/>
                  </a:lnTo>
                  <a:lnTo>
                    <a:pt x="809" y="3334"/>
                  </a:lnTo>
                  <a:lnTo>
                    <a:pt x="800" y="3383"/>
                  </a:lnTo>
                  <a:lnTo>
                    <a:pt x="786" y="3427"/>
                  </a:lnTo>
                  <a:lnTo>
                    <a:pt x="763" y="3472"/>
                  </a:lnTo>
                  <a:lnTo>
                    <a:pt x="736" y="3512"/>
                  </a:lnTo>
                  <a:lnTo>
                    <a:pt x="703" y="3549"/>
                  </a:lnTo>
                  <a:lnTo>
                    <a:pt x="667" y="3586"/>
                  </a:lnTo>
                  <a:lnTo>
                    <a:pt x="628" y="3620"/>
                  </a:lnTo>
                  <a:lnTo>
                    <a:pt x="587" y="3652"/>
                  </a:lnTo>
                  <a:lnTo>
                    <a:pt x="544" y="3685"/>
                  </a:lnTo>
                  <a:lnTo>
                    <a:pt x="502" y="3717"/>
                  </a:lnTo>
                  <a:lnTo>
                    <a:pt x="460" y="3749"/>
                  </a:lnTo>
                  <a:lnTo>
                    <a:pt x="420" y="3783"/>
                  </a:lnTo>
                  <a:lnTo>
                    <a:pt x="382" y="3817"/>
                  </a:lnTo>
                  <a:lnTo>
                    <a:pt x="349" y="3854"/>
                  </a:lnTo>
                  <a:lnTo>
                    <a:pt x="319" y="3893"/>
                  </a:lnTo>
                  <a:lnTo>
                    <a:pt x="292" y="3939"/>
                  </a:lnTo>
                  <a:lnTo>
                    <a:pt x="269" y="3989"/>
                  </a:lnTo>
                  <a:lnTo>
                    <a:pt x="251" y="4042"/>
                  </a:lnTo>
                  <a:lnTo>
                    <a:pt x="234" y="4097"/>
                  </a:lnTo>
                  <a:lnTo>
                    <a:pt x="220" y="4154"/>
                  </a:lnTo>
                  <a:lnTo>
                    <a:pt x="204" y="4210"/>
                  </a:lnTo>
                  <a:lnTo>
                    <a:pt x="188" y="4265"/>
                  </a:lnTo>
                  <a:lnTo>
                    <a:pt x="171" y="4320"/>
                  </a:lnTo>
                  <a:lnTo>
                    <a:pt x="0" y="4320"/>
                  </a:lnTo>
                  <a:lnTo>
                    <a:pt x="17" y="4278"/>
                  </a:lnTo>
                  <a:lnTo>
                    <a:pt x="33" y="4232"/>
                  </a:lnTo>
                  <a:lnTo>
                    <a:pt x="46" y="4183"/>
                  </a:lnTo>
                  <a:lnTo>
                    <a:pt x="60" y="4131"/>
                  </a:lnTo>
                  <a:lnTo>
                    <a:pt x="75" y="4075"/>
                  </a:lnTo>
                  <a:lnTo>
                    <a:pt x="90" y="4019"/>
                  </a:lnTo>
                  <a:lnTo>
                    <a:pt x="109" y="3964"/>
                  </a:lnTo>
                  <a:lnTo>
                    <a:pt x="129" y="3909"/>
                  </a:lnTo>
                  <a:lnTo>
                    <a:pt x="156" y="3855"/>
                  </a:lnTo>
                  <a:lnTo>
                    <a:pt x="186" y="3804"/>
                  </a:lnTo>
                  <a:lnTo>
                    <a:pt x="222" y="3756"/>
                  </a:lnTo>
                  <a:lnTo>
                    <a:pt x="261" y="3713"/>
                  </a:lnTo>
                  <a:lnTo>
                    <a:pt x="303" y="3672"/>
                  </a:lnTo>
                  <a:lnTo>
                    <a:pt x="348" y="3634"/>
                  </a:lnTo>
                  <a:lnTo>
                    <a:pt x="392" y="3599"/>
                  </a:lnTo>
                  <a:lnTo>
                    <a:pt x="438" y="3565"/>
                  </a:lnTo>
                  <a:lnTo>
                    <a:pt x="482" y="3531"/>
                  </a:lnTo>
                  <a:lnTo>
                    <a:pt x="523" y="3499"/>
                  </a:lnTo>
                  <a:lnTo>
                    <a:pt x="561" y="3466"/>
                  </a:lnTo>
                  <a:lnTo>
                    <a:pt x="594" y="3434"/>
                  </a:lnTo>
                  <a:lnTo>
                    <a:pt x="620" y="3400"/>
                  </a:lnTo>
                  <a:lnTo>
                    <a:pt x="638" y="3367"/>
                  </a:lnTo>
                  <a:lnTo>
                    <a:pt x="647" y="3336"/>
                  </a:lnTo>
                  <a:lnTo>
                    <a:pt x="652" y="3302"/>
                  </a:lnTo>
                  <a:lnTo>
                    <a:pt x="654" y="3265"/>
                  </a:lnTo>
                  <a:lnTo>
                    <a:pt x="651" y="3224"/>
                  </a:lnTo>
                  <a:lnTo>
                    <a:pt x="647" y="3181"/>
                  </a:lnTo>
                  <a:lnTo>
                    <a:pt x="642" y="3137"/>
                  </a:lnTo>
                  <a:lnTo>
                    <a:pt x="637" y="3091"/>
                  </a:lnTo>
                  <a:lnTo>
                    <a:pt x="626" y="3021"/>
                  </a:lnTo>
                  <a:lnTo>
                    <a:pt x="620" y="2952"/>
                  </a:lnTo>
                  <a:lnTo>
                    <a:pt x="616" y="2881"/>
                  </a:lnTo>
                  <a:lnTo>
                    <a:pt x="618" y="2809"/>
                  </a:lnTo>
                  <a:lnTo>
                    <a:pt x="628" y="2737"/>
                  </a:lnTo>
                  <a:lnTo>
                    <a:pt x="642" y="2681"/>
                  </a:lnTo>
                  <a:lnTo>
                    <a:pt x="661" y="2626"/>
                  </a:lnTo>
                  <a:lnTo>
                    <a:pt x="685" y="2574"/>
                  </a:lnTo>
                  <a:lnTo>
                    <a:pt x="711" y="2521"/>
                  </a:lnTo>
                  <a:lnTo>
                    <a:pt x="739" y="2472"/>
                  </a:lnTo>
                  <a:lnTo>
                    <a:pt x="767" y="2423"/>
                  </a:lnTo>
                  <a:lnTo>
                    <a:pt x="791" y="2381"/>
                  </a:lnTo>
                  <a:lnTo>
                    <a:pt x="813" y="2342"/>
                  </a:lnTo>
                  <a:lnTo>
                    <a:pt x="834" y="2303"/>
                  </a:lnTo>
                  <a:lnTo>
                    <a:pt x="851" y="2265"/>
                  </a:lnTo>
                  <a:lnTo>
                    <a:pt x="864" y="2228"/>
                  </a:lnTo>
                  <a:lnTo>
                    <a:pt x="873" y="2194"/>
                  </a:lnTo>
                  <a:lnTo>
                    <a:pt x="876" y="2160"/>
                  </a:lnTo>
                  <a:lnTo>
                    <a:pt x="873" y="2126"/>
                  </a:lnTo>
                  <a:lnTo>
                    <a:pt x="864" y="2092"/>
                  </a:lnTo>
                  <a:lnTo>
                    <a:pt x="851" y="2055"/>
                  </a:lnTo>
                  <a:lnTo>
                    <a:pt x="834" y="2017"/>
                  </a:lnTo>
                  <a:lnTo>
                    <a:pt x="813" y="1978"/>
                  </a:lnTo>
                  <a:lnTo>
                    <a:pt x="791" y="1939"/>
                  </a:lnTo>
                  <a:lnTo>
                    <a:pt x="767" y="1897"/>
                  </a:lnTo>
                  <a:lnTo>
                    <a:pt x="739" y="1848"/>
                  </a:lnTo>
                  <a:lnTo>
                    <a:pt x="711" y="1799"/>
                  </a:lnTo>
                  <a:lnTo>
                    <a:pt x="685" y="1746"/>
                  </a:lnTo>
                  <a:lnTo>
                    <a:pt x="661" y="1694"/>
                  </a:lnTo>
                  <a:lnTo>
                    <a:pt x="642" y="1639"/>
                  </a:lnTo>
                  <a:lnTo>
                    <a:pt x="628" y="1583"/>
                  </a:lnTo>
                  <a:lnTo>
                    <a:pt x="618" y="1511"/>
                  </a:lnTo>
                  <a:lnTo>
                    <a:pt x="616" y="1439"/>
                  </a:lnTo>
                  <a:lnTo>
                    <a:pt x="620" y="1368"/>
                  </a:lnTo>
                  <a:lnTo>
                    <a:pt x="626" y="1299"/>
                  </a:lnTo>
                  <a:lnTo>
                    <a:pt x="637" y="1229"/>
                  </a:lnTo>
                  <a:lnTo>
                    <a:pt x="642" y="1183"/>
                  </a:lnTo>
                  <a:lnTo>
                    <a:pt x="647" y="1139"/>
                  </a:lnTo>
                  <a:lnTo>
                    <a:pt x="651" y="1096"/>
                  </a:lnTo>
                  <a:lnTo>
                    <a:pt x="654" y="1055"/>
                  </a:lnTo>
                  <a:lnTo>
                    <a:pt x="652" y="1018"/>
                  </a:lnTo>
                  <a:lnTo>
                    <a:pt x="647" y="984"/>
                  </a:lnTo>
                  <a:lnTo>
                    <a:pt x="638" y="953"/>
                  </a:lnTo>
                  <a:lnTo>
                    <a:pt x="620" y="920"/>
                  </a:lnTo>
                  <a:lnTo>
                    <a:pt x="594" y="886"/>
                  </a:lnTo>
                  <a:lnTo>
                    <a:pt x="561" y="854"/>
                  </a:lnTo>
                  <a:lnTo>
                    <a:pt x="523" y="822"/>
                  </a:lnTo>
                  <a:lnTo>
                    <a:pt x="482" y="789"/>
                  </a:lnTo>
                  <a:lnTo>
                    <a:pt x="438" y="755"/>
                  </a:lnTo>
                  <a:lnTo>
                    <a:pt x="392" y="721"/>
                  </a:lnTo>
                  <a:lnTo>
                    <a:pt x="348" y="686"/>
                  </a:lnTo>
                  <a:lnTo>
                    <a:pt x="303" y="648"/>
                  </a:lnTo>
                  <a:lnTo>
                    <a:pt x="261" y="607"/>
                  </a:lnTo>
                  <a:lnTo>
                    <a:pt x="222" y="564"/>
                  </a:lnTo>
                  <a:lnTo>
                    <a:pt x="186" y="516"/>
                  </a:lnTo>
                  <a:lnTo>
                    <a:pt x="156" y="465"/>
                  </a:lnTo>
                  <a:lnTo>
                    <a:pt x="129" y="411"/>
                  </a:lnTo>
                  <a:lnTo>
                    <a:pt x="109" y="356"/>
                  </a:lnTo>
                  <a:lnTo>
                    <a:pt x="90" y="301"/>
                  </a:lnTo>
                  <a:lnTo>
                    <a:pt x="75" y="245"/>
                  </a:lnTo>
                  <a:lnTo>
                    <a:pt x="60" y="189"/>
                  </a:lnTo>
                  <a:lnTo>
                    <a:pt x="46" y="137"/>
                  </a:lnTo>
                  <a:lnTo>
                    <a:pt x="33" y="88"/>
                  </a:lnTo>
                  <a:lnTo>
                    <a:pt x="17" y="42"/>
                  </a:lnTo>
                  <a:lnTo>
                    <a:pt x="0" y="0"/>
                  </a:lnTo>
                  <a:lnTo>
                    <a:pt x="0" y="0"/>
                  </a:lnTo>
                  <a:close/>
                </a:path>
              </a:pathLst>
            </a:custGeom>
            <a:solidFill>
              <a:schemeClr val="accent1"/>
            </a:solidFill>
            <a:ln w="0">
              <a:noFill/>
              <a:prstDash val="solid"/>
              <a:round/>
              <a:headEnd/>
              <a:tailEnd/>
            </a:ln>
          </p:spPr>
        </p:sp>
      </p:grpSp>
    </p:spTree>
    <p:extLst>
      <p:ext uri="{BB962C8B-B14F-4D97-AF65-F5344CB8AC3E}">
        <p14:creationId xmlns:p14="http://schemas.microsoft.com/office/powerpoint/2010/main" val="416403177"/>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1257300" y="2286000"/>
            <a:ext cx="4800600" cy="36195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647796" y="2286000"/>
            <a:ext cx="4800600" cy="36195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9334D819-9F07-4261-B09B-9E467E5D9002}" type="datetimeFigureOut">
              <a:rPr lang="en-US" smtClean="0"/>
              <a:t>10/8/25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766439521"/>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2728" y="381000"/>
            <a:ext cx="10172700" cy="1493517"/>
          </a:xfrm>
        </p:spPr>
        <p:txBody>
          <a:bodyPr/>
          <a:lstStyle/>
          <a:p>
            <a:r>
              <a:rPr lang="en-GB"/>
              <a:t>Click to edit Master title style</a:t>
            </a:r>
            <a:endParaRPr lang="en-US" dirty="0"/>
          </a:p>
        </p:txBody>
      </p:sp>
      <p:sp>
        <p:nvSpPr>
          <p:cNvPr id="3" name="Text Placeholder 2"/>
          <p:cNvSpPr>
            <a:spLocks noGrp="1"/>
          </p:cNvSpPr>
          <p:nvPr>
            <p:ph type="body" idx="1"/>
          </p:nvPr>
        </p:nvSpPr>
        <p:spPr>
          <a:xfrm>
            <a:off x="1251678"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257300" y="2909102"/>
            <a:ext cx="4800600" cy="299639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633864"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633864" y="2909102"/>
            <a:ext cx="4800600" cy="299639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9334D819-9F07-4261-B09B-9E467E5D9002}" type="datetimeFigureOut">
              <a:rPr lang="en-US" smtClean="0"/>
              <a:t>10/8/25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821354358"/>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9334D819-9F07-4261-B09B-9E467E5D9002}" type="datetimeFigureOut">
              <a:rPr lang="en-US" smtClean="0"/>
              <a:t>10/8/25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2383171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334D819-9F07-4261-B09B-9E467E5D9002}" type="datetimeFigureOut">
              <a:rPr lang="en-US" smtClean="0"/>
              <a:t>10/8/25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40440668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7"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2" name="Title 1"/>
          <p:cNvSpPr>
            <a:spLocks noGrp="1"/>
          </p:cNvSpPr>
          <p:nvPr>
            <p:ph type="title"/>
          </p:nvPr>
        </p:nvSpPr>
        <p:spPr>
          <a:xfrm>
            <a:off x="8337884" y="457199"/>
            <a:ext cx="3092115" cy="1196671"/>
          </a:xfrm>
        </p:spPr>
        <p:txBody>
          <a:bodyPr anchor="b">
            <a:normAutofit/>
          </a:bodyPr>
          <a:lstStyle>
            <a:lvl1pPr>
              <a:lnSpc>
                <a:spcPct val="100000"/>
              </a:lnSpc>
              <a:defRPr sz="1900" b="1" i="0" cap="all" spc="300" baseline="0">
                <a:solidFill>
                  <a:schemeClr val="accent1"/>
                </a:solidFill>
                <a:latin typeface="+mn-lt"/>
              </a:defRPr>
            </a:lvl1pPr>
          </a:lstStyle>
          <a:p>
            <a:r>
              <a:rPr lang="en-GB"/>
              <a:t>Click to edit Master title style</a:t>
            </a:r>
            <a:endParaRPr lang="en-US" dirty="0"/>
          </a:p>
        </p:txBody>
      </p:sp>
      <p:sp>
        <p:nvSpPr>
          <p:cNvPr id="3" name="Content Placeholder 2"/>
          <p:cNvSpPr>
            <a:spLocks noGrp="1"/>
          </p:cNvSpPr>
          <p:nvPr>
            <p:ph idx="1"/>
          </p:nvPr>
        </p:nvSpPr>
        <p:spPr>
          <a:xfrm>
            <a:off x="765051" y="920377"/>
            <a:ext cx="6158418" cy="498512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8337885" y="1741336"/>
            <a:ext cx="3092115"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765051" y="6375679"/>
            <a:ext cx="1233355" cy="348462"/>
          </a:xfrm>
        </p:spPr>
        <p:txBody>
          <a:bodyPr/>
          <a:lstStyle/>
          <a:p>
            <a:fld id="{9334D819-9F07-4261-B09B-9E467E5D9002}" type="datetimeFigureOut">
              <a:rPr lang="en-US" smtClean="0"/>
              <a:t>10/8/25</a:t>
            </a:fld>
            <a:endParaRPr lang="en-US" dirty="0"/>
          </a:p>
        </p:txBody>
      </p:sp>
      <p:sp>
        <p:nvSpPr>
          <p:cNvPr id="6" name="Footer Placeholder 5"/>
          <p:cNvSpPr>
            <a:spLocks noGrp="1"/>
          </p:cNvSpPr>
          <p:nvPr>
            <p:ph type="ftr" sz="quarter" idx="11"/>
          </p:nvPr>
        </p:nvSpPr>
        <p:spPr>
          <a:xfrm>
            <a:off x="2103620" y="6375679"/>
            <a:ext cx="3482179" cy="345796"/>
          </a:xfrm>
        </p:spPr>
        <p:txBody>
          <a:bodyPr/>
          <a:lstStyle/>
          <a:p>
            <a:endParaRPr lang="en-US" dirty="0"/>
          </a:p>
        </p:txBody>
      </p:sp>
      <p:sp>
        <p:nvSpPr>
          <p:cNvPr id="7" name="Slide Number Placeholder 6"/>
          <p:cNvSpPr>
            <a:spLocks noGrp="1"/>
          </p:cNvSpPr>
          <p:nvPr>
            <p:ph type="sldNum" sz="quarter" idx="12"/>
          </p:nvPr>
        </p:nvSpPr>
        <p:spPr>
          <a:xfrm>
            <a:off x="5691014" y="6375679"/>
            <a:ext cx="1232456" cy="345796"/>
          </a:xfrm>
        </p:spPr>
        <p:txBody>
          <a:bodyPr/>
          <a:lstStyle/>
          <a:p>
            <a:fld id="{71766878-3199-4EAB-94E7-2D6D11070E14}" type="slidenum">
              <a:rPr lang="en-US" smtClean="0"/>
              <a:t>‹#›</a:t>
            </a:fld>
            <a:endParaRPr lang="en-US" dirty="0"/>
          </a:p>
        </p:txBody>
      </p:sp>
      <p:sp>
        <p:nvSpPr>
          <p:cNvPr id="8" name="Rectangle 7"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026057132"/>
      </p:ext>
    </p:extLst>
  </p:cSld>
  <p:clrMapOvr>
    <a:masterClrMapping/>
  </p:clrMapOvr>
  <p:extLst>
    <p:ext uri="{DCECCB84-F9BA-43D5-87BE-67443E8EF086}">
      <p15:sldGuideLst xmlns:p15="http://schemas.microsoft.com/office/powerpoint/2012/main">
        <p15:guide id="1" orient="horz" pos="69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283464" y="0"/>
            <a:ext cx="7355585" cy="685799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11"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12" name="Rectangle 11"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7883" y="457200"/>
            <a:ext cx="3092117" cy="1196670"/>
          </a:xfrm>
        </p:spPr>
        <p:txBody>
          <a:bodyPr anchor="b">
            <a:normAutofit/>
          </a:bodyPr>
          <a:lstStyle>
            <a:lvl1pPr>
              <a:lnSpc>
                <a:spcPct val="100000"/>
              </a:lnSpc>
              <a:defRPr sz="1900" b="1" i="0" spc="300" baseline="0">
                <a:solidFill>
                  <a:schemeClr val="accent1"/>
                </a:solidFill>
                <a:latin typeface="+mn-lt"/>
              </a:defRPr>
            </a:lvl1pPr>
          </a:lstStyle>
          <a:p>
            <a:r>
              <a:rPr lang="en-GB"/>
              <a:t>Click to edit Master title style</a:t>
            </a:r>
            <a:endParaRPr lang="en-US" dirty="0"/>
          </a:p>
        </p:txBody>
      </p:sp>
      <p:sp>
        <p:nvSpPr>
          <p:cNvPr id="4" name="Text Placeholder 3"/>
          <p:cNvSpPr>
            <a:spLocks noGrp="1"/>
          </p:cNvSpPr>
          <p:nvPr>
            <p:ph type="body" sz="half" idx="2"/>
          </p:nvPr>
        </p:nvSpPr>
        <p:spPr>
          <a:xfrm>
            <a:off x="8337883" y="1741336"/>
            <a:ext cx="3092117"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765950" y="6375679"/>
            <a:ext cx="1232456" cy="348462"/>
          </a:xfrm>
        </p:spPr>
        <p:txBody>
          <a:bodyPr/>
          <a:lstStyle/>
          <a:p>
            <a:fld id="{9334D819-9F07-4261-B09B-9E467E5D9002}" type="datetimeFigureOut">
              <a:rPr lang="en-US" smtClean="0"/>
              <a:t>10/8/25</a:t>
            </a:fld>
            <a:endParaRPr lang="en-US" dirty="0"/>
          </a:p>
        </p:txBody>
      </p:sp>
      <p:sp>
        <p:nvSpPr>
          <p:cNvPr id="6" name="Footer Placeholder 5"/>
          <p:cNvSpPr>
            <a:spLocks noGrp="1"/>
          </p:cNvSpPr>
          <p:nvPr>
            <p:ph type="ftr" sz="quarter" idx="11"/>
          </p:nvPr>
        </p:nvSpPr>
        <p:spPr>
          <a:xfrm>
            <a:off x="2103621" y="6375679"/>
            <a:ext cx="3482178" cy="345796"/>
          </a:xfrm>
        </p:spPr>
        <p:txBody>
          <a:bodyPr/>
          <a:lstStyle/>
          <a:p>
            <a:endParaRPr lang="en-US" dirty="0"/>
          </a:p>
        </p:txBody>
      </p:sp>
      <p:sp>
        <p:nvSpPr>
          <p:cNvPr id="7" name="Slide Number Placeholder 6"/>
          <p:cNvSpPr>
            <a:spLocks noGrp="1"/>
          </p:cNvSpPr>
          <p:nvPr>
            <p:ph type="sldNum" sz="quarter" idx="12"/>
          </p:nvPr>
        </p:nvSpPr>
        <p:spPr>
          <a:xfrm>
            <a:off x="5687568" y="6375679"/>
            <a:ext cx="1234440" cy="345796"/>
          </a:xfrm>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9187357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9334D819-9F07-4261-B09B-9E467E5D9002}" type="datetimeFigureOut">
              <a:rPr lang="en-US" smtClean="0"/>
              <a:t>10/8/25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23086088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066321" y="382386"/>
            <a:ext cx="1492132" cy="5600404"/>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1257300" y="382385"/>
            <a:ext cx="8392585" cy="5600405"/>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9334D819-9F07-4261-B09B-9E467E5D9002}" type="datetimeFigureOut">
              <a:rPr lang="en-US" smtClean="0"/>
              <a:t>10/8/25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201638341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1678" y="382385"/>
            <a:ext cx="10178322" cy="1492132"/>
          </a:xfrm>
          <a:prstGeom prst="rect">
            <a:avLst/>
          </a:prstGeom>
        </p:spPr>
        <p:txBody>
          <a:bodyPr vert="horz" lIns="91440" tIns="45720" rIns="91440" bIns="45720" rtlCol="0" anchor="t">
            <a:normAutofit/>
          </a:bodyPr>
          <a:lstStyle/>
          <a:p>
            <a:r>
              <a:rPr lang="en-GB"/>
              <a:t>Click to edit Master title style</a:t>
            </a:r>
            <a:endParaRPr lang="en-US" dirty="0"/>
          </a:p>
        </p:txBody>
      </p:sp>
      <p:sp>
        <p:nvSpPr>
          <p:cNvPr id="3" name="Text Placeholder 2"/>
          <p:cNvSpPr>
            <a:spLocks noGrp="1"/>
          </p:cNvSpPr>
          <p:nvPr>
            <p:ph type="body" idx="1"/>
          </p:nvPr>
        </p:nvSpPr>
        <p:spPr>
          <a:xfrm>
            <a:off x="1251678" y="2286001"/>
            <a:ext cx="10178322" cy="3593591"/>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1251678" y="6375679"/>
            <a:ext cx="2329722" cy="348462"/>
          </a:xfrm>
          <a:prstGeom prst="rect">
            <a:avLst/>
          </a:prstGeom>
        </p:spPr>
        <p:txBody>
          <a:bodyPr vert="horz" lIns="91440" tIns="45720" rIns="91440" bIns="45720" rtlCol="0" anchor="ctr"/>
          <a:lstStyle>
            <a:lvl1pPr algn="l">
              <a:defRPr sz="1200">
                <a:solidFill>
                  <a:schemeClr val="tx1">
                    <a:lumMod val="65000"/>
                    <a:lumOff val="35000"/>
                  </a:schemeClr>
                </a:solidFill>
              </a:defRPr>
            </a:lvl1pPr>
          </a:lstStyle>
          <a:p>
            <a:fld id="{9334D819-9F07-4261-B09B-9E467E5D9002}" type="datetimeFigureOut">
              <a:rPr lang="en-US" smtClean="0"/>
              <a:pPr/>
              <a:t>10/8/25</a:t>
            </a:fld>
            <a:endParaRPr lang="en-US" dirty="0"/>
          </a:p>
        </p:txBody>
      </p:sp>
      <p:sp>
        <p:nvSpPr>
          <p:cNvPr id="5" name="Footer Placeholder 4"/>
          <p:cNvSpPr>
            <a:spLocks noGrp="1"/>
          </p:cNvSpPr>
          <p:nvPr>
            <p:ph type="ftr" sz="quarter" idx="3"/>
          </p:nvPr>
        </p:nvSpPr>
        <p:spPr>
          <a:xfrm>
            <a:off x="4038600" y="6375679"/>
            <a:ext cx="4114800" cy="345796"/>
          </a:xfrm>
          <a:prstGeom prst="rect">
            <a:avLst/>
          </a:prstGeom>
        </p:spPr>
        <p:txBody>
          <a:bodyPr vert="horz" lIns="91440" tIns="45720" rIns="91440" bIns="45720" rtlCol="0" anchor="ctr"/>
          <a:lstStyle>
            <a:lvl1pPr algn="ctr">
              <a:defRPr sz="1200">
                <a:solidFill>
                  <a:schemeClr val="tx1">
                    <a:lumMod val="65000"/>
                    <a:lumOff val="35000"/>
                  </a:schemeClr>
                </a:solidFill>
              </a:defRPr>
            </a:lvl1pPr>
          </a:lstStyle>
          <a:p>
            <a:endParaRPr lang="en-US" dirty="0"/>
          </a:p>
        </p:txBody>
      </p:sp>
      <p:sp>
        <p:nvSpPr>
          <p:cNvPr id="6" name="Slide Number Placeholder 5"/>
          <p:cNvSpPr>
            <a:spLocks noGrp="1"/>
          </p:cNvSpPr>
          <p:nvPr>
            <p:ph type="sldNum" sz="quarter" idx="4"/>
          </p:nvPr>
        </p:nvSpPr>
        <p:spPr>
          <a:xfrm>
            <a:off x="8610601" y="6375679"/>
            <a:ext cx="2819399" cy="345796"/>
          </a:xfrm>
          <a:prstGeom prst="rect">
            <a:avLst/>
          </a:prstGeom>
        </p:spPr>
        <p:txBody>
          <a:bodyPr vert="horz" lIns="91440" tIns="45720" rIns="91440" bIns="45720" rtlCol="0" anchor="ctr"/>
          <a:lstStyle>
            <a:lvl1pPr algn="r">
              <a:defRPr sz="1200">
                <a:solidFill>
                  <a:schemeClr val="tx1">
                    <a:lumMod val="65000"/>
                    <a:lumOff val="35000"/>
                  </a:schemeClr>
                </a:solidFill>
              </a:defRPr>
            </a:lvl1pPr>
          </a:lstStyle>
          <a:p>
            <a:fld id="{71766878-3199-4EAB-94E7-2D6D11070E14}" type="slidenum">
              <a:rPr lang="en-US" smtClean="0"/>
              <a:pPr/>
              <a:t>‹#›</a:t>
            </a:fld>
            <a:endParaRPr lang="en-US" dirty="0"/>
          </a:p>
        </p:txBody>
      </p:sp>
      <p:sp>
        <p:nvSpPr>
          <p:cNvPr id="11" name="Freeform 6" title="Left scallop edge"/>
          <p:cNvSpPr/>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sp>
      <p:sp>
        <p:nvSpPr>
          <p:cNvPr id="12" name="Rectangle 11" title="right edge border"/>
          <p:cNvSpPr/>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409693551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92">
          <p15:clr>
            <a:srgbClr val="F26B43"/>
          </p15:clr>
        </p15:guide>
        <p15:guide id="2" pos="7200">
          <p15:clr>
            <a:srgbClr val="F26B43"/>
          </p15:clr>
        </p15:guide>
        <p15:guide id="3" orient="horz" pos="4008">
          <p15:clr>
            <a:srgbClr val="F26B43"/>
          </p15:clr>
        </p15:guide>
        <p15:guide id="4" orient="horz" pos="1440">
          <p15:clr>
            <a:srgbClr val="F26B43"/>
          </p15:clr>
        </p15:guide>
        <p15:guide id="5" orient="horz" pos="3720">
          <p15:clr>
            <a:srgbClr val="F26B43"/>
          </p15:clr>
        </p15:guide>
        <p15:guide id="6" orient="horz" pos="2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6C9403-22DA-AF61-0FED-644846CE0712}"/>
              </a:ext>
            </a:extLst>
          </p:cNvPr>
          <p:cNvSpPr>
            <a:spLocks noGrp="1"/>
          </p:cNvSpPr>
          <p:nvPr>
            <p:ph type="ctrTitle"/>
          </p:nvPr>
        </p:nvSpPr>
        <p:spPr>
          <a:xfrm>
            <a:off x="1219200" y="1098388"/>
            <a:ext cx="10615024" cy="4394988"/>
          </a:xfrm>
        </p:spPr>
        <p:txBody>
          <a:bodyPr>
            <a:normAutofit/>
          </a:bodyPr>
          <a:lstStyle/>
          <a:p>
            <a:r>
              <a:rPr lang="en-US" sz="6000" dirty="0">
                <a:latin typeface="Avenir Book" panose="02000503020000020003" pitchFamily="2" charset="0"/>
              </a:rPr>
              <a:t>Philosophy of mind</a:t>
            </a:r>
          </a:p>
        </p:txBody>
      </p:sp>
      <p:sp>
        <p:nvSpPr>
          <p:cNvPr id="3" name="Subtitle 2">
            <a:extLst>
              <a:ext uri="{FF2B5EF4-FFF2-40B4-BE49-F238E27FC236}">
                <a16:creationId xmlns:a16="http://schemas.microsoft.com/office/drawing/2014/main" id="{1BA54446-E04C-A7B7-A7E3-9B85DC42583C}"/>
              </a:ext>
            </a:extLst>
          </p:cNvPr>
          <p:cNvSpPr>
            <a:spLocks noGrp="1"/>
          </p:cNvSpPr>
          <p:nvPr>
            <p:ph type="subTitle" idx="1"/>
          </p:nvPr>
        </p:nvSpPr>
        <p:spPr>
          <a:xfrm>
            <a:off x="5799185" y="5627205"/>
            <a:ext cx="6035040" cy="742279"/>
          </a:xfrm>
        </p:spPr>
        <p:txBody>
          <a:bodyPr>
            <a:normAutofit/>
          </a:bodyPr>
          <a:lstStyle/>
          <a:p>
            <a:endParaRPr lang="en-US">
              <a:solidFill>
                <a:schemeClr val="bg2"/>
              </a:solidFill>
            </a:endParaRPr>
          </a:p>
        </p:txBody>
      </p:sp>
    </p:spTree>
    <p:extLst>
      <p:ext uri="{BB962C8B-B14F-4D97-AF65-F5344CB8AC3E}">
        <p14:creationId xmlns:p14="http://schemas.microsoft.com/office/powerpoint/2010/main" val="41516208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6E069A34-7BF8-45FF-803F-4A62CCA207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12191999"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16C9403-22DA-AF61-0FED-644846CE0712}"/>
              </a:ext>
            </a:extLst>
          </p:cNvPr>
          <p:cNvSpPr>
            <a:spLocks noGrp="1"/>
          </p:cNvSpPr>
          <p:nvPr>
            <p:ph type="ctrTitle"/>
          </p:nvPr>
        </p:nvSpPr>
        <p:spPr>
          <a:xfrm>
            <a:off x="5799184" y="1098388"/>
            <a:ext cx="6035040" cy="4394988"/>
          </a:xfrm>
        </p:spPr>
        <p:txBody>
          <a:bodyPr>
            <a:normAutofit/>
          </a:bodyPr>
          <a:lstStyle/>
          <a:p>
            <a:r>
              <a:rPr lang="en-US" sz="5400" dirty="0">
                <a:latin typeface="Avenir Book" panose="02000503020000020003" pitchFamily="2" charset="0"/>
              </a:rPr>
              <a:t>Substance Dualism</a:t>
            </a:r>
          </a:p>
        </p:txBody>
      </p:sp>
      <p:sp>
        <p:nvSpPr>
          <p:cNvPr id="3" name="Subtitle 2">
            <a:extLst>
              <a:ext uri="{FF2B5EF4-FFF2-40B4-BE49-F238E27FC236}">
                <a16:creationId xmlns:a16="http://schemas.microsoft.com/office/drawing/2014/main" id="{1BA54446-E04C-A7B7-A7E3-9B85DC42583C}"/>
              </a:ext>
            </a:extLst>
          </p:cNvPr>
          <p:cNvSpPr>
            <a:spLocks noGrp="1"/>
          </p:cNvSpPr>
          <p:nvPr>
            <p:ph type="subTitle" idx="1"/>
          </p:nvPr>
        </p:nvSpPr>
        <p:spPr>
          <a:xfrm>
            <a:off x="5799185" y="5627205"/>
            <a:ext cx="6035040" cy="742279"/>
          </a:xfrm>
        </p:spPr>
        <p:txBody>
          <a:bodyPr>
            <a:normAutofit/>
          </a:bodyPr>
          <a:lstStyle/>
          <a:p>
            <a:endParaRPr lang="en-US">
              <a:solidFill>
                <a:schemeClr val="bg2"/>
              </a:solidFill>
            </a:endParaRPr>
          </a:p>
        </p:txBody>
      </p:sp>
      <p:pic>
        <p:nvPicPr>
          <p:cNvPr id="4" name="Picture 3" descr="A person with long hair wearing a black coat&#10;&#10;Description automatically generated">
            <a:extLst>
              <a:ext uri="{FF2B5EF4-FFF2-40B4-BE49-F238E27FC236}">
                <a16:creationId xmlns:a16="http://schemas.microsoft.com/office/drawing/2014/main" id="{A42B5BFC-6AE7-4C8B-0B14-7327C5BFB5D1}"/>
              </a:ext>
            </a:extLst>
          </p:cNvPr>
          <p:cNvPicPr>
            <a:picLocks noChangeAspect="1"/>
          </p:cNvPicPr>
          <p:nvPr/>
        </p:nvPicPr>
        <p:blipFill rotWithShape="1">
          <a:blip r:embed="rId2"/>
          <a:srcRect t="9970" b="33720"/>
          <a:stretch/>
        </p:blipFill>
        <p:spPr>
          <a:xfrm>
            <a:off x="211015" y="762000"/>
            <a:ext cx="4994031" cy="4911969"/>
          </a:xfrm>
          <a:prstGeom prst="rect">
            <a:avLst/>
          </a:prstGeom>
        </p:spPr>
      </p:pic>
      <p:sp>
        <p:nvSpPr>
          <p:cNvPr id="16" name="Freeform 14">
            <a:extLst>
              <a:ext uri="{FF2B5EF4-FFF2-40B4-BE49-F238E27FC236}">
                <a16:creationId xmlns:a16="http://schemas.microsoft.com/office/drawing/2014/main" id="{FF061E99-D838-4E6E-AA01-00FB1CD5EE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 y="0"/>
            <a:ext cx="5362575" cy="6858000"/>
          </a:xfrm>
          <a:custGeom>
            <a:avLst/>
            <a:gdLst>
              <a:gd name="connsiteX0" fmla="*/ 0 w 5362575"/>
              <a:gd name="connsiteY0" fmla="*/ 0 h 6858000"/>
              <a:gd name="connsiteX1" fmla="*/ 5362575 w 5362575"/>
              <a:gd name="connsiteY1" fmla="*/ 0 h 6858000"/>
              <a:gd name="connsiteX2" fmla="*/ 5362575 w 5362575"/>
              <a:gd name="connsiteY2" fmla="*/ 6858000 h 6858000"/>
              <a:gd name="connsiteX3" fmla="*/ 0 w 5362575"/>
              <a:gd name="connsiteY3" fmla="*/ 6858000 h 6858000"/>
              <a:gd name="connsiteX4" fmla="*/ 0 w 5362575"/>
              <a:gd name="connsiteY4" fmla="*/ 0 h 6858000"/>
              <a:gd name="connsiteX5" fmla="*/ 2681287 w 5362575"/>
              <a:gd name="connsiteY5" fmla="*/ 857250 h 6858000"/>
              <a:gd name="connsiteX6" fmla="*/ 2636249 w 5362575"/>
              <a:gd name="connsiteY6" fmla="*/ 861472 h 6858000"/>
              <a:gd name="connsiteX7" fmla="*/ 2592618 w 5362575"/>
              <a:gd name="connsiteY7" fmla="*/ 872732 h 6858000"/>
              <a:gd name="connsiteX8" fmla="*/ 2550395 w 5362575"/>
              <a:gd name="connsiteY8" fmla="*/ 889621 h 6858000"/>
              <a:gd name="connsiteX9" fmla="*/ 2506764 w 5362575"/>
              <a:gd name="connsiteY9" fmla="*/ 910733 h 6858000"/>
              <a:gd name="connsiteX10" fmla="*/ 2465948 w 5362575"/>
              <a:gd name="connsiteY10" fmla="*/ 934660 h 6858000"/>
              <a:gd name="connsiteX11" fmla="*/ 2423725 w 5362575"/>
              <a:gd name="connsiteY11" fmla="*/ 959994 h 6858000"/>
              <a:gd name="connsiteX12" fmla="*/ 2381501 w 5362575"/>
              <a:gd name="connsiteY12" fmla="*/ 982513 h 6858000"/>
              <a:gd name="connsiteX13" fmla="*/ 2339278 w 5362575"/>
              <a:gd name="connsiteY13" fmla="*/ 1005032 h 6858000"/>
              <a:gd name="connsiteX14" fmla="*/ 2297055 w 5362575"/>
              <a:gd name="connsiteY14" fmla="*/ 1021921 h 6858000"/>
              <a:gd name="connsiteX15" fmla="*/ 2253424 w 5362575"/>
              <a:gd name="connsiteY15" fmla="*/ 1033181 h 6858000"/>
              <a:gd name="connsiteX16" fmla="*/ 2209793 w 5362575"/>
              <a:gd name="connsiteY16" fmla="*/ 1038811 h 6858000"/>
              <a:gd name="connsiteX17" fmla="*/ 2163347 w 5362575"/>
              <a:gd name="connsiteY17" fmla="*/ 1038811 h 6858000"/>
              <a:gd name="connsiteX18" fmla="*/ 2115494 w 5362575"/>
              <a:gd name="connsiteY18" fmla="*/ 1035996 h 6858000"/>
              <a:gd name="connsiteX19" fmla="*/ 2067641 w 5362575"/>
              <a:gd name="connsiteY19" fmla="*/ 1030366 h 6858000"/>
              <a:gd name="connsiteX20" fmla="*/ 2019788 w 5362575"/>
              <a:gd name="connsiteY20" fmla="*/ 1023329 h 6858000"/>
              <a:gd name="connsiteX21" fmla="*/ 1971934 w 5362575"/>
              <a:gd name="connsiteY21" fmla="*/ 1017699 h 6858000"/>
              <a:gd name="connsiteX22" fmla="*/ 1924081 w 5362575"/>
              <a:gd name="connsiteY22" fmla="*/ 1013477 h 6858000"/>
              <a:gd name="connsiteX23" fmla="*/ 1879043 w 5362575"/>
              <a:gd name="connsiteY23" fmla="*/ 1014884 h 6858000"/>
              <a:gd name="connsiteX24" fmla="*/ 1835412 w 5362575"/>
              <a:gd name="connsiteY24" fmla="*/ 1020514 h 6858000"/>
              <a:gd name="connsiteX25" fmla="*/ 1793189 w 5362575"/>
              <a:gd name="connsiteY25" fmla="*/ 1033181 h 6858000"/>
              <a:gd name="connsiteX26" fmla="*/ 1758003 w 5362575"/>
              <a:gd name="connsiteY26" fmla="*/ 1051478 h 6858000"/>
              <a:gd name="connsiteX27" fmla="*/ 1724224 w 5362575"/>
              <a:gd name="connsiteY27" fmla="*/ 1075404 h 6858000"/>
              <a:gd name="connsiteX28" fmla="*/ 1694668 w 5362575"/>
              <a:gd name="connsiteY28" fmla="*/ 1103553 h 6858000"/>
              <a:gd name="connsiteX29" fmla="*/ 1665111 w 5362575"/>
              <a:gd name="connsiteY29" fmla="*/ 1135924 h 6858000"/>
              <a:gd name="connsiteX30" fmla="*/ 1638370 w 5362575"/>
              <a:gd name="connsiteY30" fmla="*/ 1169703 h 6858000"/>
              <a:gd name="connsiteX31" fmla="*/ 1611628 w 5362575"/>
              <a:gd name="connsiteY31" fmla="*/ 1204889 h 6858000"/>
              <a:gd name="connsiteX32" fmla="*/ 1584887 w 5362575"/>
              <a:gd name="connsiteY32" fmla="*/ 1240075 h 6858000"/>
              <a:gd name="connsiteX33" fmla="*/ 1558145 w 5362575"/>
              <a:gd name="connsiteY33" fmla="*/ 1273854 h 6858000"/>
              <a:gd name="connsiteX34" fmla="*/ 1529996 w 5362575"/>
              <a:gd name="connsiteY34" fmla="*/ 1306225 h 6858000"/>
              <a:gd name="connsiteX35" fmla="*/ 1497625 w 5362575"/>
              <a:gd name="connsiteY35" fmla="*/ 1334374 h 6858000"/>
              <a:gd name="connsiteX36" fmla="*/ 1466661 w 5362575"/>
              <a:gd name="connsiteY36" fmla="*/ 1359708 h 6858000"/>
              <a:gd name="connsiteX37" fmla="*/ 1431475 w 5362575"/>
              <a:gd name="connsiteY37" fmla="*/ 1379412 h 6858000"/>
              <a:gd name="connsiteX38" fmla="*/ 1393474 w 5362575"/>
              <a:gd name="connsiteY38" fmla="*/ 1396302 h 6858000"/>
              <a:gd name="connsiteX39" fmla="*/ 1352658 w 5362575"/>
              <a:gd name="connsiteY39" fmla="*/ 1410376 h 6858000"/>
              <a:gd name="connsiteX40" fmla="*/ 1310435 w 5362575"/>
              <a:gd name="connsiteY40" fmla="*/ 1423043 h 6858000"/>
              <a:gd name="connsiteX41" fmla="*/ 1268212 w 5362575"/>
              <a:gd name="connsiteY41" fmla="*/ 1434303 h 6858000"/>
              <a:gd name="connsiteX42" fmla="*/ 1224581 w 5362575"/>
              <a:gd name="connsiteY42" fmla="*/ 1445562 h 6858000"/>
              <a:gd name="connsiteX43" fmla="*/ 1183765 w 5362575"/>
              <a:gd name="connsiteY43" fmla="*/ 1458229 h 6858000"/>
              <a:gd name="connsiteX44" fmla="*/ 1142949 w 5362575"/>
              <a:gd name="connsiteY44" fmla="*/ 1472304 h 6858000"/>
              <a:gd name="connsiteX45" fmla="*/ 1104948 w 5362575"/>
              <a:gd name="connsiteY45" fmla="*/ 1489193 h 6858000"/>
              <a:gd name="connsiteX46" fmla="*/ 1071169 w 5362575"/>
              <a:gd name="connsiteY46" fmla="*/ 1510305 h 6858000"/>
              <a:gd name="connsiteX47" fmla="*/ 1040205 w 5362575"/>
              <a:gd name="connsiteY47" fmla="*/ 1535639 h 6858000"/>
              <a:gd name="connsiteX48" fmla="*/ 1014871 w 5362575"/>
              <a:gd name="connsiteY48" fmla="*/ 1566603 h 6858000"/>
              <a:gd name="connsiteX49" fmla="*/ 993760 w 5362575"/>
              <a:gd name="connsiteY49" fmla="*/ 1600381 h 6858000"/>
              <a:gd name="connsiteX50" fmla="*/ 976870 w 5362575"/>
              <a:gd name="connsiteY50" fmla="*/ 1638382 h 6858000"/>
              <a:gd name="connsiteX51" fmla="*/ 962796 w 5362575"/>
              <a:gd name="connsiteY51" fmla="*/ 1679198 h 6858000"/>
              <a:gd name="connsiteX52" fmla="*/ 950129 w 5362575"/>
              <a:gd name="connsiteY52" fmla="*/ 1720014 h 6858000"/>
              <a:gd name="connsiteX53" fmla="*/ 938869 w 5362575"/>
              <a:gd name="connsiteY53" fmla="*/ 1763645 h 6858000"/>
              <a:gd name="connsiteX54" fmla="*/ 927610 w 5362575"/>
              <a:gd name="connsiteY54" fmla="*/ 1805868 h 6858000"/>
              <a:gd name="connsiteX55" fmla="*/ 914943 w 5362575"/>
              <a:gd name="connsiteY55" fmla="*/ 1848092 h 6858000"/>
              <a:gd name="connsiteX56" fmla="*/ 900868 w 5362575"/>
              <a:gd name="connsiteY56" fmla="*/ 1888908 h 6858000"/>
              <a:gd name="connsiteX57" fmla="*/ 883979 w 5362575"/>
              <a:gd name="connsiteY57" fmla="*/ 1926909 h 6858000"/>
              <a:gd name="connsiteX58" fmla="*/ 864275 w 5362575"/>
              <a:gd name="connsiteY58" fmla="*/ 1962095 h 6858000"/>
              <a:gd name="connsiteX59" fmla="*/ 838941 w 5362575"/>
              <a:gd name="connsiteY59" fmla="*/ 1993059 h 6858000"/>
              <a:gd name="connsiteX60" fmla="*/ 810792 w 5362575"/>
              <a:gd name="connsiteY60" fmla="*/ 2025430 h 6858000"/>
              <a:gd name="connsiteX61" fmla="*/ 778420 w 5362575"/>
              <a:gd name="connsiteY61" fmla="*/ 2053579 h 6858000"/>
              <a:gd name="connsiteX62" fmla="*/ 743234 w 5362575"/>
              <a:gd name="connsiteY62" fmla="*/ 2080320 h 6858000"/>
              <a:gd name="connsiteX63" fmla="*/ 708048 w 5362575"/>
              <a:gd name="connsiteY63" fmla="*/ 2107062 h 6858000"/>
              <a:gd name="connsiteX64" fmla="*/ 672862 w 5362575"/>
              <a:gd name="connsiteY64" fmla="*/ 2133803 h 6858000"/>
              <a:gd name="connsiteX65" fmla="*/ 639083 w 5362575"/>
              <a:gd name="connsiteY65" fmla="*/ 2160545 h 6858000"/>
              <a:gd name="connsiteX66" fmla="*/ 606712 w 5362575"/>
              <a:gd name="connsiteY66" fmla="*/ 2190101 h 6858000"/>
              <a:gd name="connsiteX67" fmla="*/ 578563 w 5362575"/>
              <a:gd name="connsiteY67" fmla="*/ 2219658 h 6858000"/>
              <a:gd name="connsiteX68" fmla="*/ 554637 w 5362575"/>
              <a:gd name="connsiteY68" fmla="*/ 2253436 h 6858000"/>
              <a:gd name="connsiteX69" fmla="*/ 536340 w 5362575"/>
              <a:gd name="connsiteY69" fmla="*/ 2288622 h 6858000"/>
              <a:gd name="connsiteX70" fmla="*/ 523673 w 5362575"/>
              <a:gd name="connsiteY70" fmla="*/ 2330846 h 6858000"/>
              <a:gd name="connsiteX71" fmla="*/ 518043 w 5362575"/>
              <a:gd name="connsiteY71" fmla="*/ 2374477 h 6858000"/>
              <a:gd name="connsiteX72" fmla="*/ 516635 w 5362575"/>
              <a:gd name="connsiteY72" fmla="*/ 2419515 h 6858000"/>
              <a:gd name="connsiteX73" fmla="*/ 520858 w 5362575"/>
              <a:gd name="connsiteY73" fmla="*/ 2467368 h 6858000"/>
              <a:gd name="connsiteX74" fmla="*/ 526488 w 5362575"/>
              <a:gd name="connsiteY74" fmla="*/ 2515221 h 6858000"/>
              <a:gd name="connsiteX75" fmla="*/ 533525 w 5362575"/>
              <a:gd name="connsiteY75" fmla="*/ 2563074 h 6858000"/>
              <a:gd name="connsiteX76" fmla="*/ 539155 w 5362575"/>
              <a:gd name="connsiteY76" fmla="*/ 2610927 h 6858000"/>
              <a:gd name="connsiteX77" fmla="*/ 541970 w 5362575"/>
              <a:gd name="connsiteY77" fmla="*/ 2658781 h 6858000"/>
              <a:gd name="connsiteX78" fmla="*/ 541970 w 5362575"/>
              <a:gd name="connsiteY78" fmla="*/ 2705226 h 6858000"/>
              <a:gd name="connsiteX79" fmla="*/ 536340 w 5362575"/>
              <a:gd name="connsiteY79" fmla="*/ 2748857 h 6858000"/>
              <a:gd name="connsiteX80" fmla="*/ 525080 w 5362575"/>
              <a:gd name="connsiteY80" fmla="*/ 2792488 h 6858000"/>
              <a:gd name="connsiteX81" fmla="*/ 508191 w 5362575"/>
              <a:gd name="connsiteY81" fmla="*/ 2833304 h 6858000"/>
              <a:gd name="connsiteX82" fmla="*/ 487079 w 5362575"/>
              <a:gd name="connsiteY82" fmla="*/ 2875527 h 6858000"/>
              <a:gd name="connsiteX83" fmla="*/ 463153 w 5362575"/>
              <a:gd name="connsiteY83" fmla="*/ 2917751 h 6858000"/>
              <a:gd name="connsiteX84" fmla="*/ 437819 w 5362575"/>
              <a:gd name="connsiteY84" fmla="*/ 2959974 h 6858000"/>
              <a:gd name="connsiteX85" fmla="*/ 413892 w 5362575"/>
              <a:gd name="connsiteY85" fmla="*/ 3000790 h 6858000"/>
              <a:gd name="connsiteX86" fmla="*/ 392780 w 5362575"/>
              <a:gd name="connsiteY86" fmla="*/ 3044421 h 6858000"/>
              <a:gd name="connsiteX87" fmla="*/ 375891 w 5362575"/>
              <a:gd name="connsiteY87" fmla="*/ 3086644 h 6858000"/>
              <a:gd name="connsiteX88" fmla="*/ 364631 w 5362575"/>
              <a:gd name="connsiteY88" fmla="*/ 3130275 h 6858000"/>
              <a:gd name="connsiteX89" fmla="*/ 360409 w 5362575"/>
              <a:gd name="connsiteY89" fmla="*/ 3175313 h 6858000"/>
              <a:gd name="connsiteX90" fmla="*/ 364631 w 5362575"/>
              <a:gd name="connsiteY90" fmla="*/ 3220351 h 6858000"/>
              <a:gd name="connsiteX91" fmla="*/ 375891 w 5362575"/>
              <a:gd name="connsiteY91" fmla="*/ 3263982 h 6858000"/>
              <a:gd name="connsiteX92" fmla="*/ 392780 w 5362575"/>
              <a:gd name="connsiteY92" fmla="*/ 3306206 h 6858000"/>
              <a:gd name="connsiteX93" fmla="*/ 413892 w 5362575"/>
              <a:gd name="connsiteY93" fmla="*/ 3349836 h 6858000"/>
              <a:gd name="connsiteX94" fmla="*/ 437819 w 5362575"/>
              <a:gd name="connsiteY94" fmla="*/ 3390652 h 6858000"/>
              <a:gd name="connsiteX95" fmla="*/ 463153 w 5362575"/>
              <a:gd name="connsiteY95" fmla="*/ 3432876 h 6858000"/>
              <a:gd name="connsiteX96" fmla="*/ 487079 w 5362575"/>
              <a:gd name="connsiteY96" fmla="*/ 3475099 h 6858000"/>
              <a:gd name="connsiteX97" fmla="*/ 508191 w 5362575"/>
              <a:gd name="connsiteY97" fmla="*/ 3517322 h 6858000"/>
              <a:gd name="connsiteX98" fmla="*/ 525080 w 5362575"/>
              <a:gd name="connsiteY98" fmla="*/ 3558138 h 6858000"/>
              <a:gd name="connsiteX99" fmla="*/ 536340 w 5362575"/>
              <a:gd name="connsiteY99" fmla="*/ 3601769 h 6858000"/>
              <a:gd name="connsiteX100" fmla="*/ 541970 w 5362575"/>
              <a:gd name="connsiteY100" fmla="*/ 3645400 h 6858000"/>
              <a:gd name="connsiteX101" fmla="*/ 541970 w 5362575"/>
              <a:gd name="connsiteY101" fmla="*/ 3691846 h 6858000"/>
              <a:gd name="connsiteX102" fmla="*/ 539155 w 5362575"/>
              <a:gd name="connsiteY102" fmla="*/ 3739699 h 6858000"/>
              <a:gd name="connsiteX103" fmla="*/ 533525 w 5362575"/>
              <a:gd name="connsiteY103" fmla="*/ 3787552 h 6858000"/>
              <a:gd name="connsiteX104" fmla="*/ 526488 w 5362575"/>
              <a:gd name="connsiteY104" fmla="*/ 3835405 h 6858000"/>
              <a:gd name="connsiteX105" fmla="*/ 520858 w 5362575"/>
              <a:gd name="connsiteY105" fmla="*/ 3883258 h 6858000"/>
              <a:gd name="connsiteX106" fmla="*/ 516635 w 5362575"/>
              <a:gd name="connsiteY106" fmla="*/ 3931111 h 6858000"/>
              <a:gd name="connsiteX107" fmla="*/ 518043 w 5362575"/>
              <a:gd name="connsiteY107" fmla="*/ 3976150 h 6858000"/>
              <a:gd name="connsiteX108" fmla="*/ 523673 w 5362575"/>
              <a:gd name="connsiteY108" fmla="*/ 4019781 h 6858000"/>
              <a:gd name="connsiteX109" fmla="*/ 536340 w 5362575"/>
              <a:gd name="connsiteY109" fmla="*/ 4062004 h 6858000"/>
              <a:gd name="connsiteX110" fmla="*/ 554637 w 5362575"/>
              <a:gd name="connsiteY110" fmla="*/ 4097190 h 6858000"/>
              <a:gd name="connsiteX111" fmla="*/ 578563 w 5362575"/>
              <a:gd name="connsiteY111" fmla="*/ 4130969 h 6858000"/>
              <a:gd name="connsiteX112" fmla="*/ 606712 w 5362575"/>
              <a:gd name="connsiteY112" fmla="*/ 4160525 h 6858000"/>
              <a:gd name="connsiteX113" fmla="*/ 639083 w 5362575"/>
              <a:gd name="connsiteY113" fmla="*/ 4190081 h 6858000"/>
              <a:gd name="connsiteX114" fmla="*/ 672862 w 5362575"/>
              <a:gd name="connsiteY114" fmla="*/ 4216823 h 6858000"/>
              <a:gd name="connsiteX115" fmla="*/ 708048 w 5362575"/>
              <a:gd name="connsiteY115" fmla="*/ 4243564 h 6858000"/>
              <a:gd name="connsiteX116" fmla="*/ 743234 w 5362575"/>
              <a:gd name="connsiteY116" fmla="*/ 4270306 h 6858000"/>
              <a:gd name="connsiteX117" fmla="*/ 778420 w 5362575"/>
              <a:gd name="connsiteY117" fmla="*/ 4297047 h 6858000"/>
              <a:gd name="connsiteX118" fmla="*/ 810792 w 5362575"/>
              <a:gd name="connsiteY118" fmla="*/ 4325196 h 6858000"/>
              <a:gd name="connsiteX119" fmla="*/ 838941 w 5362575"/>
              <a:gd name="connsiteY119" fmla="*/ 4357567 h 6858000"/>
              <a:gd name="connsiteX120" fmla="*/ 864275 w 5362575"/>
              <a:gd name="connsiteY120" fmla="*/ 4388531 h 6858000"/>
              <a:gd name="connsiteX121" fmla="*/ 883979 w 5362575"/>
              <a:gd name="connsiteY121" fmla="*/ 4423717 h 6858000"/>
              <a:gd name="connsiteX122" fmla="*/ 900868 w 5362575"/>
              <a:gd name="connsiteY122" fmla="*/ 4461718 h 6858000"/>
              <a:gd name="connsiteX123" fmla="*/ 914943 w 5362575"/>
              <a:gd name="connsiteY123" fmla="*/ 4502534 h 6858000"/>
              <a:gd name="connsiteX124" fmla="*/ 927610 w 5362575"/>
              <a:gd name="connsiteY124" fmla="*/ 4544758 h 6858000"/>
              <a:gd name="connsiteX125" fmla="*/ 938869 w 5362575"/>
              <a:gd name="connsiteY125" fmla="*/ 4586981 h 6858000"/>
              <a:gd name="connsiteX126" fmla="*/ 950129 w 5362575"/>
              <a:gd name="connsiteY126" fmla="*/ 4630612 h 6858000"/>
              <a:gd name="connsiteX127" fmla="*/ 962796 w 5362575"/>
              <a:gd name="connsiteY127" fmla="*/ 4671428 h 6858000"/>
              <a:gd name="connsiteX128" fmla="*/ 976870 w 5362575"/>
              <a:gd name="connsiteY128" fmla="*/ 4712244 h 6858000"/>
              <a:gd name="connsiteX129" fmla="*/ 993760 w 5362575"/>
              <a:gd name="connsiteY129" fmla="*/ 4750245 h 6858000"/>
              <a:gd name="connsiteX130" fmla="*/ 1014871 w 5362575"/>
              <a:gd name="connsiteY130" fmla="*/ 4784024 h 6858000"/>
              <a:gd name="connsiteX131" fmla="*/ 1040205 w 5362575"/>
              <a:gd name="connsiteY131" fmla="*/ 4814987 h 6858000"/>
              <a:gd name="connsiteX132" fmla="*/ 1071169 w 5362575"/>
              <a:gd name="connsiteY132" fmla="*/ 4840321 h 6858000"/>
              <a:gd name="connsiteX133" fmla="*/ 1104948 w 5362575"/>
              <a:gd name="connsiteY133" fmla="*/ 4861433 h 6858000"/>
              <a:gd name="connsiteX134" fmla="*/ 1142949 w 5362575"/>
              <a:gd name="connsiteY134" fmla="*/ 4878322 h 6858000"/>
              <a:gd name="connsiteX135" fmla="*/ 1183765 w 5362575"/>
              <a:gd name="connsiteY135" fmla="*/ 4892397 h 6858000"/>
              <a:gd name="connsiteX136" fmla="*/ 1224581 w 5362575"/>
              <a:gd name="connsiteY136" fmla="*/ 4905064 h 6858000"/>
              <a:gd name="connsiteX137" fmla="*/ 1268212 w 5362575"/>
              <a:gd name="connsiteY137" fmla="*/ 4916323 h 6858000"/>
              <a:gd name="connsiteX138" fmla="*/ 1310435 w 5362575"/>
              <a:gd name="connsiteY138" fmla="*/ 4927583 h 6858000"/>
              <a:gd name="connsiteX139" fmla="*/ 1352658 w 5362575"/>
              <a:gd name="connsiteY139" fmla="*/ 4940250 h 6858000"/>
              <a:gd name="connsiteX140" fmla="*/ 1393474 w 5362575"/>
              <a:gd name="connsiteY140" fmla="*/ 4954324 h 6858000"/>
              <a:gd name="connsiteX141" fmla="*/ 1431475 w 5362575"/>
              <a:gd name="connsiteY141" fmla="*/ 4971214 h 6858000"/>
              <a:gd name="connsiteX142" fmla="*/ 1466661 w 5362575"/>
              <a:gd name="connsiteY142" fmla="*/ 4990918 h 6858000"/>
              <a:gd name="connsiteX143" fmla="*/ 1497625 w 5362575"/>
              <a:gd name="connsiteY143" fmla="*/ 5016252 h 6858000"/>
              <a:gd name="connsiteX144" fmla="*/ 1529996 w 5362575"/>
              <a:gd name="connsiteY144" fmla="*/ 5044401 h 6858000"/>
              <a:gd name="connsiteX145" fmla="*/ 1558145 w 5362575"/>
              <a:gd name="connsiteY145" fmla="*/ 5076772 h 6858000"/>
              <a:gd name="connsiteX146" fmla="*/ 1584887 w 5362575"/>
              <a:gd name="connsiteY146" fmla="*/ 5110551 h 6858000"/>
              <a:gd name="connsiteX147" fmla="*/ 1611628 w 5362575"/>
              <a:gd name="connsiteY147" fmla="*/ 5145737 h 6858000"/>
              <a:gd name="connsiteX148" fmla="*/ 1638370 w 5362575"/>
              <a:gd name="connsiteY148" fmla="*/ 5180923 h 6858000"/>
              <a:gd name="connsiteX149" fmla="*/ 1665111 w 5362575"/>
              <a:gd name="connsiteY149" fmla="*/ 5214702 h 6858000"/>
              <a:gd name="connsiteX150" fmla="*/ 1694668 w 5362575"/>
              <a:gd name="connsiteY150" fmla="*/ 5247073 h 6858000"/>
              <a:gd name="connsiteX151" fmla="*/ 1724224 w 5362575"/>
              <a:gd name="connsiteY151" fmla="*/ 5275222 h 6858000"/>
              <a:gd name="connsiteX152" fmla="*/ 1758003 w 5362575"/>
              <a:gd name="connsiteY152" fmla="*/ 5299149 h 6858000"/>
              <a:gd name="connsiteX153" fmla="*/ 1793189 w 5362575"/>
              <a:gd name="connsiteY153" fmla="*/ 5317446 h 6858000"/>
              <a:gd name="connsiteX154" fmla="*/ 1835412 w 5362575"/>
              <a:gd name="connsiteY154" fmla="*/ 5330113 h 6858000"/>
              <a:gd name="connsiteX155" fmla="*/ 1879043 w 5362575"/>
              <a:gd name="connsiteY155" fmla="*/ 5335742 h 6858000"/>
              <a:gd name="connsiteX156" fmla="*/ 1924081 w 5362575"/>
              <a:gd name="connsiteY156" fmla="*/ 5337150 h 6858000"/>
              <a:gd name="connsiteX157" fmla="*/ 1971934 w 5362575"/>
              <a:gd name="connsiteY157" fmla="*/ 5332927 h 6858000"/>
              <a:gd name="connsiteX158" fmla="*/ 2019788 w 5362575"/>
              <a:gd name="connsiteY158" fmla="*/ 5327298 h 6858000"/>
              <a:gd name="connsiteX159" fmla="*/ 2067641 w 5362575"/>
              <a:gd name="connsiteY159" fmla="*/ 5320260 h 6858000"/>
              <a:gd name="connsiteX160" fmla="*/ 2115494 w 5362575"/>
              <a:gd name="connsiteY160" fmla="*/ 5314631 h 6858000"/>
              <a:gd name="connsiteX161" fmla="*/ 2163347 w 5362575"/>
              <a:gd name="connsiteY161" fmla="*/ 5311816 h 6858000"/>
              <a:gd name="connsiteX162" fmla="*/ 2209793 w 5362575"/>
              <a:gd name="connsiteY162" fmla="*/ 5311816 h 6858000"/>
              <a:gd name="connsiteX163" fmla="*/ 2253424 w 5362575"/>
              <a:gd name="connsiteY163" fmla="*/ 5317446 h 6858000"/>
              <a:gd name="connsiteX164" fmla="*/ 2297055 w 5362575"/>
              <a:gd name="connsiteY164" fmla="*/ 5328705 h 6858000"/>
              <a:gd name="connsiteX165" fmla="*/ 2339278 w 5362575"/>
              <a:gd name="connsiteY165" fmla="*/ 5345594 h 6858000"/>
              <a:gd name="connsiteX166" fmla="*/ 2381501 w 5362575"/>
              <a:gd name="connsiteY166" fmla="*/ 5368114 h 6858000"/>
              <a:gd name="connsiteX167" fmla="*/ 2423725 w 5362575"/>
              <a:gd name="connsiteY167" fmla="*/ 5390633 h 6858000"/>
              <a:gd name="connsiteX168" fmla="*/ 2465948 w 5362575"/>
              <a:gd name="connsiteY168" fmla="*/ 5415967 h 6858000"/>
              <a:gd name="connsiteX169" fmla="*/ 2506764 w 5362575"/>
              <a:gd name="connsiteY169" fmla="*/ 5439893 h 6858000"/>
              <a:gd name="connsiteX170" fmla="*/ 2550395 w 5362575"/>
              <a:gd name="connsiteY170" fmla="*/ 5461005 h 6858000"/>
              <a:gd name="connsiteX171" fmla="*/ 2592618 w 5362575"/>
              <a:gd name="connsiteY171" fmla="*/ 5477894 h 6858000"/>
              <a:gd name="connsiteX172" fmla="*/ 2636249 w 5362575"/>
              <a:gd name="connsiteY172" fmla="*/ 5489154 h 6858000"/>
              <a:gd name="connsiteX173" fmla="*/ 2681287 w 5362575"/>
              <a:gd name="connsiteY173" fmla="*/ 5493376 h 6858000"/>
              <a:gd name="connsiteX174" fmla="*/ 2726325 w 5362575"/>
              <a:gd name="connsiteY174" fmla="*/ 5489154 h 6858000"/>
              <a:gd name="connsiteX175" fmla="*/ 2769956 w 5362575"/>
              <a:gd name="connsiteY175" fmla="*/ 5477894 h 6858000"/>
              <a:gd name="connsiteX176" fmla="*/ 2812180 w 5362575"/>
              <a:gd name="connsiteY176" fmla="*/ 5461005 h 6858000"/>
              <a:gd name="connsiteX177" fmla="*/ 2855810 w 5362575"/>
              <a:gd name="connsiteY177" fmla="*/ 5439893 h 6858000"/>
              <a:gd name="connsiteX178" fmla="*/ 2896626 w 5362575"/>
              <a:gd name="connsiteY178" fmla="*/ 5415967 h 6858000"/>
              <a:gd name="connsiteX179" fmla="*/ 2938850 w 5362575"/>
              <a:gd name="connsiteY179" fmla="*/ 5390633 h 6858000"/>
              <a:gd name="connsiteX180" fmla="*/ 2981073 w 5362575"/>
              <a:gd name="connsiteY180" fmla="*/ 5368114 h 6858000"/>
              <a:gd name="connsiteX181" fmla="*/ 3023296 w 5362575"/>
              <a:gd name="connsiteY181" fmla="*/ 5345594 h 6858000"/>
              <a:gd name="connsiteX182" fmla="*/ 3064112 w 5362575"/>
              <a:gd name="connsiteY182" fmla="*/ 5328705 h 6858000"/>
              <a:gd name="connsiteX183" fmla="*/ 3109151 w 5362575"/>
              <a:gd name="connsiteY183" fmla="*/ 5317446 h 6858000"/>
              <a:gd name="connsiteX184" fmla="*/ 3152781 w 5362575"/>
              <a:gd name="connsiteY184" fmla="*/ 5311816 h 6858000"/>
              <a:gd name="connsiteX185" fmla="*/ 3199227 w 5362575"/>
              <a:gd name="connsiteY185" fmla="*/ 5311816 h 6858000"/>
              <a:gd name="connsiteX186" fmla="*/ 3247080 w 5362575"/>
              <a:gd name="connsiteY186" fmla="*/ 5314631 h 6858000"/>
              <a:gd name="connsiteX187" fmla="*/ 3294933 w 5362575"/>
              <a:gd name="connsiteY187" fmla="*/ 5320260 h 6858000"/>
              <a:gd name="connsiteX188" fmla="*/ 3342787 w 5362575"/>
              <a:gd name="connsiteY188" fmla="*/ 5327298 h 6858000"/>
              <a:gd name="connsiteX189" fmla="*/ 3390640 w 5362575"/>
              <a:gd name="connsiteY189" fmla="*/ 5332927 h 6858000"/>
              <a:gd name="connsiteX190" fmla="*/ 3438493 w 5362575"/>
              <a:gd name="connsiteY190" fmla="*/ 5337150 h 6858000"/>
              <a:gd name="connsiteX191" fmla="*/ 3483531 w 5362575"/>
              <a:gd name="connsiteY191" fmla="*/ 5335742 h 6858000"/>
              <a:gd name="connsiteX192" fmla="*/ 3527162 w 5362575"/>
              <a:gd name="connsiteY192" fmla="*/ 5330113 h 6858000"/>
              <a:gd name="connsiteX193" fmla="*/ 3569385 w 5362575"/>
              <a:gd name="connsiteY193" fmla="*/ 5317446 h 6858000"/>
              <a:gd name="connsiteX194" fmla="*/ 3604572 w 5362575"/>
              <a:gd name="connsiteY194" fmla="*/ 5299149 h 6858000"/>
              <a:gd name="connsiteX195" fmla="*/ 3638350 w 5362575"/>
              <a:gd name="connsiteY195" fmla="*/ 5275222 h 6858000"/>
              <a:gd name="connsiteX196" fmla="*/ 3667907 w 5362575"/>
              <a:gd name="connsiteY196" fmla="*/ 5247073 h 6858000"/>
              <a:gd name="connsiteX197" fmla="*/ 3697463 w 5362575"/>
              <a:gd name="connsiteY197" fmla="*/ 5214702 h 6858000"/>
              <a:gd name="connsiteX198" fmla="*/ 3724204 w 5362575"/>
              <a:gd name="connsiteY198" fmla="*/ 5180923 h 6858000"/>
              <a:gd name="connsiteX199" fmla="*/ 3750946 w 5362575"/>
              <a:gd name="connsiteY199" fmla="*/ 5145737 h 6858000"/>
              <a:gd name="connsiteX200" fmla="*/ 3777687 w 5362575"/>
              <a:gd name="connsiteY200" fmla="*/ 5110551 h 6858000"/>
              <a:gd name="connsiteX201" fmla="*/ 3804429 w 5362575"/>
              <a:gd name="connsiteY201" fmla="*/ 5076772 h 6858000"/>
              <a:gd name="connsiteX202" fmla="*/ 3832578 w 5362575"/>
              <a:gd name="connsiteY202" fmla="*/ 5044401 h 6858000"/>
              <a:gd name="connsiteX203" fmla="*/ 3864949 w 5362575"/>
              <a:gd name="connsiteY203" fmla="*/ 5016252 h 6858000"/>
              <a:gd name="connsiteX204" fmla="*/ 3895913 w 5362575"/>
              <a:gd name="connsiteY204" fmla="*/ 4990918 h 6858000"/>
              <a:gd name="connsiteX205" fmla="*/ 3931099 w 5362575"/>
              <a:gd name="connsiteY205" fmla="*/ 4971214 h 6858000"/>
              <a:gd name="connsiteX206" fmla="*/ 3969100 w 5362575"/>
              <a:gd name="connsiteY206" fmla="*/ 4954324 h 6858000"/>
              <a:gd name="connsiteX207" fmla="*/ 4009916 w 5362575"/>
              <a:gd name="connsiteY207" fmla="*/ 4940250 h 6858000"/>
              <a:gd name="connsiteX208" fmla="*/ 4052139 w 5362575"/>
              <a:gd name="connsiteY208" fmla="*/ 4927583 h 6858000"/>
              <a:gd name="connsiteX209" fmla="*/ 4094363 w 5362575"/>
              <a:gd name="connsiteY209" fmla="*/ 4916323 h 6858000"/>
              <a:gd name="connsiteX210" fmla="*/ 4137993 w 5362575"/>
              <a:gd name="connsiteY210" fmla="*/ 4905064 h 6858000"/>
              <a:gd name="connsiteX211" fmla="*/ 4178809 w 5362575"/>
              <a:gd name="connsiteY211" fmla="*/ 4892397 h 6858000"/>
              <a:gd name="connsiteX212" fmla="*/ 4219625 w 5362575"/>
              <a:gd name="connsiteY212" fmla="*/ 4878322 h 6858000"/>
              <a:gd name="connsiteX213" fmla="*/ 4257626 w 5362575"/>
              <a:gd name="connsiteY213" fmla="*/ 4861433 h 6858000"/>
              <a:gd name="connsiteX214" fmla="*/ 4291405 w 5362575"/>
              <a:gd name="connsiteY214" fmla="*/ 4840321 h 6858000"/>
              <a:gd name="connsiteX215" fmla="*/ 4322369 w 5362575"/>
              <a:gd name="connsiteY215" fmla="*/ 4814987 h 6858000"/>
              <a:gd name="connsiteX216" fmla="*/ 4347703 w 5362575"/>
              <a:gd name="connsiteY216" fmla="*/ 4784024 h 6858000"/>
              <a:gd name="connsiteX217" fmla="*/ 4368815 w 5362575"/>
              <a:gd name="connsiteY217" fmla="*/ 4750245 h 6858000"/>
              <a:gd name="connsiteX218" fmla="*/ 4385704 w 5362575"/>
              <a:gd name="connsiteY218" fmla="*/ 4712244 h 6858000"/>
              <a:gd name="connsiteX219" fmla="*/ 4399778 w 5362575"/>
              <a:gd name="connsiteY219" fmla="*/ 4671428 h 6858000"/>
              <a:gd name="connsiteX220" fmla="*/ 4412445 w 5362575"/>
              <a:gd name="connsiteY220" fmla="*/ 4630612 h 6858000"/>
              <a:gd name="connsiteX221" fmla="*/ 4423705 w 5362575"/>
              <a:gd name="connsiteY221" fmla="*/ 4586981 h 6858000"/>
              <a:gd name="connsiteX222" fmla="*/ 4434964 w 5362575"/>
              <a:gd name="connsiteY222" fmla="*/ 4544758 h 6858000"/>
              <a:gd name="connsiteX223" fmla="*/ 4447632 w 5362575"/>
              <a:gd name="connsiteY223" fmla="*/ 4502534 h 6858000"/>
              <a:gd name="connsiteX224" fmla="*/ 4461706 w 5362575"/>
              <a:gd name="connsiteY224" fmla="*/ 4461718 h 6858000"/>
              <a:gd name="connsiteX225" fmla="*/ 4478595 w 5362575"/>
              <a:gd name="connsiteY225" fmla="*/ 4423717 h 6858000"/>
              <a:gd name="connsiteX226" fmla="*/ 4498300 w 5362575"/>
              <a:gd name="connsiteY226" fmla="*/ 4388531 h 6858000"/>
              <a:gd name="connsiteX227" fmla="*/ 4523634 w 5362575"/>
              <a:gd name="connsiteY227" fmla="*/ 4357567 h 6858000"/>
              <a:gd name="connsiteX228" fmla="*/ 4551782 w 5362575"/>
              <a:gd name="connsiteY228" fmla="*/ 4325196 h 6858000"/>
              <a:gd name="connsiteX229" fmla="*/ 4584154 w 5362575"/>
              <a:gd name="connsiteY229" fmla="*/ 4297047 h 6858000"/>
              <a:gd name="connsiteX230" fmla="*/ 4617933 w 5362575"/>
              <a:gd name="connsiteY230" fmla="*/ 4270306 h 6858000"/>
              <a:gd name="connsiteX231" fmla="*/ 4654526 w 5362575"/>
              <a:gd name="connsiteY231" fmla="*/ 4243564 h 6858000"/>
              <a:gd name="connsiteX232" fmla="*/ 4689712 w 5362575"/>
              <a:gd name="connsiteY232" fmla="*/ 4216823 h 6858000"/>
              <a:gd name="connsiteX233" fmla="*/ 4723491 w 5362575"/>
              <a:gd name="connsiteY233" fmla="*/ 4190081 h 6858000"/>
              <a:gd name="connsiteX234" fmla="*/ 4755862 w 5362575"/>
              <a:gd name="connsiteY234" fmla="*/ 4160525 h 6858000"/>
              <a:gd name="connsiteX235" fmla="*/ 4784011 w 5362575"/>
              <a:gd name="connsiteY235" fmla="*/ 4130969 h 6858000"/>
              <a:gd name="connsiteX236" fmla="*/ 4807938 w 5362575"/>
              <a:gd name="connsiteY236" fmla="*/ 4097190 h 6858000"/>
              <a:gd name="connsiteX237" fmla="*/ 4826235 w 5362575"/>
              <a:gd name="connsiteY237" fmla="*/ 4062004 h 6858000"/>
              <a:gd name="connsiteX238" fmla="*/ 4838902 w 5362575"/>
              <a:gd name="connsiteY238" fmla="*/ 4019781 h 6858000"/>
              <a:gd name="connsiteX239" fmla="*/ 4844531 w 5362575"/>
              <a:gd name="connsiteY239" fmla="*/ 3976150 h 6858000"/>
              <a:gd name="connsiteX240" fmla="*/ 4845939 w 5362575"/>
              <a:gd name="connsiteY240" fmla="*/ 3931111 h 6858000"/>
              <a:gd name="connsiteX241" fmla="*/ 4841716 w 5362575"/>
              <a:gd name="connsiteY241" fmla="*/ 3883258 h 6858000"/>
              <a:gd name="connsiteX242" fmla="*/ 4836087 w 5362575"/>
              <a:gd name="connsiteY242" fmla="*/ 3835405 h 6858000"/>
              <a:gd name="connsiteX243" fmla="*/ 4829049 w 5362575"/>
              <a:gd name="connsiteY243" fmla="*/ 3787552 h 6858000"/>
              <a:gd name="connsiteX244" fmla="*/ 4823420 w 5362575"/>
              <a:gd name="connsiteY244" fmla="*/ 3739699 h 6858000"/>
              <a:gd name="connsiteX245" fmla="*/ 4820605 w 5362575"/>
              <a:gd name="connsiteY245" fmla="*/ 3691846 h 6858000"/>
              <a:gd name="connsiteX246" fmla="*/ 4820605 w 5362575"/>
              <a:gd name="connsiteY246" fmla="*/ 3645400 h 6858000"/>
              <a:gd name="connsiteX247" fmla="*/ 4826235 w 5362575"/>
              <a:gd name="connsiteY247" fmla="*/ 3601769 h 6858000"/>
              <a:gd name="connsiteX248" fmla="*/ 4837494 w 5362575"/>
              <a:gd name="connsiteY248" fmla="*/ 3558138 h 6858000"/>
              <a:gd name="connsiteX249" fmla="*/ 4854383 w 5362575"/>
              <a:gd name="connsiteY249" fmla="*/ 3517322 h 6858000"/>
              <a:gd name="connsiteX250" fmla="*/ 4876903 w 5362575"/>
              <a:gd name="connsiteY250" fmla="*/ 3475099 h 6858000"/>
              <a:gd name="connsiteX251" fmla="*/ 4899422 w 5362575"/>
              <a:gd name="connsiteY251" fmla="*/ 3432876 h 6858000"/>
              <a:gd name="connsiteX252" fmla="*/ 4924756 w 5362575"/>
              <a:gd name="connsiteY252" fmla="*/ 3390652 h 6858000"/>
              <a:gd name="connsiteX253" fmla="*/ 4948682 w 5362575"/>
              <a:gd name="connsiteY253" fmla="*/ 3349836 h 6858000"/>
              <a:gd name="connsiteX254" fmla="*/ 4969794 w 5362575"/>
              <a:gd name="connsiteY254" fmla="*/ 3306206 h 6858000"/>
              <a:gd name="connsiteX255" fmla="*/ 4986683 w 5362575"/>
              <a:gd name="connsiteY255" fmla="*/ 3263982 h 6858000"/>
              <a:gd name="connsiteX256" fmla="*/ 4997943 w 5362575"/>
              <a:gd name="connsiteY256" fmla="*/ 3220351 h 6858000"/>
              <a:gd name="connsiteX257" fmla="*/ 5002165 w 5362575"/>
              <a:gd name="connsiteY257" fmla="*/ 3175313 h 6858000"/>
              <a:gd name="connsiteX258" fmla="*/ 4997943 w 5362575"/>
              <a:gd name="connsiteY258" fmla="*/ 3130275 h 6858000"/>
              <a:gd name="connsiteX259" fmla="*/ 4986683 w 5362575"/>
              <a:gd name="connsiteY259" fmla="*/ 3086644 h 6858000"/>
              <a:gd name="connsiteX260" fmla="*/ 4969794 w 5362575"/>
              <a:gd name="connsiteY260" fmla="*/ 3044421 h 6858000"/>
              <a:gd name="connsiteX261" fmla="*/ 4948682 w 5362575"/>
              <a:gd name="connsiteY261" fmla="*/ 3000790 h 6858000"/>
              <a:gd name="connsiteX262" fmla="*/ 4924756 w 5362575"/>
              <a:gd name="connsiteY262" fmla="*/ 2959974 h 6858000"/>
              <a:gd name="connsiteX263" fmla="*/ 4899422 w 5362575"/>
              <a:gd name="connsiteY263" fmla="*/ 2917751 h 6858000"/>
              <a:gd name="connsiteX264" fmla="*/ 4876903 w 5362575"/>
              <a:gd name="connsiteY264" fmla="*/ 2875527 h 6858000"/>
              <a:gd name="connsiteX265" fmla="*/ 4854383 w 5362575"/>
              <a:gd name="connsiteY265" fmla="*/ 2833304 h 6858000"/>
              <a:gd name="connsiteX266" fmla="*/ 4837494 w 5362575"/>
              <a:gd name="connsiteY266" fmla="*/ 2792488 h 6858000"/>
              <a:gd name="connsiteX267" fmla="*/ 4826235 w 5362575"/>
              <a:gd name="connsiteY267" fmla="*/ 2748857 h 6858000"/>
              <a:gd name="connsiteX268" fmla="*/ 4820605 w 5362575"/>
              <a:gd name="connsiteY268" fmla="*/ 2705226 h 6858000"/>
              <a:gd name="connsiteX269" fmla="*/ 4820605 w 5362575"/>
              <a:gd name="connsiteY269" fmla="*/ 2658781 h 6858000"/>
              <a:gd name="connsiteX270" fmla="*/ 4823420 w 5362575"/>
              <a:gd name="connsiteY270" fmla="*/ 2610927 h 6858000"/>
              <a:gd name="connsiteX271" fmla="*/ 4829049 w 5362575"/>
              <a:gd name="connsiteY271" fmla="*/ 2563074 h 6858000"/>
              <a:gd name="connsiteX272" fmla="*/ 4836087 w 5362575"/>
              <a:gd name="connsiteY272" fmla="*/ 2515221 h 6858000"/>
              <a:gd name="connsiteX273" fmla="*/ 4841716 w 5362575"/>
              <a:gd name="connsiteY273" fmla="*/ 2467368 h 6858000"/>
              <a:gd name="connsiteX274" fmla="*/ 4845939 w 5362575"/>
              <a:gd name="connsiteY274" fmla="*/ 2419515 h 6858000"/>
              <a:gd name="connsiteX275" fmla="*/ 4844531 w 5362575"/>
              <a:gd name="connsiteY275" fmla="*/ 2374477 h 6858000"/>
              <a:gd name="connsiteX276" fmla="*/ 4838902 w 5362575"/>
              <a:gd name="connsiteY276" fmla="*/ 2330846 h 6858000"/>
              <a:gd name="connsiteX277" fmla="*/ 4826235 w 5362575"/>
              <a:gd name="connsiteY277" fmla="*/ 2288622 h 6858000"/>
              <a:gd name="connsiteX278" fmla="*/ 4807938 w 5362575"/>
              <a:gd name="connsiteY278" fmla="*/ 2253436 h 6858000"/>
              <a:gd name="connsiteX279" fmla="*/ 4784011 w 5362575"/>
              <a:gd name="connsiteY279" fmla="*/ 2219658 h 6858000"/>
              <a:gd name="connsiteX280" fmla="*/ 4755862 w 5362575"/>
              <a:gd name="connsiteY280" fmla="*/ 2190101 h 6858000"/>
              <a:gd name="connsiteX281" fmla="*/ 4723491 w 5362575"/>
              <a:gd name="connsiteY281" fmla="*/ 2160545 h 6858000"/>
              <a:gd name="connsiteX282" fmla="*/ 4689712 w 5362575"/>
              <a:gd name="connsiteY282" fmla="*/ 2133803 h 6858000"/>
              <a:gd name="connsiteX283" fmla="*/ 4654526 w 5362575"/>
              <a:gd name="connsiteY283" fmla="*/ 2107062 h 6858000"/>
              <a:gd name="connsiteX284" fmla="*/ 4617933 w 5362575"/>
              <a:gd name="connsiteY284" fmla="*/ 2080320 h 6858000"/>
              <a:gd name="connsiteX285" fmla="*/ 4584154 w 5362575"/>
              <a:gd name="connsiteY285" fmla="*/ 2053579 h 6858000"/>
              <a:gd name="connsiteX286" fmla="*/ 4551782 w 5362575"/>
              <a:gd name="connsiteY286" fmla="*/ 2025430 h 6858000"/>
              <a:gd name="connsiteX287" fmla="*/ 4523634 w 5362575"/>
              <a:gd name="connsiteY287" fmla="*/ 1993059 h 6858000"/>
              <a:gd name="connsiteX288" fmla="*/ 4498300 w 5362575"/>
              <a:gd name="connsiteY288" fmla="*/ 1962095 h 6858000"/>
              <a:gd name="connsiteX289" fmla="*/ 4478595 w 5362575"/>
              <a:gd name="connsiteY289" fmla="*/ 1926909 h 6858000"/>
              <a:gd name="connsiteX290" fmla="*/ 4461706 w 5362575"/>
              <a:gd name="connsiteY290" fmla="*/ 1888908 h 6858000"/>
              <a:gd name="connsiteX291" fmla="*/ 4447632 w 5362575"/>
              <a:gd name="connsiteY291" fmla="*/ 1848092 h 6858000"/>
              <a:gd name="connsiteX292" fmla="*/ 4434964 w 5362575"/>
              <a:gd name="connsiteY292" fmla="*/ 1805868 h 6858000"/>
              <a:gd name="connsiteX293" fmla="*/ 4423705 w 5362575"/>
              <a:gd name="connsiteY293" fmla="*/ 1763645 h 6858000"/>
              <a:gd name="connsiteX294" fmla="*/ 4412445 w 5362575"/>
              <a:gd name="connsiteY294" fmla="*/ 1720014 h 6858000"/>
              <a:gd name="connsiteX295" fmla="*/ 4399778 w 5362575"/>
              <a:gd name="connsiteY295" fmla="*/ 1679198 h 6858000"/>
              <a:gd name="connsiteX296" fmla="*/ 4385704 w 5362575"/>
              <a:gd name="connsiteY296" fmla="*/ 1638382 h 6858000"/>
              <a:gd name="connsiteX297" fmla="*/ 4368815 w 5362575"/>
              <a:gd name="connsiteY297" fmla="*/ 1600381 h 6858000"/>
              <a:gd name="connsiteX298" fmla="*/ 4347703 w 5362575"/>
              <a:gd name="connsiteY298" fmla="*/ 1566603 h 6858000"/>
              <a:gd name="connsiteX299" fmla="*/ 4322369 w 5362575"/>
              <a:gd name="connsiteY299" fmla="*/ 1535639 h 6858000"/>
              <a:gd name="connsiteX300" fmla="*/ 4291405 w 5362575"/>
              <a:gd name="connsiteY300" fmla="*/ 1510305 h 6858000"/>
              <a:gd name="connsiteX301" fmla="*/ 4257626 w 5362575"/>
              <a:gd name="connsiteY301" fmla="*/ 1489193 h 6858000"/>
              <a:gd name="connsiteX302" fmla="*/ 4219625 w 5362575"/>
              <a:gd name="connsiteY302" fmla="*/ 1472304 h 6858000"/>
              <a:gd name="connsiteX303" fmla="*/ 4178809 w 5362575"/>
              <a:gd name="connsiteY303" fmla="*/ 1458229 h 6858000"/>
              <a:gd name="connsiteX304" fmla="*/ 4137993 w 5362575"/>
              <a:gd name="connsiteY304" fmla="*/ 1445562 h 6858000"/>
              <a:gd name="connsiteX305" fmla="*/ 4094363 w 5362575"/>
              <a:gd name="connsiteY305" fmla="*/ 1434303 h 6858000"/>
              <a:gd name="connsiteX306" fmla="*/ 4052139 w 5362575"/>
              <a:gd name="connsiteY306" fmla="*/ 1423043 h 6858000"/>
              <a:gd name="connsiteX307" fmla="*/ 4009916 w 5362575"/>
              <a:gd name="connsiteY307" fmla="*/ 1410376 h 6858000"/>
              <a:gd name="connsiteX308" fmla="*/ 3969100 w 5362575"/>
              <a:gd name="connsiteY308" fmla="*/ 1396302 h 6858000"/>
              <a:gd name="connsiteX309" fmla="*/ 3931099 w 5362575"/>
              <a:gd name="connsiteY309" fmla="*/ 1379412 h 6858000"/>
              <a:gd name="connsiteX310" fmla="*/ 3895913 w 5362575"/>
              <a:gd name="connsiteY310" fmla="*/ 1359708 h 6858000"/>
              <a:gd name="connsiteX311" fmla="*/ 3864949 w 5362575"/>
              <a:gd name="connsiteY311" fmla="*/ 1334374 h 6858000"/>
              <a:gd name="connsiteX312" fmla="*/ 3832578 w 5362575"/>
              <a:gd name="connsiteY312" fmla="*/ 1306225 h 6858000"/>
              <a:gd name="connsiteX313" fmla="*/ 3804429 w 5362575"/>
              <a:gd name="connsiteY313" fmla="*/ 1273854 h 6858000"/>
              <a:gd name="connsiteX314" fmla="*/ 3777687 w 5362575"/>
              <a:gd name="connsiteY314" fmla="*/ 1240075 h 6858000"/>
              <a:gd name="connsiteX315" fmla="*/ 3750946 w 5362575"/>
              <a:gd name="connsiteY315" fmla="*/ 1204889 h 6858000"/>
              <a:gd name="connsiteX316" fmla="*/ 3724204 w 5362575"/>
              <a:gd name="connsiteY316" fmla="*/ 1169703 h 6858000"/>
              <a:gd name="connsiteX317" fmla="*/ 3697463 w 5362575"/>
              <a:gd name="connsiteY317" fmla="*/ 1135924 h 6858000"/>
              <a:gd name="connsiteX318" fmla="*/ 3667907 w 5362575"/>
              <a:gd name="connsiteY318" fmla="*/ 1103553 h 6858000"/>
              <a:gd name="connsiteX319" fmla="*/ 3638350 w 5362575"/>
              <a:gd name="connsiteY319" fmla="*/ 1075404 h 6858000"/>
              <a:gd name="connsiteX320" fmla="*/ 3604572 w 5362575"/>
              <a:gd name="connsiteY320" fmla="*/ 1051478 h 6858000"/>
              <a:gd name="connsiteX321" fmla="*/ 3569385 w 5362575"/>
              <a:gd name="connsiteY321" fmla="*/ 1033181 h 6858000"/>
              <a:gd name="connsiteX322" fmla="*/ 3527162 w 5362575"/>
              <a:gd name="connsiteY322" fmla="*/ 1020514 h 6858000"/>
              <a:gd name="connsiteX323" fmla="*/ 3483531 w 5362575"/>
              <a:gd name="connsiteY323" fmla="*/ 1014884 h 6858000"/>
              <a:gd name="connsiteX324" fmla="*/ 3438493 w 5362575"/>
              <a:gd name="connsiteY324" fmla="*/ 1013477 h 6858000"/>
              <a:gd name="connsiteX325" fmla="*/ 3390640 w 5362575"/>
              <a:gd name="connsiteY325" fmla="*/ 1017699 h 6858000"/>
              <a:gd name="connsiteX326" fmla="*/ 3342787 w 5362575"/>
              <a:gd name="connsiteY326" fmla="*/ 1023329 h 6858000"/>
              <a:gd name="connsiteX327" fmla="*/ 3294933 w 5362575"/>
              <a:gd name="connsiteY327" fmla="*/ 1030366 h 6858000"/>
              <a:gd name="connsiteX328" fmla="*/ 3247080 w 5362575"/>
              <a:gd name="connsiteY328" fmla="*/ 1035996 h 6858000"/>
              <a:gd name="connsiteX329" fmla="*/ 3199227 w 5362575"/>
              <a:gd name="connsiteY329" fmla="*/ 1038811 h 6858000"/>
              <a:gd name="connsiteX330" fmla="*/ 3152781 w 5362575"/>
              <a:gd name="connsiteY330" fmla="*/ 1038811 h 6858000"/>
              <a:gd name="connsiteX331" fmla="*/ 3109151 w 5362575"/>
              <a:gd name="connsiteY331" fmla="*/ 1033181 h 6858000"/>
              <a:gd name="connsiteX332" fmla="*/ 3064112 w 5362575"/>
              <a:gd name="connsiteY332" fmla="*/ 1021921 h 6858000"/>
              <a:gd name="connsiteX333" fmla="*/ 3023296 w 5362575"/>
              <a:gd name="connsiteY333" fmla="*/ 1005032 h 6858000"/>
              <a:gd name="connsiteX334" fmla="*/ 2981073 w 5362575"/>
              <a:gd name="connsiteY334" fmla="*/ 982513 h 6858000"/>
              <a:gd name="connsiteX335" fmla="*/ 2938850 w 5362575"/>
              <a:gd name="connsiteY335" fmla="*/ 959994 h 6858000"/>
              <a:gd name="connsiteX336" fmla="*/ 2896626 w 5362575"/>
              <a:gd name="connsiteY336" fmla="*/ 934660 h 6858000"/>
              <a:gd name="connsiteX337" fmla="*/ 2855810 w 5362575"/>
              <a:gd name="connsiteY337" fmla="*/ 910733 h 6858000"/>
              <a:gd name="connsiteX338" fmla="*/ 2812180 w 5362575"/>
              <a:gd name="connsiteY338" fmla="*/ 889621 h 6858000"/>
              <a:gd name="connsiteX339" fmla="*/ 2769956 w 5362575"/>
              <a:gd name="connsiteY339" fmla="*/ 872732 h 6858000"/>
              <a:gd name="connsiteX340" fmla="*/ 2726325 w 5362575"/>
              <a:gd name="connsiteY340" fmla="*/ 861472 h 6858000"/>
              <a:gd name="connsiteX341" fmla="*/ 2681287 w 5362575"/>
              <a:gd name="connsiteY341" fmla="*/ 85725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Lst>
            <a:rect l="l" t="t" r="r" b="b"/>
            <a:pathLst>
              <a:path w="5362575" h="6858000">
                <a:moveTo>
                  <a:pt x="0" y="0"/>
                </a:moveTo>
                <a:lnTo>
                  <a:pt x="5362575" y="0"/>
                </a:lnTo>
                <a:lnTo>
                  <a:pt x="5362575" y="6858000"/>
                </a:lnTo>
                <a:lnTo>
                  <a:pt x="0" y="6858000"/>
                </a:lnTo>
                <a:lnTo>
                  <a:pt x="0" y="0"/>
                </a:lnTo>
                <a:close/>
                <a:moveTo>
                  <a:pt x="2681287" y="857250"/>
                </a:moveTo>
                <a:lnTo>
                  <a:pt x="2636249" y="861472"/>
                </a:lnTo>
                <a:lnTo>
                  <a:pt x="2592618" y="872732"/>
                </a:lnTo>
                <a:lnTo>
                  <a:pt x="2550395" y="889621"/>
                </a:lnTo>
                <a:lnTo>
                  <a:pt x="2506764" y="910733"/>
                </a:lnTo>
                <a:lnTo>
                  <a:pt x="2465948" y="934660"/>
                </a:lnTo>
                <a:lnTo>
                  <a:pt x="2423725" y="959994"/>
                </a:lnTo>
                <a:lnTo>
                  <a:pt x="2381501" y="982513"/>
                </a:lnTo>
                <a:lnTo>
                  <a:pt x="2339278" y="1005032"/>
                </a:lnTo>
                <a:lnTo>
                  <a:pt x="2297055" y="1021921"/>
                </a:lnTo>
                <a:lnTo>
                  <a:pt x="2253424" y="1033181"/>
                </a:lnTo>
                <a:lnTo>
                  <a:pt x="2209793" y="1038811"/>
                </a:lnTo>
                <a:lnTo>
                  <a:pt x="2163347" y="1038811"/>
                </a:lnTo>
                <a:lnTo>
                  <a:pt x="2115494" y="1035996"/>
                </a:lnTo>
                <a:lnTo>
                  <a:pt x="2067641" y="1030366"/>
                </a:lnTo>
                <a:lnTo>
                  <a:pt x="2019788" y="1023329"/>
                </a:lnTo>
                <a:lnTo>
                  <a:pt x="1971934" y="1017699"/>
                </a:lnTo>
                <a:lnTo>
                  <a:pt x="1924081" y="1013477"/>
                </a:lnTo>
                <a:lnTo>
                  <a:pt x="1879043" y="1014884"/>
                </a:lnTo>
                <a:lnTo>
                  <a:pt x="1835412" y="1020514"/>
                </a:lnTo>
                <a:lnTo>
                  <a:pt x="1793189" y="1033181"/>
                </a:lnTo>
                <a:lnTo>
                  <a:pt x="1758003" y="1051478"/>
                </a:lnTo>
                <a:lnTo>
                  <a:pt x="1724224" y="1075404"/>
                </a:lnTo>
                <a:lnTo>
                  <a:pt x="1694668" y="1103553"/>
                </a:lnTo>
                <a:lnTo>
                  <a:pt x="1665111" y="1135924"/>
                </a:lnTo>
                <a:lnTo>
                  <a:pt x="1638370" y="1169703"/>
                </a:lnTo>
                <a:lnTo>
                  <a:pt x="1611628" y="1204889"/>
                </a:lnTo>
                <a:lnTo>
                  <a:pt x="1584887" y="1240075"/>
                </a:lnTo>
                <a:lnTo>
                  <a:pt x="1558145" y="1273854"/>
                </a:lnTo>
                <a:lnTo>
                  <a:pt x="1529996" y="1306225"/>
                </a:lnTo>
                <a:lnTo>
                  <a:pt x="1497625" y="1334374"/>
                </a:lnTo>
                <a:lnTo>
                  <a:pt x="1466661" y="1359708"/>
                </a:lnTo>
                <a:lnTo>
                  <a:pt x="1431475" y="1379412"/>
                </a:lnTo>
                <a:lnTo>
                  <a:pt x="1393474" y="1396302"/>
                </a:lnTo>
                <a:lnTo>
                  <a:pt x="1352658" y="1410376"/>
                </a:lnTo>
                <a:lnTo>
                  <a:pt x="1310435" y="1423043"/>
                </a:lnTo>
                <a:lnTo>
                  <a:pt x="1268212" y="1434303"/>
                </a:lnTo>
                <a:lnTo>
                  <a:pt x="1224581" y="1445562"/>
                </a:lnTo>
                <a:lnTo>
                  <a:pt x="1183765" y="1458229"/>
                </a:lnTo>
                <a:lnTo>
                  <a:pt x="1142949" y="1472304"/>
                </a:lnTo>
                <a:lnTo>
                  <a:pt x="1104948" y="1489193"/>
                </a:lnTo>
                <a:lnTo>
                  <a:pt x="1071169" y="1510305"/>
                </a:lnTo>
                <a:lnTo>
                  <a:pt x="1040205" y="1535639"/>
                </a:lnTo>
                <a:lnTo>
                  <a:pt x="1014871" y="1566603"/>
                </a:lnTo>
                <a:lnTo>
                  <a:pt x="993760" y="1600381"/>
                </a:lnTo>
                <a:lnTo>
                  <a:pt x="976870" y="1638382"/>
                </a:lnTo>
                <a:lnTo>
                  <a:pt x="962796" y="1679198"/>
                </a:lnTo>
                <a:lnTo>
                  <a:pt x="950129" y="1720014"/>
                </a:lnTo>
                <a:lnTo>
                  <a:pt x="938869" y="1763645"/>
                </a:lnTo>
                <a:lnTo>
                  <a:pt x="927610" y="1805868"/>
                </a:lnTo>
                <a:lnTo>
                  <a:pt x="914943" y="1848092"/>
                </a:lnTo>
                <a:lnTo>
                  <a:pt x="900868" y="1888908"/>
                </a:lnTo>
                <a:lnTo>
                  <a:pt x="883979" y="1926909"/>
                </a:lnTo>
                <a:lnTo>
                  <a:pt x="864275" y="1962095"/>
                </a:lnTo>
                <a:lnTo>
                  <a:pt x="838941" y="1993059"/>
                </a:lnTo>
                <a:lnTo>
                  <a:pt x="810792" y="2025430"/>
                </a:lnTo>
                <a:lnTo>
                  <a:pt x="778420" y="2053579"/>
                </a:lnTo>
                <a:lnTo>
                  <a:pt x="743234" y="2080320"/>
                </a:lnTo>
                <a:lnTo>
                  <a:pt x="708048" y="2107062"/>
                </a:lnTo>
                <a:lnTo>
                  <a:pt x="672862" y="2133803"/>
                </a:lnTo>
                <a:lnTo>
                  <a:pt x="639083" y="2160545"/>
                </a:lnTo>
                <a:lnTo>
                  <a:pt x="606712" y="2190101"/>
                </a:lnTo>
                <a:lnTo>
                  <a:pt x="578563" y="2219658"/>
                </a:lnTo>
                <a:lnTo>
                  <a:pt x="554637" y="2253436"/>
                </a:lnTo>
                <a:lnTo>
                  <a:pt x="536340" y="2288622"/>
                </a:lnTo>
                <a:lnTo>
                  <a:pt x="523673" y="2330846"/>
                </a:lnTo>
                <a:lnTo>
                  <a:pt x="518043" y="2374477"/>
                </a:lnTo>
                <a:lnTo>
                  <a:pt x="516635" y="2419515"/>
                </a:lnTo>
                <a:lnTo>
                  <a:pt x="520858" y="2467368"/>
                </a:lnTo>
                <a:lnTo>
                  <a:pt x="526488" y="2515221"/>
                </a:lnTo>
                <a:lnTo>
                  <a:pt x="533525" y="2563074"/>
                </a:lnTo>
                <a:lnTo>
                  <a:pt x="539155" y="2610927"/>
                </a:lnTo>
                <a:lnTo>
                  <a:pt x="541970" y="2658781"/>
                </a:lnTo>
                <a:lnTo>
                  <a:pt x="541970" y="2705226"/>
                </a:lnTo>
                <a:lnTo>
                  <a:pt x="536340" y="2748857"/>
                </a:lnTo>
                <a:lnTo>
                  <a:pt x="525080" y="2792488"/>
                </a:lnTo>
                <a:lnTo>
                  <a:pt x="508191" y="2833304"/>
                </a:lnTo>
                <a:lnTo>
                  <a:pt x="487079" y="2875527"/>
                </a:lnTo>
                <a:lnTo>
                  <a:pt x="463153" y="2917751"/>
                </a:lnTo>
                <a:lnTo>
                  <a:pt x="437819" y="2959974"/>
                </a:lnTo>
                <a:lnTo>
                  <a:pt x="413892" y="3000790"/>
                </a:lnTo>
                <a:lnTo>
                  <a:pt x="392780" y="3044421"/>
                </a:lnTo>
                <a:lnTo>
                  <a:pt x="375891" y="3086644"/>
                </a:lnTo>
                <a:lnTo>
                  <a:pt x="364631" y="3130275"/>
                </a:lnTo>
                <a:lnTo>
                  <a:pt x="360409" y="3175313"/>
                </a:lnTo>
                <a:lnTo>
                  <a:pt x="364631" y="3220351"/>
                </a:lnTo>
                <a:lnTo>
                  <a:pt x="375891" y="3263982"/>
                </a:lnTo>
                <a:lnTo>
                  <a:pt x="392780" y="3306206"/>
                </a:lnTo>
                <a:lnTo>
                  <a:pt x="413892" y="3349836"/>
                </a:lnTo>
                <a:lnTo>
                  <a:pt x="437819" y="3390652"/>
                </a:lnTo>
                <a:lnTo>
                  <a:pt x="463153" y="3432876"/>
                </a:lnTo>
                <a:lnTo>
                  <a:pt x="487079" y="3475099"/>
                </a:lnTo>
                <a:lnTo>
                  <a:pt x="508191" y="3517322"/>
                </a:lnTo>
                <a:lnTo>
                  <a:pt x="525080" y="3558138"/>
                </a:lnTo>
                <a:lnTo>
                  <a:pt x="536340" y="3601769"/>
                </a:lnTo>
                <a:lnTo>
                  <a:pt x="541970" y="3645400"/>
                </a:lnTo>
                <a:lnTo>
                  <a:pt x="541970" y="3691846"/>
                </a:lnTo>
                <a:lnTo>
                  <a:pt x="539155" y="3739699"/>
                </a:lnTo>
                <a:lnTo>
                  <a:pt x="533525" y="3787552"/>
                </a:lnTo>
                <a:lnTo>
                  <a:pt x="526488" y="3835405"/>
                </a:lnTo>
                <a:lnTo>
                  <a:pt x="520858" y="3883258"/>
                </a:lnTo>
                <a:lnTo>
                  <a:pt x="516635" y="3931111"/>
                </a:lnTo>
                <a:lnTo>
                  <a:pt x="518043" y="3976150"/>
                </a:lnTo>
                <a:lnTo>
                  <a:pt x="523673" y="4019781"/>
                </a:lnTo>
                <a:lnTo>
                  <a:pt x="536340" y="4062004"/>
                </a:lnTo>
                <a:lnTo>
                  <a:pt x="554637" y="4097190"/>
                </a:lnTo>
                <a:lnTo>
                  <a:pt x="578563" y="4130969"/>
                </a:lnTo>
                <a:lnTo>
                  <a:pt x="606712" y="4160525"/>
                </a:lnTo>
                <a:lnTo>
                  <a:pt x="639083" y="4190081"/>
                </a:lnTo>
                <a:lnTo>
                  <a:pt x="672862" y="4216823"/>
                </a:lnTo>
                <a:lnTo>
                  <a:pt x="708048" y="4243564"/>
                </a:lnTo>
                <a:lnTo>
                  <a:pt x="743234" y="4270306"/>
                </a:lnTo>
                <a:lnTo>
                  <a:pt x="778420" y="4297047"/>
                </a:lnTo>
                <a:lnTo>
                  <a:pt x="810792" y="4325196"/>
                </a:lnTo>
                <a:lnTo>
                  <a:pt x="838941" y="4357567"/>
                </a:lnTo>
                <a:lnTo>
                  <a:pt x="864275" y="4388531"/>
                </a:lnTo>
                <a:lnTo>
                  <a:pt x="883979" y="4423717"/>
                </a:lnTo>
                <a:lnTo>
                  <a:pt x="900868" y="4461718"/>
                </a:lnTo>
                <a:lnTo>
                  <a:pt x="914943" y="4502534"/>
                </a:lnTo>
                <a:lnTo>
                  <a:pt x="927610" y="4544758"/>
                </a:lnTo>
                <a:lnTo>
                  <a:pt x="938869" y="4586981"/>
                </a:lnTo>
                <a:lnTo>
                  <a:pt x="950129" y="4630612"/>
                </a:lnTo>
                <a:lnTo>
                  <a:pt x="962796" y="4671428"/>
                </a:lnTo>
                <a:lnTo>
                  <a:pt x="976870" y="4712244"/>
                </a:lnTo>
                <a:lnTo>
                  <a:pt x="993760" y="4750245"/>
                </a:lnTo>
                <a:lnTo>
                  <a:pt x="1014871" y="4784024"/>
                </a:lnTo>
                <a:lnTo>
                  <a:pt x="1040205" y="4814987"/>
                </a:lnTo>
                <a:lnTo>
                  <a:pt x="1071169" y="4840321"/>
                </a:lnTo>
                <a:lnTo>
                  <a:pt x="1104948" y="4861433"/>
                </a:lnTo>
                <a:lnTo>
                  <a:pt x="1142949" y="4878322"/>
                </a:lnTo>
                <a:lnTo>
                  <a:pt x="1183765" y="4892397"/>
                </a:lnTo>
                <a:lnTo>
                  <a:pt x="1224581" y="4905064"/>
                </a:lnTo>
                <a:lnTo>
                  <a:pt x="1268212" y="4916323"/>
                </a:lnTo>
                <a:lnTo>
                  <a:pt x="1310435" y="4927583"/>
                </a:lnTo>
                <a:lnTo>
                  <a:pt x="1352658" y="4940250"/>
                </a:lnTo>
                <a:lnTo>
                  <a:pt x="1393474" y="4954324"/>
                </a:lnTo>
                <a:lnTo>
                  <a:pt x="1431475" y="4971214"/>
                </a:lnTo>
                <a:lnTo>
                  <a:pt x="1466661" y="4990918"/>
                </a:lnTo>
                <a:lnTo>
                  <a:pt x="1497625" y="5016252"/>
                </a:lnTo>
                <a:lnTo>
                  <a:pt x="1529996" y="5044401"/>
                </a:lnTo>
                <a:lnTo>
                  <a:pt x="1558145" y="5076772"/>
                </a:lnTo>
                <a:lnTo>
                  <a:pt x="1584887" y="5110551"/>
                </a:lnTo>
                <a:lnTo>
                  <a:pt x="1611628" y="5145737"/>
                </a:lnTo>
                <a:lnTo>
                  <a:pt x="1638370" y="5180923"/>
                </a:lnTo>
                <a:lnTo>
                  <a:pt x="1665111" y="5214702"/>
                </a:lnTo>
                <a:lnTo>
                  <a:pt x="1694668" y="5247073"/>
                </a:lnTo>
                <a:lnTo>
                  <a:pt x="1724224" y="5275222"/>
                </a:lnTo>
                <a:lnTo>
                  <a:pt x="1758003" y="5299149"/>
                </a:lnTo>
                <a:lnTo>
                  <a:pt x="1793189" y="5317446"/>
                </a:lnTo>
                <a:lnTo>
                  <a:pt x="1835412" y="5330113"/>
                </a:lnTo>
                <a:lnTo>
                  <a:pt x="1879043" y="5335742"/>
                </a:lnTo>
                <a:lnTo>
                  <a:pt x="1924081" y="5337150"/>
                </a:lnTo>
                <a:lnTo>
                  <a:pt x="1971934" y="5332927"/>
                </a:lnTo>
                <a:lnTo>
                  <a:pt x="2019788" y="5327298"/>
                </a:lnTo>
                <a:lnTo>
                  <a:pt x="2067641" y="5320260"/>
                </a:lnTo>
                <a:lnTo>
                  <a:pt x="2115494" y="5314631"/>
                </a:lnTo>
                <a:lnTo>
                  <a:pt x="2163347" y="5311816"/>
                </a:lnTo>
                <a:lnTo>
                  <a:pt x="2209793" y="5311816"/>
                </a:lnTo>
                <a:lnTo>
                  <a:pt x="2253424" y="5317446"/>
                </a:lnTo>
                <a:lnTo>
                  <a:pt x="2297055" y="5328705"/>
                </a:lnTo>
                <a:lnTo>
                  <a:pt x="2339278" y="5345594"/>
                </a:lnTo>
                <a:lnTo>
                  <a:pt x="2381501" y="5368114"/>
                </a:lnTo>
                <a:lnTo>
                  <a:pt x="2423725" y="5390633"/>
                </a:lnTo>
                <a:lnTo>
                  <a:pt x="2465948" y="5415967"/>
                </a:lnTo>
                <a:lnTo>
                  <a:pt x="2506764" y="5439893"/>
                </a:lnTo>
                <a:lnTo>
                  <a:pt x="2550395" y="5461005"/>
                </a:lnTo>
                <a:lnTo>
                  <a:pt x="2592618" y="5477894"/>
                </a:lnTo>
                <a:lnTo>
                  <a:pt x="2636249" y="5489154"/>
                </a:lnTo>
                <a:lnTo>
                  <a:pt x="2681287" y="5493376"/>
                </a:lnTo>
                <a:lnTo>
                  <a:pt x="2726325" y="5489154"/>
                </a:lnTo>
                <a:lnTo>
                  <a:pt x="2769956" y="5477894"/>
                </a:lnTo>
                <a:lnTo>
                  <a:pt x="2812180" y="5461005"/>
                </a:lnTo>
                <a:lnTo>
                  <a:pt x="2855810" y="5439893"/>
                </a:lnTo>
                <a:lnTo>
                  <a:pt x="2896626" y="5415967"/>
                </a:lnTo>
                <a:lnTo>
                  <a:pt x="2938850" y="5390633"/>
                </a:lnTo>
                <a:lnTo>
                  <a:pt x="2981073" y="5368114"/>
                </a:lnTo>
                <a:lnTo>
                  <a:pt x="3023296" y="5345594"/>
                </a:lnTo>
                <a:lnTo>
                  <a:pt x="3064112" y="5328705"/>
                </a:lnTo>
                <a:lnTo>
                  <a:pt x="3109151" y="5317446"/>
                </a:lnTo>
                <a:lnTo>
                  <a:pt x="3152781" y="5311816"/>
                </a:lnTo>
                <a:lnTo>
                  <a:pt x="3199227" y="5311816"/>
                </a:lnTo>
                <a:lnTo>
                  <a:pt x="3247080" y="5314631"/>
                </a:lnTo>
                <a:lnTo>
                  <a:pt x="3294933" y="5320260"/>
                </a:lnTo>
                <a:lnTo>
                  <a:pt x="3342787" y="5327298"/>
                </a:lnTo>
                <a:lnTo>
                  <a:pt x="3390640" y="5332927"/>
                </a:lnTo>
                <a:lnTo>
                  <a:pt x="3438493" y="5337150"/>
                </a:lnTo>
                <a:lnTo>
                  <a:pt x="3483531" y="5335742"/>
                </a:lnTo>
                <a:lnTo>
                  <a:pt x="3527162" y="5330113"/>
                </a:lnTo>
                <a:lnTo>
                  <a:pt x="3569385" y="5317446"/>
                </a:lnTo>
                <a:lnTo>
                  <a:pt x="3604572" y="5299149"/>
                </a:lnTo>
                <a:lnTo>
                  <a:pt x="3638350" y="5275222"/>
                </a:lnTo>
                <a:lnTo>
                  <a:pt x="3667907" y="5247073"/>
                </a:lnTo>
                <a:lnTo>
                  <a:pt x="3697463" y="5214702"/>
                </a:lnTo>
                <a:lnTo>
                  <a:pt x="3724204" y="5180923"/>
                </a:lnTo>
                <a:lnTo>
                  <a:pt x="3750946" y="5145737"/>
                </a:lnTo>
                <a:lnTo>
                  <a:pt x="3777687" y="5110551"/>
                </a:lnTo>
                <a:lnTo>
                  <a:pt x="3804429" y="5076772"/>
                </a:lnTo>
                <a:lnTo>
                  <a:pt x="3832578" y="5044401"/>
                </a:lnTo>
                <a:lnTo>
                  <a:pt x="3864949" y="5016252"/>
                </a:lnTo>
                <a:lnTo>
                  <a:pt x="3895913" y="4990918"/>
                </a:lnTo>
                <a:lnTo>
                  <a:pt x="3931099" y="4971214"/>
                </a:lnTo>
                <a:lnTo>
                  <a:pt x="3969100" y="4954324"/>
                </a:lnTo>
                <a:lnTo>
                  <a:pt x="4009916" y="4940250"/>
                </a:lnTo>
                <a:lnTo>
                  <a:pt x="4052139" y="4927583"/>
                </a:lnTo>
                <a:lnTo>
                  <a:pt x="4094363" y="4916323"/>
                </a:lnTo>
                <a:lnTo>
                  <a:pt x="4137993" y="4905064"/>
                </a:lnTo>
                <a:lnTo>
                  <a:pt x="4178809" y="4892397"/>
                </a:lnTo>
                <a:lnTo>
                  <a:pt x="4219625" y="4878322"/>
                </a:lnTo>
                <a:lnTo>
                  <a:pt x="4257626" y="4861433"/>
                </a:lnTo>
                <a:lnTo>
                  <a:pt x="4291405" y="4840321"/>
                </a:lnTo>
                <a:lnTo>
                  <a:pt x="4322369" y="4814987"/>
                </a:lnTo>
                <a:lnTo>
                  <a:pt x="4347703" y="4784024"/>
                </a:lnTo>
                <a:lnTo>
                  <a:pt x="4368815" y="4750245"/>
                </a:lnTo>
                <a:lnTo>
                  <a:pt x="4385704" y="4712244"/>
                </a:lnTo>
                <a:lnTo>
                  <a:pt x="4399778" y="4671428"/>
                </a:lnTo>
                <a:lnTo>
                  <a:pt x="4412445" y="4630612"/>
                </a:lnTo>
                <a:lnTo>
                  <a:pt x="4423705" y="4586981"/>
                </a:lnTo>
                <a:lnTo>
                  <a:pt x="4434964" y="4544758"/>
                </a:lnTo>
                <a:lnTo>
                  <a:pt x="4447632" y="4502534"/>
                </a:lnTo>
                <a:lnTo>
                  <a:pt x="4461706" y="4461718"/>
                </a:lnTo>
                <a:lnTo>
                  <a:pt x="4478595" y="4423717"/>
                </a:lnTo>
                <a:lnTo>
                  <a:pt x="4498300" y="4388531"/>
                </a:lnTo>
                <a:lnTo>
                  <a:pt x="4523634" y="4357567"/>
                </a:lnTo>
                <a:lnTo>
                  <a:pt x="4551782" y="4325196"/>
                </a:lnTo>
                <a:lnTo>
                  <a:pt x="4584154" y="4297047"/>
                </a:lnTo>
                <a:lnTo>
                  <a:pt x="4617933" y="4270306"/>
                </a:lnTo>
                <a:lnTo>
                  <a:pt x="4654526" y="4243564"/>
                </a:lnTo>
                <a:lnTo>
                  <a:pt x="4689712" y="4216823"/>
                </a:lnTo>
                <a:lnTo>
                  <a:pt x="4723491" y="4190081"/>
                </a:lnTo>
                <a:lnTo>
                  <a:pt x="4755862" y="4160525"/>
                </a:lnTo>
                <a:lnTo>
                  <a:pt x="4784011" y="4130969"/>
                </a:lnTo>
                <a:lnTo>
                  <a:pt x="4807938" y="4097190"/>
                </a:lnTo>
                <a:lnTo>
                  <a:pt x="4826235" y="4062004"/>
                </a:lnTo>
                <a:lnTo>
                  <a:pt x="4838902" y="4019781"/>
                </a:lnTo>
                <a:lnTo>
                  <a:pt x="4844531" y="3976150"/>
                </a:lnTo>
                <a:lnTo>
                  <a:pt x="4845939" y="3931111"/>
                </a:lnTo>
                <a:lnTo>
                  <a:pt x="4841716" y="3883258"/>
                </a:lnTo>
                <a:lnTo>
                  <a:pt x="4836087" y="3835405"/>
                </a:lnTo>
                <a:lnTo>
                  <a:pt x="4829049" y="3787552"/>
                </a:lnTo>
                <a:lnTo>
                  <a:pt x="4823420" y="3739699"/>
                </a:lnTo>
                <a:lnTo>
                  <a:pt x="4820605" y="3691846"/>
                </a:lnTo>
                <a:lnTo>
                  <a:pt x="4820605" y="3645400"/>
                </a:lnTo>
                <a:lnTo>
                  <a:pt x="4826235" y="3601769"/>
                </a:lnTo>
                <a:lnTo>
                  <a:pt x="4837494" y="3558138"/>
                </a:lnTo>
                <a:lnTo>
                  <a:pt x="4854383" y="3517322"/>
                </a:lnTo>
                <a:lnTo>
                  <a:pt x="4876903" y="3475099"/>
                </a:lnTo>
                <a:lnTo>
                  <a:pt x="4899422" y="3432876"/>
                </a:lnTo>
                <a:lnTo>
                  <a:pt x="4924756" y="3390652"/>
                </a:lnTo>
                <a:lnTo>
                  <a:pt x="4948682" y="3349836"/>
                </a:lnTo>
                <a:lnTo>
                  <a:pt x="4969794" y="3306206"/>
                </a:lnTo>
                <a:lnTo>
                  <a:pt x="4986683" y="3263982"/>
                </a:lnTo>
                <a:lnTo>
                  <a:pt x="4997943" y="3220351"/>
                </a:lnTo>
                <a:lnTo>
                  <a:pt x="5002165" y="3175313"/>
                </a:lnTo>
                <a:lnTo>
                  <a:pt x="4997943" y="3130275"/>
                </a:lnTo>
                <a:lnTo>
                  <a:pt x="4986683" y="3086644"/>
                </a:lnTo>
                <a:lnTo>
                  <a:pt x="4969794" y="3044421"/>
                </a:lnTo>
                <a:lnTo>
                  <a:pt x="4948682" y="3000790"/>
                </a:lnTo>
                <a:lnTo>
                  <a:pt x="4924756" y="2959974"/>
                </a:lnTo>
                <a:lnTo>
                  <a:pt x="4899422" y="2917751"/>
                </a:lnTo>
                <a:lnTo>
                  <a:pt x="4876903" y="2875527"/>
                </a:lnTo>
                <a:lnTo>
                  <a:pt x="4854383" y="2833304"/>
                </a:lnTo>
                <a:lnTo>
                  <a:pt x="4837494" y="2792488"/>
                </a:lnTo>
                <a:lnTo>
                  <a:pt x="4826235" y="2748857"/>
                </a:lnTo>
                <a:lnTo>
                  <a:pt x="4820605" y="2705226"/>
                </a:lnTo>
                <a:lnTo>
                  <a:pt x="4820605" y="2658781"/>
                </a:lnTo>
                <a:lnTo>
                  <a:pt x="4823420" y="2610927"/>
                </a:lnTo>
                <a:lnTo>
                  <a:pt x="4829049" y="2563074"/>
                </a:lnTo>
                <a:lnTo>
                  <a:pt x="4836087" y="2515221"/>
                </a:lnTo>
                <a:lnTo>
                  <a:pt x="4841716" y="2467368"/>
                </a:lnTo>
                <a:lnTo>
                  <a:pt x="4845939" y="2419515"/>
                </a:lnTo>
                <a:lnTo>
                  <a:pt x="4844531" y="2374477"/>
                </a:lnTo>
                <a:lnTo>
                  <a:pt x="4838902" y="2330846"/>
                </a:lnTo>
                <a:lnTo>
                  <a:pt x="4826235" y="2288622"/>
                </a:lnTo>
                <a:lnTo>
                  <a:pt x="4807938" y="2253436"/>
                </a:lnTo>
                <a:lnTo>
                  <a:pt x="4784011" y="2219658"/>
                </a:lnTo>
                <a:lnTo>
                  <a:pt x="4755862" y="2190101"/>
                </a:lnTo>
                <a:lnTo>
                  <a:pt x="4723491" y="2160545"/>
                </a:lnTo>
                <a:lnTo>
                  <a:pt x="4689712" y="2133803"/>
                </a:lnTo>
                <a:lnTo>
                  <a:pt x="4654526" y="2107062"/>
                </a:lnTo>
                <a:lnTo>
                  <a:pt x="4617933" y="2080320"/>
                </a:lnTo>
                <a:lnTo>
                  <a:pt x="4584154" y="2053579"/>
                </a:lnTo>
                <a:lnTo>
                  <a:pt x="4551782" y="2025430"/>
                </a:lnTo>
                <a:lnTo>
                  <a:pt x="4523634" y="1993059"/>
                </a:lnTo>
                <a:lnTo>
                  <a:pt x="4498300" y="1962095"/>
                </a:lnTo>
                <a:lnTo>
                  <a:pt x="4478595" y="1926909"/>
                </a:lnTo>
                <a:lnTo>
                  <a:pt x="4461706" y="1888908"/>
                </a:lnTo>
                <a:lnTo>
                  <a:pt x="4447632" y="1848092"/>
                </a:lnTo>
                <a:lnTo>
                  <a:pt x="4434964" y="1805868"/>
                </a:lnTo>
                <a:lnTo>
                  <a:pt x="4423705" y="1763645"/>
                </a:lnTo>
                <a:lnTo>
                  <a:pt x="4412445" y="1720014"/>
                </a:lnTo>
                <a:lnTo>
                  <a:pt x="4399778" y="1679198"/>
                </a:lnTo>
                <a:lnTo>
                  <a:pt x="4385704" y="1638382"/>
                </a:lnTo>
                <a:lnTo>
                  <a:pt x="4368815" y="1600381"/>
                </a:lnTo>
                <a:lnTo>
                  <a:pt x="4347703" y="1566603"/>
                </a:lnTo>
                <a:lnTo>
                  <a:pt x="4322369" y="1535639"/>
                </a:lnTo>
                <a:lnTo>
                  <a:pt x="4291405" y="1510305"/>
                </a:lnTo>
                <a:lnTo>
                  <a:pt x="4257626" y="1489193"/>
                </a:lnTo>
                <a:lnTo>
                  <a:pt x="4219625" y="1472304"/>
                </a:lnTo>
                <a:lnTo>
                  <a:pt x="4178809" y="1458229"/>
                </a:lnTo>
                <a:lnTo>
                  <a:pt x="4137993" y="1445562"/>
                </a:lnTo>
                <a:lnTo>
                  <a:pt x="4094363" y="1434303"/>
                </a:lnTo>
                <a:lnTo>
                  <a:pt x="4052139" y="1423043"/>
                </a:lnTo>
                <a:lnTo>
                  <a:pt x="4009916" y="1410376"/>
                </a:lnTo>
                <a:lnTo>
                  <a:pt x="3969100" y="1396302"/>
                </a:lnTo>
                <a:lnTo>
                  <a:pt x="3931099" y="1379412"/>
                </a:lnTo>
                <a:lnTo>
                  <a:pt x="3895913" y="1359708"/>
                </a:lnTo>
                <a:lnTo>
                  <a:pt x="3864949" y="1334374"/>
                </a:lnTo>
                <a:lnTo>
                  <a:pt x="3832578" y="1306225"/>
                </a:lnTo>
                <a:lnTo>
                  <a:pt x="3804429" y="1273854"/>
                </a:lnTo>
                <a:lnTo>
                  <a:pt x="3777687" y="1240075"/>
                </a:lnTo>
                <a:lnTo>
                  <a:pt x="3750946" y="1204889"/>
                </a:lnTo>
                <a:lnTo>
                  <a:pt x="3724204" y="1169703"/>
                </a:lnTo>
                <a:lnTo>
                  <a:pt x="3697463" y="1135924"/>
                </a:lnTo>
                <a:lnTo>
                  <a:pt x="3667907" y="1103553"/>
                </a:lnTo>
                <a:lnTo>
                  <a:pt x="3638350" y="1075404"/>
                </a:lnTo>
                <a:lnTo>
                  <a:pt x="3604572" y="1051478"/>
                </a:lnTo>
                <a:lnTo>
                  <a:pt x="3569385" y="1033181"/>
                </a:lnTo>
                <a:lnTo>
                  <a:pt x="3527162" y="1020514"/>
                </a:lnTo>
                <a:lnTo>
                  <a:pt x="3483531" y="1014884"/>
                </a:lnTo>
                <a:lnTo>
                  <a:pt x="3438493" y="1013477"/>
                </a:lnTo>
                <a:lnTo>
                  <a:pt x="3390640" y="1017699"/>
                </a:lnTo>
                <a:lnTo>
                  <a:pt x="3342787" y="1023329"/>
                </a:lnTo>
                <a:lnTo>
                  <a:pt x="3294933" y="1030366"/>
                </a:lnTo>
                <a:lnTo>
                  <a:pt x="3247080" y="1035996"/>
                </a:lnTo>
                <a:lnTo>
                  <a:pt x="3199227" y="1038811"/>
                </a:lnTo>
                <a:lnTo>
                  <a:pt x="3152781" y="1038811"/>
                </a:lnTo>
                <a:lnTo>
                  <a:pt x="3109151" y="1033181"/>
                </a:lnTo>
                <a:lnTo>
                  <a:pt x="3064112" y="1021921"/>
                </a:lnTo>
                <a:lnTo>
                  <a:pt x="3023296" y="1005032"/>
                </a:lnTo>
                <a:lnTo>
                  <a:pt x="2981073" y="982513"/>
                </a:lnTo>
                <a:lnTo>
                  <a:pt x="2938850" y="959994"/>
                </a:lnTo>
                <a:lnTo>
                  <a:pt x="2896626" y="934660"/>
                </a:lnTo>
                <a:lnTo>
                  <a:pt x="2855810" y="910733"/>
                </a:lnTo>
                <a:lnTo>
                  <a:pt x="2812180" y="889621"/>
                </a:lnTo>
                <a:lnTo>
                  <a:pt x="2769956" y="872732"/>
                </a:lnTo>
                <a:lnTo>
                  <a:pt x="2726325" y="861472"/>
                </a:lnTo>
                <a:lnTo>
                  <a:pt x="2681287" y="857250"/>
                </a:lnTo>
                <a:close/>
              </a:path>
            </a:pathLst>
          </a:custGeom>
          <a:solidFill>
            <a:schemeClr val="tx2"/>
          </a:solidFill>
          <a:ln w="101600">
            <a:noFill/>
            <a:prstDash val="solid"/>
            <a:round/>
            <a:headEnd/>
            <a:tailEnd/>
          </a:ln>
        </p:spPr>
        <p:txBody>
          <a:bodyPr/>
          <a:lstStyle/>
          <a:p>
            <a:endParaRPr lang="en-US"/>
          </a:p>
        </p:txBody>
      </p:sp>
      <p:sp>
        <p:nvSpPr>
          <p:cNvPr id="17" name="Rectangle 16">
            <a:extLst>
              <a:ext uri="{FF2B5EF4-FFF2-40B4-BE49-F238E27FC236}">
                <a16:creationId xmlns:a16="http://schemas.microsoft.com/office/drawing/2014/main" id="{B0E1F691-4DE9-4310-A05E-A94F4630FC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362574" y="0"/>
            <a:ext cx="76202" cy="6858000"/>
          </a:xfrm>
          <a:prstGeom prst="rect">
            <a:avLst/>
          </a:prstGeom>
          <a:solidFill>
            <a:schemeClr val="bg2"/>
          </a:solidFill>
          <a:ln w="0">
            <a:noFill/>
            <a:prstDash val="solid"/>
            <a:round/>
            <a:headEnd/>
            <a:tailEnd/>
          </a:ln>
        </p:spPr>
        <p:txBody>
          <a:bodyPr rtlCol="0" anchor="ctr"/>
          <a:lstStyle/>
          <a:p>
            <a:pPr algn="ctr"/>
            <a:endParaRPr lang="en-US"/>
          </a:p>
        </p:txBody>
      </p:sp>
    </p:spTree>
    <p:extLst>
      <p:ext uri="{BB962C8B-B14F-4D97-AF65-F5344CB8AC3E}">
        <p14:creationId xmlns:p14="http://schemas.microsoft.com/office/powerpoint/2010/main" val="28587762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B3503E-D8AD-3B80-BD2F-C82D4D8B792D}"/>
              </a:ext>
            </a:extLst>
          </p:cNvPr>
          <p:cNvSpPr>
            <a:spLocks noGrp="1"/>
          </p:cNvSpPr>
          <p:nvPr>
            <p:ph type="title"/>
          </p:nvPr>
        </p:nvSpPr>
        <p:spPr>
          <a:xfrm>
            <a:off x="2865120" y="786809"/>
            <a:ext cx="8564880" cy="574158"/>
          </a:xfrm>
        </p:spPr>
        <p:txBody>
          <a:bodyPr>
            <a:normAutofit fontScale="90000"/>
          </a:bodyPr>
          <a:lstStyle/>
          <a:p>
            <a:r>
              <a:rPr lang="en-US" dirty="0">
                <a:latin typeface="Optima" panose="02000503060000020004" pitchFamily="2" charset="0"/>
              </a:rPr>
              <a:t>Substance Dualism</a:t>
            </a:r>
          </a:p>
        </p:txBody>
      </p:sp>
      <p:sp>
        <p:nvSpPr>
          <p:cNvPr id="3" name="Content Placeholder 2">
            <a:extLst>
              <a:ext uri="{FF2B5EF4-FFF2-40B4-BE49-F238E27FC236}">
                <a16:creationId xmlns:a16="http://schemas.microsoft.com/office/drawing/2014/main" id="{382DD895-101E-13F9-C3BF-6746AA492AE1}"/>
              </a:ext>
            </a:extLst>
          </p:cNvPr>
          <p:cNvSpPr>
            <a:spLocks noGrp="1"/>
          </p:cNvSpPr>
          <p:nvPr>
            <p:ph idx="1"/>
          </p:nvPr>
        </p:nvSpPr>
        <p:spPr>
          <a:xfrm>
            <a:off x="1092190" y="1938528"/>
            <a:ext cx="10465826" cy="3998976"/>
          </a:xfrm>
        </p:spPr>
        <p:txBody>
          <a:bodyPr>
            <a:noAutofit/>
          </a:bodyPr>
          <a:lstStyle/>
          <a:p>
            <a:pPr marL="0" indent="0">
              <a:lnSpc>
                <a:spcPct val="150000"/>
              </a:lnSpc>
              <a:buNone/>
            </a:pPr>
            <a:r>
              <a:rPr lang="en-US" sz="3200" dirty="0">
                <a:solidFill>
                  <a:srgbClr val="002060"/>
                </a:solidFill>
                <a:latin typeface="Avenir Book" panose="02000503020000020003" pitchFamily="2" charset="0"/>
              </a:rPr>
              <a:t>Key thesis: There are only two categories of substance </a:t>
            </a:r>
          </a:p>
          <a:p>
            <a:pPr marL="0" indent="0">
              <a:lnSpc>
                <a:spcPct val="150000"/>
              </a:lnSpc>
              <a:buNone/>
            </a:pPr>
            <a:endParaRPr lang="en-US" sz="3200" dirty="0">
              <a:solidFill>
                <a:srgbClr val="002060"/>
              </a:solidFill>
              <a:latin typeface="Avenir Book" panose="02000503020000020003" pitchFamily="2" charset="0"/>
            </a:endParaRPr>
          </a:p>
          <a:p>
            <a:pPr marL="0" indent="0">
              <a:lnSpc>
                <a:spcPct val="150000"/>
              </a:lnSpc>
              <a:buNone/>
            </a:pPr>
            <a:r>
              <a:rPr lang="en-US" sz="3200" dirty="0">
                <a:solidFill>
                  <a:srgbClr val="002060"/>
                </a:solidFill>
                <a:latin typeface="Avenir Book" panose="02000503020000020003" pitchFamily="2" charset="0"/>
              </a:rPr>
              <a:t>(1) Physical substances: which are by essence extended</a:t>
            </a:r>
          </a:p>
          <a:p>
            <a:pPr marL="0" indent="0">
              <a:lnSpc>
                <a:spcPct val="150000"/>
              </a:lnSpc>
              <a:buNone/>
            </a:pPr>
            <a:r>
              <a:rPr lang="en-US" sz="3200" dirty="0">
                <a:solidFill>
                  <a:srgbClr val="002060"/>
                </a:solidFill>
                <a:latin typeface="Avenir Book" panose="02000503020000020003" pitchFamily="2" charset="0"/>
              </a:rPr>
              <a:t>(2) Mental substances: which are by essence thinking (conscious) </a:t>
            </a:r>
          </a:p>
        </p:txBody>
      </p:sp>
    </p:spTree>
    <p:extLst>
      <p:ext uri="{BB962C8B-B14F-4D97-AF65-F5344CB8AC3E}">
        <p14:creationId xmlns:p14="http://schemas.microsoft.com/office/powerpoint/2010/main" val="12880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4011D9-5482-F7EC-3628-254834320508}"/>
              </a:ext>
            </a:extLst>
          </p:cNvPr>
          <p:cNvSpPr>
            <a:spLocks noGrp="1"/>
          </p:cNvSpPr>
          <p:nvPr>
            <p:ph type="title"/>
          </p:nvPr>
        </p:nvSpPr>
        <p:spPr>
          <a:xfrm>
            <a:off x="1251678" y="627321"/>
            <a:ext cx="10178322" cy="1247196"/>
          </a:xfrm>
        </p:spPr>
        <p:txBody>
          <a:bodyPr>
            <a:noAutofit/>
          </a:bodyPr>
          <a:lstStyle/>
          <a:p>
            <a:r>
              <a:rPr lang="en-US" sz="4400" dirty="0">
                <a:latin typeface="+mn-lt"/>
              </a:rPr>
              <a:t>Substance dualism claims that…</a:t>
            </a:r>
          </a:p>
        </p:txBody>
      </p:sp>
      <p:sp>
        <p:nvSpPr>
          <p:cNvPr id="3" name="Content Placeholder 2">
            <a:extLst>
              <a:ext uri="{FF2B5EF4-FFF2-40B4-BE49-F238E27FC236}">
                <a16:creationId xmlns:a16="http://schemas.microsoft.com/office/drawing/2014/main" id="{8109F5BD-F82E-DACA-3FEA-50CDDA28B38D}"/>
              </a:ext>
            </a:extLst>
          </p:cNvPr>
          <p:cNvSpPr>
            <a:spLocks noGrp="1"/>
          </p:cNvSpPr>
          <p:nvPr>
            <p:ph idx="1"/>
          </p:nvPr>
        </p:nvSpPr>
        <p:spPr/>
        <p:txBody>
          <a:bodyPr>
            <a:normAutofit/>
          </a:bodyPr>
          <a:lstStyle/>
          <a:p>
            <a:pPr marL="0" indent="0">
              <a:buNone/>
            </a:pPr>
            <a:endParaRPr lang="en-US" sz="4000" dirty="0">
              <a:solidFill>
                <a:srgbClr val="002060"/>
              </a:solidFill>
              <a:latin typeface="Avenir Book" panose="02000503020000020003" pitchFamily="2" charset="0"/>
            </a:endParaRPr>
          </a:p>
          <a:p>
            <a:pPr marL="0" indent="0">
              <a:buNone/>
            </a:pPr>
            <a:r>
              <a:rPr lang="en-US" sz="4000" dirty="0">
                <a:solidFill>
                  <a:srgbClr val="002060"/>
                </a:solidFill>
                <a:latin typeface="Avenir Book" panose="02000503020000020003" pitchFamily="2" charset="0"/>
              </a:rPr>
              <a:t>The mind is a </a:t>
            </a:r>
            <a:r>
              <a:rPr lang="en-US" sz="4000" i="1" dirty="0">
                <a:solidFill>
                  <a:srgbClr val="002060"/>
                </a:solidFill>
                <a:latin typeface="Avenir Book" panose="02000503020000020003" pitchFamily="2" charset="0"/>
              </a:rPr>
              <a:t>substance </a:t>
            </a:r>
            <a:r>
              <a:rPr lang="en-US" sz="4000" dirty="0">
                <a:solidFill>
                  <a:srgbClr val="002060"/>
                </a:solidFill>
                <a:latin typeface="Avenir Book" panose="02000503020000020003" pitchFamily="2" charset="0"/>
              </a:rPr>
              <a:t>and not a property!</a:t>
            </a:r>
          </a:p>
        </p:txBody>
      </p:sp>
    </p:spTree>
    <p:extLst>
      <p:ext uri="{BB962C8B-B14F-4D97-AF65-F5344CB8AC3E}">
        <p14:creationId xmlns:p14="http://schemas.microsoft.com/office/powerpoint/2010/main" val="4937188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AA438-88DF-E481-ACB9-727D4A04438A}"/>
              </a:ext>
            </a:extLst>
          </p:cNvPr>
          <p:cNvSpPr>
            <a:spLocks noGrp="1"/>
          </p:cNvSpPr>
          <p:nvPr>
            <p:ph type="title"/>
          </p:nvPr>
        </p:nvSpPr>
        <p:spPr>
          <a:xfrm>
            <a:off x="1251678" y="659219"/>
            <a:ext cx="10940322" cy="1215298"/>
          </a:xfrm>
        </p:spPr>
        <p:txBody>
          <a:bodyPr>
            <a:normAutofit/>
          </a:bodyPr>
          <a:lstStyle/>
          <a:p>
            <a:r>
              <a:rPr lang="en-US" sz="3600" dirty="0">
                <a:latin typeface="Avenir Book" panose="02000503020000020003" pitchFamily="2" charset="0"/>
              </a:rPr>
              <a:t>Two key arguments for substance dualism</a:t>
            </a:r>
          </a:p>
        </p:txBody>
      </p:sp>
      <p:sp>
        <p:nvSpPr>
          <p:cNvPr id="3" name="Content Placeholder 2">
            <a:extLst>
              <a:ext uri="{FF2B5EF4-FFF2-40B4-BE49-F238E27FC236}">
                <a16:creationId xmlns:a16="http://schemas.microsoft.com/office/drawing/2014/main" id="{21F7ADA1-06CE-CF41-31DE-7265B1EE9CDB}"/>
              </a:ext>
            </a:extLst>
          </p:cNvPr>
          <p:cNvSpPr>
            <a:spLocks noGrp="1"/>
          </p:cNvSpPr>
          <p:nvPr>
            <p:ph idx="1"/>
          </p:nvPr>
        </p:nvSpPr>
        <p:spPr>
          <a:xfrm>
            <a:off x="1251678" y="2286001"/>
            <a:ext cx="8928642" cy="3593591"/>
          </a:xfrm>
        </p:spPr>
        <p:txBody>
          <a:bodyPr>
            <a:normAutofit/>
          </a:bodyPr>
          <a:lstStyle/>
          <a:p>
            <a:pPr marL="0" indent="0">
              <a:buNone/>
            </a:pPr>
            <a:r>
              <a:rPr lang="en-US" sz="3600" dirty="0">
                <a:solidFill>
                  <a:srgbClr val="002060"/>
                </a:solidFill>
                <a:latin typeface="Avenir Book" panose="02000503020000020003" pitchFamily="2" charset="0"/>
              </a:rPr>
              <a:t>(1) The argument from conceivability. </a:t>
            </a:r>
          </a:p>
          <a:p>
            <a:pPr marL="0" indent="0">
              <a:buNone/>
            </a:pPr>
            <a:endParaRPr lang="en-US" sz="3600" dirty="0">
              <a:solidFill>
                <a:srgbClr val="002060"/>
              </a:solidFill>
              <a:latin typeface="Avenir Book" panose="02000503020000020003" pitchFamily="2" charset="0"/>
            </a:endParaRPr>
          </a:p>
          <a:p>
            <a:pPr marL="0" indent="0">
              <a:buNone/>
            </a:pPr>
            <a:r>
              <a:rPr lang="en-US" sz="3600" dirty="0">
                <a:solidFill>
                  <a:srgbClr val="002060"/>
                </a:solidFill>
                <a:latin typeface="Avenir Book" panose="02000503020000020003" pitchFamily="2" charset="0"/>
              </a:rPr>
              <a:t>(2) The argument from division. </a:t>
            </a:r>
          </a:p>
        </p:txBody>
      </p:sp>
    </p:spTree>
    <p:extLst>
      <p:ext uri="{BB962C8B-B14F-4D97-AF65-F5344CB8AC3E}">
        <p14:creationId xmlns:p14="http://schemas.microsoft.com/office/powerpoint/2010/main" val="7673870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7EABA5-798B-012A-1C44-45CB8ED00000}"/>
              </a:ext>
            </a:extLst>
          </p:cNvPr>
          <p:cNvSpPr>
            <a:spLocks noGrp="1"/>
          </p:cNvSpPr>
          <p:nvPr>
            <p:ph type="title"/>
          </p:nvPr>
        </p:nvSpPr>
        <p:spPr>
          <a:xfrm>
            <a:off x="1541720" y="978407"/>
            <a:ext cx="9888279" cy="896109"/>
          </a:xfrm>
        </p:spPr>
        <p:txBody>
          <a:bodyPr>
            <a:normAutofit/>
          </a:bodyPr>
          <a:lstStyle/>
          <a:p>
            <a:r>
              <a:rPr lang="en-US" sz="3600" dirty="0">
                <a:latin typeface="Optima" panose="02000503060000020004" pitchFamily="2" charset="0"/>
              </a:rPr>
              <a:t>The argument from conceivability</a:t>
            </a:r>
          </a:p>
        </p:txBody>
      </p:sp>
      <p:sp>
        <p:nvSpPr>
          <p:cNvPr id="3" name="Content Placeholder 2">
            <a:extLst>
              <a:ext uri="{FF2B5EF4-FFF2-40B4-BE49-F238E27FC236}">
                <a16:creationId xmlns:a16="http://schemas.microsoft.com/office/drawing/2014/main" id="{D89C1C68-A35B-EC18-8186-40AA64D0C584}"/>
              </a:ext>
            </a:extLst>
          </p:cNvPr>
          <p:cNvSpPr>
            <a:spLocks noGrp="1"/>
          </p:cNvSpPr>
          <p:nvPr>
            <p:ph idx="1"/>
          </p:nvPr>
        </p:nvSpPr>
        <p:spPr>
          <a:xfrm>
            <a:off x="1251678" y="2170176"/>
            <a:ext cx="10252750" cy="3709416"/>
          </a:xfrm>
        </p:spPr>
        <p:txBody>
          <a:bodyPr>
            <a:normAutofit/>
          </a:bodyPr>
          <a:lstStyle/>
          <a:p>
            <a:pPr marL="0" indent="0" algn="just">
              <a:buNone/>
            </a:pPr>
            <a:r>
              <a:rPr lang="en-US" sz="2800" i="1" dirty="0">
                <a:solidFill>
                  <a:srgbClr val="002060"/>
                </a:solidFill>
                <a:latin typeface="Avenir Book" panose="02000503020000020003" pitchFamily="2" charset="0"/>
              </a:rPr>
              <a:t>‘First, I know that everything which I clearly and distinctly understand is capable of being created by God so as to correspond exactly with my understanding of it. Hence the fact that I can clearly and distinctly understand one thing apart from another is enough to make me certain that the two things are distinct, since they are capable of being separated, at least by God.’ </a:t>
            </a:r>
          </a:p>
        </p:txBody>
      </p:sp>
    </p:spTree>
    <p:extLst>
      <p:ext uri="{BB962C8B-B14F-4D97-AF65-F5344CB8AC3E}">
        <p14:creationId xmlns:p14="http://schemas.microsoft.com/office/powerpoint/2010/main" val="18115747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5A796C-51A5-61E9-D2DF-FEDC3E34CB29}"/>
              </a:ext>
            </a:extLst>
          </p:cNvPr>
          <p:cNvSpPr>
            <a:spLocks noGrp="1"/>
          </p:cNvSpPr>
          <p:nvPr>
            <p:ph type="title"/>
          </p:nvPr>
        </p:nvSpPr>
        <p:spPr>
          <a:xfrm>
            <a:off x="1251678" y="780288"/>
            <a:ext cx="10178322" cy="740168"/>
          </a:xfrm>
        </p:spPr>
        <p:txBody>
          <a:bodyPr>
            <a:normAutofit fontScale="90000"/>
          </a:bodyPr>
          <a:lstStyle/>
          <a:p>
            <a:r>
              <a:rPr lang="en-US" dirty="0">
                <a:latin typeface="Optima" panose="02000503060000020004" pitchFamily="2" charset="0"/>
              </a:rPr>
              <a:t>Conceivability continued</a:t>
            </a:r>
          </a:p>
        </p:txBody>
      </p:sp>
      <p:sp>
        <p:nvSpPr>
          <p:cNvPr id="3" name="Content Placeholder 2">
            <a:extLst>
              <a:ext uri="{FF2B5EF4-FFF2-40B4-BE49-F238E27FC236}">
                <a16:creationId xmlns:a16="http://schemas.microsoft.com/office/drawing/2014/main" id="{C1C4D2B6-E8A3-6F3C-D462-F3AC5FA1E35D}"/>
              </a:ext>
            </a:extLst>
          </p:cNvPr>
          <p:cNvSpPr>
            <a:spLocks noGrp="1"/>
          </p:cNvSpPr>
          <p:nvPr>
            <p:ph idx="1"/>
          </p:nvPr>
        </p:nvSpPr>
        <p:spPr>
          <a:xfrm>
            <a:off x="1251678" y="2094615"/>
            <a:ext cx="10178322" cy="3784978"/>
          </a:xfrm>
        </p:spPr>
        <p:txBody>
          <a:bodyPr>
            <a:normAutofit/>
          </a:bodyPr>
          <a:lstStyle/>
          <a:p>
            <a:pPr marL="0" indent="0" algn="just">
              <a:buNone/>
            </a:pPr>
            <a:r>
              <a:rPr lang="en-US" sz="2400" i="1" dirty="0">
                <a:solidFill>
                  <a:srgbClr val="002060"/>
                </a:solidFill>
                <a:latin typeface="Avenir Book" panose="02000503020000020003" pitchFamily="2" charset="0"/>
              </a:rPr>
              <a:t>‘Thus, simply by knowing that I exist and seeing at the same time that absolutely nothing else belongs to my nature or essence except that I am a thinking thing, I can infer correctly that my essence consists solely in the fact that I am a thinking (conscious) thing. It is true that I may have a body that is closely conjoined to me. But nevertheless, on the one hand I have a clear and distinct idea of a body in so far as this is simply an extended, non-thinking thing. And accordingly, it is certain that I am really distinct from my body, and can exist without it.’ </a:t>
            </a:r>
          </a:p>
        </p:txBody>
      </p:sp>
    </p:spTree>
    <p:extLst>
      <p:ext uri="{BB962C8B-B14F-4D97-AF65-F5344CB8AC3E}">
        <p14:creationId xmlns:p14="http://schemas.microsoft.com/office/powerpoint/2010/main" val="5588375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44B9BA-1082-559E-3B58-910965582486}"/>
              </a:ext>
            </a:extLst>
          </p:cNvPr>
          <p:cNvSpPr>
            <a:spLocks noGrp="1"/>
          </p:cNvSpPr>
          <p:nvPr>
            <p:ph type="title"/>
          </p:nvPr>
        </p:nvSpPr>
        <p:spPr>
          <a:xfrm>
            <a:off x="1251678" y="808074"/>
            <a:ext cx="10178322" cy="1119606"/>
          </a:xfrm>
        </p:spPr>
        <p:txBody>
          <a:bodyPr>
            <a:normAutofit/>
          </a:bodyPr>
          <a:lstStyle/>
          <a:p>
            <a:r>
              <a:rPr lang="en-US" sz="3600" dirty="0">
                <a:latin typeface="Optima" panose="02000503060000020004" pitchFamily="2" charset="0"/>
              </a:rPr>
              <a:t>We could put it thus…</a:t>
            </a:r>
          </a:p>
        </p:txBody>
      </p:sp>
      <p:sp>
        <p:nvSpPr>
          <p:cNvPr id="3" name="Content Placeholder 2">
            <a:extLst>
              <a:ext uri="{FF2B5EF4-FFF2-40B4-BE49-F238E27FC236}">
                <a16:creationId xmlns:a16="http://schemas.microsoft.com/office/drawing/2014/main" id="{E7314D71-A718-9BEA-DADF-4BE4296A1381}"/>
              </a:ext>
            </a:extLst>
          </p:cNvPr>
          <p:cNvSpPr>
            <a:spLocks noGrp="1"/>
          </p:cNvSpPr>
          <p:nvPr>
            <p:ph idx="1"/>
          </p:nvPr>
        </p:nvSpPr>
        <p:spPr>
          <a:xfrm>
            <a:off x="1251678" y="2157983"/>
            <a:ext cx="10178322" cy="3721609"/>
          </a:xfrm>
        </p:spPr>
        <p:txBody>
          <a:bodyPr>
            <a:normAutofit/>
          </a:bodyPr>
          <a:lstStyle/>
          <a:p>
            <a:pPr marL="0" indent="0">
              <a:buNone/>
            </a:pPr>
            <a:r>
              <a:rPr lang="en-US" sz="2800" i="1" dirty="0">
                <a:solidFill>
                  <a:srgbClr val="002060"/>
                </a:solidFill>
                <a:latin typeface="Avenir Book" panose="02000503020000020003" pitchFamily="2" charset="0"/>
              </a:rPr>
              <a:t>(1) ‘I’ am possibly such as to be non-extended</a:t>
            </a:r>
          </a:p>
          <a:p>
            <a:pPr marL="0" indent="0">
              <a:buNone/>
            </a:pPr>
            <a:r>
              <a:rPr lang="en-US" sz="2800" i="1" dirty="0">
                <a:solidFill>
                  <a:srgbClr val="002060"/>
                </a:solidFill>
                <a:latin typeface="Avenir Book" panose="02000503020000020003" pitchFamily="2" charset="0"/>
              </a:rPr>
              <a:t>(2) No physical body is possibly such as to be non-extended </a:t>
            </a:r>
          </a:p>
          <a:p>
            <a:pPr marL="0" indent="0">
              <a:buNone/>
            </a:pPr>
            <a:r>
              <a:rPr lang="en-US" sz="2800" i="1" dirty="0">
                <a:solidFill>
                  <a:srgbClr val="002060"/>
                </a:solidFill>
                <a:latin typeface="Avenir Book" panose="02000503020000020003" pitchFamily="2" charset="0"/>
              </a:rPr>
              <a:t>(C) Therefore, I am not a body. </a:t>
            </a:r>
          </a:p>
        </p:txBody>
      </p:sp>
    </p:spTree>
    <p:extLst>
      <p:ext uri="{BB962C8B-B14F-4D97-AF65-F5344CB8AC3E}">
        <p14:creationId xmlns:p14="http://schemas.microsoft.com/office/powerpoint/2010/main" val="25336269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1ECA84-25C2-9527-7215-E9B73E4735C3}"/>
              </a:ext>
            </a:extLst>
          </p:cNvPr>
          <p:cNvSpPr>
            <a:spLocks noGrp="1"/>
          </p:cNvSpPr>
          <p:nvPr>
            <p:ph type="title"/>
          </p:nvPr>
        </p:nvSpPr>
        <p:spPr>
          <a:xfrm>
            <a:off x="3718560" y="621792"/>
            <a:ext cx="7711440" cy="938784"/>
          </a:xfrm>
        </p:spPr>
        <p:txBody>
          <a:bodyPr/>
          <a:lstStyle/>
          <a:p>
            <a:r>
              <a:rPr lang="en-US" dirty="0">
                <a:latin typeface="+mn-lt"/>
              </a:rPr>
              <a:t> </a:t>
            </a:r>
            <a:r>
              <a:rPr lang="en-US" dirty="0">
                <a:latin typeface="Optima" panose="02000503060000020004" pitchFamily="2" charset="0"/>
              </a:rPr>
              <a:t>Objections </a:t>
            </a:r>
          </a:p>
        </p:txBody>
      </p:sp>
      <p:sp>
        <p:nvSpPr>
          <p:cNvPr id="3" name="Content Placeholder 2">
            <a:extLst>
              <a:ext uri="{FF2B5EF4-FFF2-40B4-BE49-F238E27FC236}">
                <a16:creationId xmlns:a16="http://schemas.microsoft.com/office/drawing/2014/main" id="{98EF24D6-B14C-7AE2-AFCB-5C8452F72AA1}"/>
              </a:ext>
            </a:extLst>
          </p:cNvPr>
          <p:cNvSpPr>
            <a:spLocks noGrp="1"/>
          </p:cNvSpPr>
          <p:nvPr>
            <p:ph idx="1"/>
          </p:nvPr>
        </p:nvSpPr>
        <p:spPr>
          <a:xfrm>
            <a:off x="1251678" y="1938527"/>
            <a:ext cx="10178322" cy="3953257"/>
          </a:xfrm>
        </p:spPr>
        <p:txBody>
          <a:bodyPr>
            <a:normAutofit fontScale="85000" lnSpcReduction="20000"/>
          </a:bodyPr>
          <a:lstStyle/>
          <a:p>
            <a:pPr marL="0" indent="0" algn="just">
              <a:buNone/>
            </a:pPr>
            <a:r>
              <a:rPr lang="en-US" sz="3600" dirty="0">
                <a:solidFill>
                  <a:srgbClr val="002060"/>
                </a:solidFill>
                <a:latin typeface="Avenir Book" panose="02000503020000020003" pitchFamily="2" charset="0"/>
              </a:rPr>
              <a:t>(1) We are not conscious when we are in deep sleep but we still exist. </a:t>
            </a:r>
          </a:p>
          <a:p>
            <a:pPr marL="0" indent="0" algn="just">
              <a:buNone/>
            </a:pPr>
            <a:r>
              <a:rPr lang="en-US" sz="3600" dirty="0">
                <a:solidFill>
                  <a:srgbClr val="002060"/>
                </a:solidFill>
                <a:latin typeface="Avenir Book" panose="02000503020000020003" pitchFamily="2" charset="0"/>
              </a:rPr>
              <a:t>(2) For this argument to work, we must assume that no individual thing can pass from being extended to being non-extended. (Cheshire cat becomes a grin) </a:t>
            </a:r>
          </a:p>
          <a:p>
            <a:pPr marL="0" indent="0" algn="just">
              <a:buNone/>
            </a:pPr>
            <a:r>
              <a:rPr lang="en-US" sz="3600" dirty="0">
                <a:solidFill>
                  <a:srgbClr val="002060"/>
                </a:solidFill>
                <a:latin typeface="Avenir Book" panose="02000503020000020003" pitchFamily="2" charset="0"/>
              </a:rPr>
              <a:t>(3) Is the ‘I’ a substance? It could be a bundle. </a:t>
            </a:r>
          </a:p>
          <a:p>
            <a:pPr marL="0" indent="0" algn="just">
              <a:buNone/>
            </a:pPr>
            <a:r>
              <a:rPr lang="en-US" sz="3600" dirty="0">
                <a:solidFill>
                  <a:srgbClr val="002060"/>
                </a:solidFill>
                <a:latin typeface="Avenir Book" panose="02000503020000020003" pitchFamily="2" charset="0"/>
              </a:rPr>
              <a:t>(4) Conceivability does not mean possibility. And Descartes needs God for his argument to work.</a:t>
            </a:r>
          </a:p>
        </p:txBody>
      </p:sp>
    </p:spTree>
    <p:extLst>
      <p:ext uri="{BB962C8B-B14F-4D97-AF65-F5344CB8AC3E}">
        <p14:creationId xmlns:p14="http://schemas.microsoft.com/office/powerpoint/2010/main" val="39625659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4" name="Picture 3" descr="A cartoon of a cat&#10;&#10;Description automatically generated">
            <a:extLst>
              <a:ext uri="{FF2B5EF4-FFF2-40B4-BE49-F238E27FC236}">
                <a16:creationId xmlns:a16="http://schemas.microsoft.com/office/drawing/2014/main" id="{4AE3C38E-D33F-B269-2719-323772D796C5}"/>
              </a:ext>
            </a:extLst>
          </p:cNvPr>
          <p:cNvPicPr>
            <a:picLocks noChangeAspect="1"/>
          </p:cNvPicPr>
          <p:nvPr/>
        </p:nvPicPr>
        <p:blipFill>
          <a:blip r:embed="rId2" cstate="print">
            <a:extLst>
              <a:ext uri="{28A0092B-C50C-407E-A947-70E740481C1C}">
                <a14:useLocalDpi xmlns:a14="http://schemas.microsoft.com/office/drawing/2010/main" val="0"/>
              </a:ext>
            </a:extLst>
          </a:blip>
          <a:srcRect l="15330" r="19031" b="-1"/>
          <a:stretch/>
        </p:blipFill>
        <p:spPr>
          <a:xfrm>
            <a:off x="7338646" y="10"/>
            <a:ext cx="4853354" cy="6857990"/>
          </a:xfrm>
          <a:prstGeom prst="rect">
            <a:avLst/>
          </a:prstGeom>
        </p:spPr>
      </p:pic>
      <p:sp>
        <p:nvSpPr>
          <p:cNvPr id="9" name="Freeform 10">
            <a:extLst>
              <a:ext uri="{FF2B5EF4-FFF2-40B4-BE49-F238E27FC236}">
                <a16:creationId xmlns:a16="http://schemas.microsoft.com/office/drawing/2014/main" id="{5D0CF218-804B-46B7-8D12-741D899E5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7569200" cy="6858000"/>
          </a:xfrm>
          <a:custGeom>
            <a:avLst/>
            <a:gdLst>
              <a:gd name="connsiteX0" fmla="*/ 0 w 7569200"/>
              <a:gd name="connsiteY0" fmla="*/ 0 h 6858000"/>
              <a:gd name="connsiteX1" fmla="*/ 7389812 w 7569200"/>
              <a:gd name="connsiteY1" fmla="*/ 0 h 6858000"/>
              <a:gd name="connsiteX2" fmla="*/ 7394575 w 7569200"/>
              <a:gd name="connsiteY2" fmla="*/ 66675 h 6858000"/>
              <a:gd name="connsiteX3" fmla="*/ 7402512 w 7569200"/>
              <a:gd name="connsiteY3" fmla="*/ 122237 h 6858000"/>
              <a:gd name="connsiteX4" fmla="*/ 7412037 w 7569200"/>
              <a:gd name="connsiteY4" fmla="*/ 174625 h 6858000"/>
              <a:gd name="connsiteX5" fmla="*/ 7427912 w 7569200"/>
              <a:gd name="connsiteY5" fmla="*/ 217487 h 6858000"/>
              <a:gd name="connsiteX6" fmla="*/ 7443787 w 7569200"/>
              <a:gd name="connsiteY6" fmla="*/ 260350 h 6858000"/>
              <a:gd name="connsiteX7" fmla="*/ 7462837 w 7569200"/>
              <a:gd name="connsiteY7" fmla="*/ 296862 h 6858000"/>
              <a:gd name="connsiteX8" fmla="*/ 7481887 w 7569200"/>
              <a:gd name="connsiteY8" fmla="*/ 334962 h 6858000"/>
              <a:gd name="connsiteX9" fmla="*/ 7499350 w 7569200"/>
              <a:gd name="connsiteY9" fmla="*/ 369887 h 6858000"/>
              <a:gd name="connsiteX10" fmla="*/ 7516812 w 7569200"/>
              <a:gd name="connsiteY10" fmla="*/ 409575 h 6858000"/>
              <a:gd name="connsiteX11" fmla="*/ 7532687 w 7569200"/>
              <a:gd name="connsiteY11" fmla="*/ 450850 h 6858000"/>
              <a:gd name="connsiteX12" fmla="*/ 7546975 w 7569200"/>
              <a:gd name="connsiteY12" fmla="*/ 496887 h 6858000"/>
              <a:gd name="connsiteX13" fmla="*/ 7558087 w 7569200"/>
              <a:gd name="connsiteY13" fmla="*/ 546100 h 6858000"/>
              <a:gd name="connsiteX14" fmla="*/ 7566025 w 7569200"/>
              <a:gd name="connsiteY14" fmla="*/ 606425 h 6858000"/>
              <a:gd name="connsiteX15" fmla="*/ 7569200 w 7569200"/>
              <a:gd name="connsiteY15" fmla="*/ 673100 h 6858000"/>
              <a:gd name="connsiteX16" fmla="*/ 7566025 w 7569200"/>
              <a:gd name="connsiteY16" fmla="*/ 744537 h 6858000"/>
              <a:gd name="connsiteX17" fmla="*/ 7558087 w 7569200"/>
              <a:gd name="connsiteY17" fmla="*/ 801687 h 6858000"/>
              <a:gd name="connsiteX18" fmla="*/ 7546975 w 7569200"/>
              <a:gd name="connsiteY18" fmla="*/ 854075 h 6858000"/>
              <a:gd name="connsiteX19" fmla="*/ 7532687 w 7569200"/>
              <a:gd name="connsiteY19" fmla="*/ 901700 h 6858000"/>
              <a:gd name="connsiteX20" fmla="*/ 7516812 w 7569200"/>
              <a:gd name="connsiteY20" fmla="*/ 942975 h 6858000"/>
              <a:gd name="connsiteX21" fmla="*/ 7497762 w 7569200"/>
              <a:gd name="connsiteY21" fmla="*/ 981075 h 6858000"/>
              <a:gd name="connsiteX22" fmla="*/ 7478712 w 7569200"/>
              <a:gd name="connsiteY22" fmla="*/ 1017587 h 6858000"/>
              <a:gd name="connsiteX23" fmla="*/ 7459662 w 7569200"/>
              <a:gd name="connsiteY23" fmla="*/ 1055687 h 6858000"/>
              <a:gd name="connsiteX24" fmla="*/ 7442200 w 7569200"/>
              <a:gd name="connsiteY24" fmla="*/ 1095375 h 6858000"/>
              <a:gd name="connsiteX25" fmla="*/ 7424737 w 7569200"/>
              <a:gd name="connsiteY25" fmla="*/ 1136650 h 6858000"/>
              <a:gd name="connsiteX26" fmla="*/ 7410450 w 7569200"/>
              <a:gd name="connsiteY26" fmla="*/ 1182687 h 6858000"/>
              <a:gd name="connsiteX27" fmla="*/ 7400925 w 7569200"/>
              <a:gd name="connsiteY27" fmla="*/ 1235075 h 6858000"/>
              <a:gd name="connsiteX28" fmla="*/ 7391400 w 7569200"/>
              <a:gd name="connsiteY28" fmla="*/ 1295400 h 6858000"/>
              <a:gd name="connsiteX29" fmla="*/ 7389812 w 7569200"/>
              <a:gd name="connsiteY29" fmla="*/ 1363662 h 6858000"/>
              <a:gd name="connsiteX30" fmla="*/ 7391400 w 7569200"/>
              <a:gd name="connsiteY30" fmla="*/ 1431925 h 6858000"/>
              <a:gd name="connsiteX31" fmla="*/ 7400925 w 7569200"/>
              <a:gd name="connsiteY31" fmla="*/ 1492250 h 6858000"/>
              <a:gd name="connsiteX32" fmla="*/ 7410450 w 7569200"/>
              <a:gd name="connsiteY32" fmla="*/ 1544637 h 6858000"/>
              <a:gd name="connsiteX33" fmla="*/ 7424737 w 7569200"/>
              <a:gd name="connsiteY33" fmla="*/ 1589087 h 6858000"/>
              <a:gd name="connsiteX34" fmla="*/ 7442200 w 7569200"/>
              <a:gd name="connsiteY34" fmla="*/ 1631950 h 6858000"/>
              <a:gd name="connsiteX35" fmla="*/ 7459662 w 7569200"/>
              <a:gd name="connsiteY35" fmla="*/ 1671637 h 6858000"/>
              <a:gd name="connsiteX36" fmla="*/ 7478712 w 7569200"/>
              <a:gd name="connsiteY36" fmla="*/ 1708150 h 6858000"/>
              <a:gd name="connsiteX37" fmla="*/ 7497762 w 7569200"/>
              <a:gd name="connsiteY37" fmla="*/ 1743075 h 6858000"/>
              <a:gd name="connsiteX38" fmla="*/ 7516812 w 7569200"/>
              <a:gd name="connsiteY38" fmla="*/ 1782762 h 6858000"/>
              <a:gd name="connsiteX39" fmla="*/ 7532687 w 7569200"/>
              <a:gd name="connsiteY39" fmla="*/ 1824037 h 6858000"/>
              <a:gd name="connsiteX40" fmla="*/ 7546975 w 7569200"/>
              <a:gd name="connsiteY40" fmla="*/ 1870075 h 6858000"/>
              <a:gd name="connsiteX41" fmla="*/ 7558087 w 7569200"/>
              <a:gd name="connsiteY41" fmla="*/ 1922462 h 6858000"/>
              <a:gd name="connsiteX42" fmla="*/ 7566025 w 7569200"/>
              <a:gd name="connsiteY42" fmla="*/ 1982787 h 6858000"/>
              <a:gd name="connsiteX43" fmla="*/ 7569200 w 7569200"/>
              <a:gd name="connsiteY43" fmla="*/ 2051050 h 6858000"/>
              <a:gd name="connsiteX44" fmla="*/ 7566025 w 7569200"/>
              <a:gd name="connsiteY44" fmla="*/ 2119312 h 6858000"/>
              <a:gd name="connsiteX45" fmla="*/ 7558087 w 7569200"/>
              <a:gd name="connsiteY45" fmla="*/ 2179637 h 6858000"/>
              <a:gd name="connsiteX46" fmla="*/ 7546975 w 7569200"/>
              <a:gd name="connsiteY46" fmla="*/ 2232025 h 6858000"/>
              <a:gd name="connsiteX47" fmla="*/ 7532687 w 7569200"/>
              <a:gd name="connsiteY47" fmla="*/ 2278062 h 6858000"/>
              <a:gd name="connsiteX48" fmla="*/ 7516812 w 7569200"/>
              <a:gd name="connsiteY48" fmla="*/ 2319337 h 6858000"/>
              <a:gd name="connsiteX49" fmla="*/ 7497762 w 7569200"/>
              <a:gd name="connsiteY49" fmla="*/ 2359025 h 6858000"/>
              <a:gd name="connsiteX50" fmla="*/ 7478712 w 7569200"/>
              <a:gd name="connsiteY50" fmla="*/ 2395537 h 6858000"/>
              <a:gd name="connsiteX51" fmla="*/ 7459662 w 7569200"/>
              <a:gd name="connsiteY51" fmla="*/ 2433637 h 6858000"/>
              <a:gd name="connsiteX52" fmla="*/ 7442200 w 7569200"/>
              <a:gd name="connsiteY52" fmla="*/ 2471737 h 6858000"/>
              <a:gd name="connsiteX53" fmla="*/ 7424737 w 7569200"/>
              <a:gd name="connsiteY53" fmla="*/ 2513012 h 6858000"/>
              <a:gd name="connsiteX54" fmla="*/ 7410450 w 7569200"/>
              <a:gd name="connsiteY54" fmla="*/ 2560637 h 6858000"/>
              <a:gd name="connsiteX55" fmla="*/ 7400925 w 7569200"/>
              <a:gd name="connsiteY55" fmla="*/ 2613025 h 6858000"/>
              <a:gd name="connsiteX56" fmla="*/ 7391400 w 7569200"/>
              <a:gd name="connsiteY56" fmla="*/ 2671762 h 6858000"/>
              <a:gd name="connsiteX57" fmla="*/ 7389812 w 7569200"/>
              <a:gd name="connsiteY57" fmla="*/ 2741612 h 6858000"/>
              <a:gd name="connsiteX58" fmla="*/ 7391400 w 7569200"/>
              <a:gd name="connsiteY58" fmla="*/ 2809875 h 6858000"/>
              <a:gd name="connsiteX59" fmla="*/ 7400925 w 7569200"/>
              <a:gd name="connsiteY59" fmla="*/ 2868612 h 6858000"/>
              <a:gd name="connsiteX60" fmla="*/ 7410450 w 7569200"/>
              <a:gd name="connsiteY60" fmla="*/ 2922587 h 6858000"/>
              <a:gd name="connsiteX61" fmla="*/ 7424737 w 7569200"/>
              <a:gd name="connsiteY61" fmla="*/ 2967037 h 6858000"/>
              <a:gd name="connsiteX62" fmla="*/ 7442200 w 7569200"/>
              <a:gd name="connsiteY62" fmla="*/ 3009900 h 6858000"/>
              <a:gd name="connsiteX63" fmla="*/ 7459662 w 7569200"/>
              <a:gd name="connsiteY63" fmla="*/ 3046412 h 6858000"/>
              <a:gd name="connsiteX64" fmla="*/ 7478712 w 7569200"/>
              <a:gd name="connsiteY64" fmla="*/ 3084512 h 6858000"/>
              <a:gd name="connsiteX65" fmla="*/ 7497762 w 7569200"/>
              <a:gd name="connsiteY65" fmla="*/ 3121025 h 6858000"/>
              <a:gd name="connsiteX66" fmla="*/ 7516812 w 7569200"/>
              <a:gd name="connsiteY66" fmla="*/ 3160712 h 6858000"/>
              <a:gd name="connsiteX67" fmla="*/ 7532687 w 7569200"/>
              <a:gd name="connsiteY67" fmla="*/ 3201987 h 6858000"/>
              <a:gd name="connsiteX68" fmla="*/ 7546975 w 7569200"/>
              <a:gd name="connsiteY68" fmla="*/ 3248025 h 6858000"/>
              <a:gd name="connsiteX69" fmla="*/ 7558087 w 7569200"/>
              <a:gd name="connsiteY69" fmla="*/ 3300412 h 6858000"/>
              <a:gd name="connsiteX70" fmla="*/ 7566025 w 7569200"/>
              <a:gd name="connsiteY70" fmla="*/ 3360737 h 6858000"/>
              <a:gd name="connsiteX71" fmla="*/ 7569200 w 7569200"/>
              <a:gd name="connsiteY71" fmla="*/ 3427412 h 6858000"/>
              <a:gd name="connsiteX72" fmla="*/ 7566025 w 7569200"/>
              <a:gd name="connsiteY72" fmla="*/ 3497262 h 6858000"/>
              <a:gd name="connsiteX73" fmla="*/ 7558087 w 7569200"/>
              <a:gd name="connsiteY73" fmla="*/ 3557587 h 6858000"/>
              <a:gd name="connsiteX74" fmla="*/ 7546975 w 7569200"/>
              <a:gd name="connsiteY74" fmla="*/ 3609975 h 6858000"/>
              <a:gd name="connsiteX75" fmla="*/ 7532687 w 7569200"/>
              <a:gd name="connsiteY75" fmla="*/ 3656012 h 6858000"/>
              <a:gd name="connsiteX76" fmla="*/ 7516812 w 7569200"/>
              <a:gd name="connsiteY76" fmla="*/ 3697287 h 6858000"/>
              <a:gd name="connsiteX77" fmla="*/ 7497762 w 7569200"/>
              <a:gd name="connsiteY77" fmla="*/ 3736975 h 6858000"/>
              <a:gd name="connsiteX78" fmla="*/ 7459662 w 7569200"/>
              <a:gd name="connsiteY78" fmla="*/ 3811587 h 6858000"/>
              <a:gd name="connsiteX79" fmla="*/ 7442200 w 7569200"/>
              <a:gd name="connsiteY79" fmla="*/ 3848100 h 6858000"/>
              <a:gd name="connsiteX80" fmla="*/ 7424737 w 7569200"/>
              <a:gd name="connsiteY80" fmla="*/ 3890962 h 6858000"/>
              <a:gd name="connsiteX81" fmla="*/ 7410450 w 7569200"/>
              <a:gd name="connsiteY81" fmla="*/ 3935412 h 6858000"/>
              <a:gd name="connsiteX82" fmla="*/ 7400925 w 7569200"/>
              <a:gd name="connsiteY82" fmla="*/ 3987800 h 6858000"/>
              <a:gd name="connsiteX83" fmla="*/ 7391400 w 7569200"/>
              <a:gd name="connsiteY83" fmla="*/ 4048125 h 6858000"/>
              <a:gd name="connsiteX84" fmla="*/ 7389812 w 7569200"/>
              <a:gd name="connsiteY84" fmla="*/ 4116387 h 6858000"/>
              <a:gd name="connsiteX85" fmla="*/ 7391400 w 7569200"/>
              <a:gd name="connsiteY85" fmla="*/ 4186237 h 6858000"/>
              <a:gd name="connsiteX86" fmla="*/ 7400925 w 7569200"/>
              <a:gd name="connsiteY86" fmla="*/ 4244975 h 6858000"/>
              <a:gd name="connsiteX87" fmla="*/ 7410450 w 7569200"/>
              <a:gd name="connsiteY87" fmla="*/ 4297362 h 6858000"/>
              <a:gd name="connsiteX88" fmla="*/ 7424737 w 7569200"/>
              <a:gd name="connsiteY88" fmla="*/ 4343400 h 6858000"/>
              <a:gd name="connsiteX89" fmla="*/ 7442200 w 7569200"/>
              <a:gd name="connsiteY89" fmla="*/ 4386262 h 6858000"/>
              <a:gd name="connsiteX90" fmla="*/ 7459662 w 7569200"/>
              <a:gd name="connsiteY90" fmla="*/ 4424362 h 6858000"/>
              <a:gd name="connsiteX91" fmla="*/ 7497762 w 7569200"/>
              <a:gd name="connsiteY91" fmla="*/ 4498975 h 6858000"/>
              <a:gd name="connsiteX92" fmla="*/ 7516812 w 7569200"/>
              <a:gd name="connsiteY92" fmla="*/ 4537075 h 6858000"/>
              <a:gd name="connsiteX93" fmla="*/ 7532687 w 7569200"/>
              <a:gd name="connsiteY93" fmla="*/ 4579937 h 6858000"/>
              <a:gd name="connsiteX94" fmla="*/ 7546975 w 7569200"/>
              <a:gd name="connsiteY94" fmla="*/ 4625975 h 6858000"/>
              <a:gd name="connsiteX95" fmla="*/ 7558087 w 7569200"/>
              <a:gd name="connsiteY95" fmla="*/ 4678362 h 6858000"/>
              <a:gd name="connsiteX96" fmla="*/ 7566025 w 7569200"/>
              <a:gd name="connsiteY96" fmla="*/ 4738687 h 6858000"/>
              <a:gd name="connsiteX97" fmla="*/ 7569200 w 7569200"/>
              <a:gd name="connsiteY97" fmla="*/ 4806950 h 6858000"/>
              <a:gd name="connsiteX98" fmla="*/ 7566025 w 7569200"/>
              <a:gd name="connsiteY98" fmla="*/ 4875212 h 6858000"/>
              <a:gd name="connsiteX99" fmla="*/ 7558087 w 7569200"/>
              <a:gd name="connsiteY99" fmla="*/ 4935537 h 6858000"/>
              <a:gd name="connsiteX100" fmla="*/ 7546975 w 7569200"/>
              <a:gd name="connsiteY100" fmla="*/ 4987925 h 6858000"/>
              <a:gd name="connsiteX101" fmla="*/ 7532687 w 7569200"/>
              <a:gd name="connsiteY101" fmla="*/ 5033962 h 6858000"/>
              <a:gd name="connsiteX102" fmla="*/ 7516812 w 7569200"/>
              <a:gd name="connsiteY102" fmla="*/ 5075237 h 6858000"/>
              <a:gd name="connsiteX103" fmla="*/ 7497762 w 7569200"/>
              <a:gd name="connsiteY103" fmla="*/ 5114925 h 6858000"/>
              <a:gd name="connsiteX104" fmla="*/ 7478712 w 7569200"/>
              <a:gd name="connsiteY104" fmla="*/ 5149850 h 6858000"/>
              <a:gd name="connsiteX105" fmla="*/ 7459662 w 7569200"/>
              <a:gd name="connsiteY105" fmla="*/ 5186362 h 6858000"/>
              <a:gd name="connsiteX106" fmla="*/ 7442200 w 7569200"/>
              <a:gd name="connsiteY106" fmla="*/ 5226050 h 6858000"/>
              <a:gd name="connsiteX107" fmla="*/ 7424737 w 7569200"/>
              <a:gd name="connsiteY107" fmla="*/ 5268912 h 6858000"/>
              <a:gd name="connsiteX108" fmla="*/ 7410450 w 7569200"/>
              <a:gd name="connsiteY108" fmla="*/ 5313362 h 6858000"/>
              <a:gd name="connsiteX109" fmla="*/ 7400925 w 7569200"/>
              <a:gd name="connsiteY109" fmla="*/ 5365750 h 6858000"/>
              <a:gd name="connsiteX110" fmla="*/ 7391400 w 7569200"/>
              <a:gd name="connsiteY110" fmla="*/ 5426075 h 6858000"/>
              <a:gd name="connsiteX111" fmla="*/ 7389812 w 7569200"/>
              <a:gd name="connsiteY111" fmla="*/ 5494337 h 6858000"/>
              <a:gd name="connsiteX112" fmla="*/ 7391400 w 7569200"/>
              <a:gd name="connsiteY112" fmla="*/ 5562600 h 6858000"/>
              <a:gd name="connsiteX113" fmla="*/ 7400925 w 7569200"/>
              <a:gd name="connsiteY113" fmla="*/ 5622925 h 6858000"/>
              <a:gd name="connsiteX114" fmla="*/ 7410450 w 7569200"/>
              <a:gd name="connsiteY114" fmla="*/ 5675312 h 6858000"/>
              <a:gd name="connsiteX115" fmla="*/ 7424737 w 7569200"/>
              <a:gd name="connsiteY115" fmla="*/ 5721350 h 6858000"/>
              <a:gd name="connsiteX116" fmla="*/ 7442200 w 7569200"/>
              <a:gd name="connsiteY116" fmla="*/ 5762625 h 6858000"/>
              <a:gd name="connsiteX117" fmla="*/ 7459662 w 7569200"/>
              <a:gd name="connsiteY117" fmla="*/ 5802312 h 6858000"/>
              <a:gd name="connsiteX118" fmla="*/ 7478712 w 7569200"/>
              <a:gd name="connsiteY118" fmla="*/ 5840412 h 6858000"/>
              <a:gd name="connsiteX119" fmla="*/ 7497762 w 7569200"/>
              <a:gd name="connsiteY119" fmla="*/ 5876925 h 6858000"/>
              <a:gd name="connsiteX120" fmla="*/ 7516812 w 7569200"/>
              <a:gd name="connsiteY120" fmla="*/ 5915025 h 6858000"/>
              <a:gd name="connsiteX121" fmla="*/ 7532687 w 7569200"/>
              <a:gd name="connsiteY121" fmla="*/ 5956300 h 6858000"/>
              <a:gd name="connsiteX122" fmla="*/ 7546975 w 7569200"/>
              <a:gd name="connsiteY122" fmla="*/ 6003925 h 6858000"/>
              <a:gd name="connsiteX123" fmla="*/ 7558087 w 7569200"/>
              <a:gd name="connsiteY123" fmla="*/ 6056312 h 6858000"/>
              <a:gd name="connsiteX124" fmla="*/ 7566025 w 7569200"/>
              <a:gd name="connsiteY124" fmla="*/ 6113462 h 6858000"/>
              <a:gd name="connsiteX125" fmla="*/ 7569200 w 7569200"/>
              <a:gd name="connsiteY125" fmla="*/ 6183312 h 6858000"/>
              <a:gd name="connsiteX126" fmla="*/ 7566025 w 7569200"/>
              <a:gd name="connsiteY126" fmla="*/ 6251575 h 6858000"/>
              <a:gd name="connsiteX127" fmla="*/ 7558087 w 7569200"/>
              <a:gd name="connsiteY127" fmla="*/ 6311900 h 6858000"/>
              <a:gd name="connsiteX128" fmla="*/ 7546975 w 7569200"/>
              <a:gd name="connsiteY128" fmla="*/ 6361112 h 6858000"/>
              <a:gd name="connsiteX129" fmla="*/ 7532687 w 7569200"/>
              <a:gd name="connsiteY129" fmla="*/ 6407150 h 6858000"/>
              <a:gd name="connsiteX130" fmla="*/ 7516812 w 7569200"/>
              <a:gd name="connsiteY130" fmla="*/ 6448425 h 6858000"/>
              <a:gd name="connsiteX131" fmla="*/ 7499350 w 7569200"/>
              <a:gd name="connsiteY131" fmla="*/ 6488112 h 6858000"/>
              <a:gd name="connsiteX132" fmla="*/ 7481887 w 7569200"/>
              <a:gd name="connsiteY132" fmla="*/ 6523037 h 6858000"/>
              <a:gd name="connsiteX133" fmla="*/ 7462837 w 7569200"/>
              <a:gd name="connsiteY133" fmla="*/ 6561137 h 6858000"/>
              <a:gd name="connsiteX134" fmla="*/ 7443787 w 7569200"/>
              <a:gd name="connsiteY134" fmla="*/ 6597650 h 6858000"/>
              <a:gd name="connsiteX135" fmla="*/ 7427912 w 7569200"/>
              <a:gd name="connsiteY135" fmla="*/ 6640512 h 6858000"/>
              <a:gd name="connsiteX136" fmla="*/ 7412037 w 7569200"/>
              <a:gd name="connsiteY136" fmla="*/ 6683375 h 6858000"/>
              <a:gd name="connsiteX137" fmla="*/ 7402512 w 7569200"/>
              <a:gd name="connsiteY137" fmla="*/ 6735762 h 6858000"/>
              <a:gd name="connsiteX138" fmla="*/ 7394575 w 7569200"/>
              <a:gd name="connsiteY138" fmla="*/ 6791325 h 6858000"/>
              <a:gd name="connsiteX139" fmla="*/ 7389812 w 7569200"/>
              <a:gd name="connsiteY139" fmla="*/ 6858000 h 6858000"/>
              <a:gd name="connsiteX140" fmla="*/ 0 w 7569200"/>
              <a:gd name="connsiteY140" fmla="*/ 6858000 h 6858000"/>
              <a:gd name="connsiteX141" fmla="*/ 0 w 7569200"/>
              <a:gd name="connsiteY14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7569200" h="6858000">
                <a:moveTo>
                  <a:pt x="0" y="0"/>
                </a:moveTo>
                <a:lnTo>
                  <a:pt x="7389812" y="0"/>
                </a:lnTo>
                <a:lnTo>
                  <a:pt x="7394575" y="66675"/>
                </a:lnTo>
                <a:lnTo>
                  <a:pt x="7402512" y="122237"/>
                </a:lnTo>
                <a:lnTo>
                  <a:pt x="7412037" y="174625"/>
                </a:lnTo>
                <a:lnTo>
                  <a:pt x="7427912" y="217487"/>
                </a:lnTo>
                <a:lnTo>
                  <a:pt x="7443787" y="260350"/>
                </a:lnTo>
                <a:lnTo>
                  <a:pt x="7462837" y="296862"/>
                </a:lnTo>
                <a:lnTo>
                  <a:pt x="7481887" y="334962"/>
                </a:lnTo>
                <a:lnTo>
                  <a:pt x="7499350" y="369887"/>
                </a:lnTo>
                <a:lnTo>
                  <a:pt x="7516812" y="409575"/>
                </a:lnTo>
                <a:lnTo>
                  <a:pt x="7532687" y="450850"/>
                </a:lnTo>
                <a:lnTo>
                  <a:pt x="7546975" y="496887"/>
                </a:lnTo>
                <a:lnTo>
                  <a:pt x="7558087" y="546100"/>
                </a:lnTo>
                <a:lnTo>
                  <a:pt x="7566025" y="606425"/>
                </a:lnTo>
                <a:lnTo>
                  <a:pt x="7569200" y="673100"/>
                </a:lnTo>
                <a:lnTo>
                  <a:pt x="7566025" y="744537"/>
                </a:lnTo>
                <a:lnTo>
                  <a:pt x="7558087" y="801687"/>
                </a:lnTo>
                <a:lnTo>
                  <a:pt x="7546975" y="854075"/>
                </a:lnTo>
                <a:lnTo>
                  <a:pt x="7532687" y="901700"/>
                </a:lnTo>
                <a:lnTo>
                  <a:pt x="7516812" y="942975"/>
                </a:lnTo>
                <a:lnTo>
                  <a:pt x="7497762" y="981075"/>
                </a:lnTo>
                <a:lnTo>
                  <a:pt x="7478712" y="1017587"/>
                </a:lnTo>
                <a:lnTo>
                  <a:pt x="7459662" y="1055687"/>
                </a:lnTo>
                <a:lnTo>
                  <a:pt x="7442200" y="1095375"/>
                </a:lnTo>
                <a:lnTo>
                  <a:pt x="7424737" y="1136650"/>
                </a:lnTo>
                <a:lnTo>
                  <a:pt x="7410450" y="1182687"/>
                </a:lnTo>
                <a:lnTo>
                  <a:pt x="7400925" y="1235075"/>
                </a:lnTo>
                <a:lnTo>
                  <a:pt x="7391400" y="1295400"/>
                </a:lnTo>
                <a:lnTo>
                  <a:pt x="7389812" y="1363662"/>
                </a:lnTo>
                <a:lnTo>
                  <a:pt x="7391400" y="1431925"/>
                </a:lnTo>
                <a:lnTo>
                  <a:pt x="7400925" y="1492250"/>
                </a:lnTo>
                <a:lnTo>
                  <a:pt x="7410450" y="1544637"/>
                </a:lnTo>
                <a:lnTo>
                  <a:pt x="7424737" y="1589087"/>
                </a:lnTo>
                <a:lnTo>
                  <a:pt x="7442200" y="1631950"/>
                </a:lnTo>
                <a:lnTo>
                  <a:pt x="7459662" y="1671637"/>
                </a:lnTo>
                <a:lnTo>
                  <a:pt x="7478712" y="1708150"/>
                </a:lnTo>
                <a:lnTo>
                  <a:pt x="7497762" y="1743075"/>
                </a:lnTo>
                <a:lnTo>
                  <a:pt x="7516812" y="1782762"/>
                </a:lnTo>
                <a:lnTo>
                  <a:pt x="7532687" y="1824037"/>
                </a:lnTo>
                <a:lnTo>
                  <a:pt x="7546975" y="1870075"/>
                </a:lnTo>
                <a:lnTo>
                  <a:pt x="7558087" y="1922462"/>
                </a:lnTo>
                <a:lnTo>
                  <a:pt x="7566025" y="1982787"/>
                </a:lnTo>
                <a:lnTo>
                  <a:pt x="7569200" y="2051050"/>
                </a:lnTo>
                <a:lnTo>
                  <a:pt x="7566025" y="2119312"/>
                </a:lnTo>
                <a:lnTo>
                  <a:pt x="7558087" y="2179637"/>
                </a:lnTo>
                <a:lnTo>
                  <a:pt x="7546975" y="2232025"/>
                </a:lnTo>
                <a:lnTo>
                  <a:pt x="7532687" y="2278062"/>
                </a:lnTo>
                <a:lnTo>
                  <a:pt x="7516812" y="2319337"/>
                </a:lnTo>
                <a:lnTo>
                  <a:pt x="7497762" y="2359025"/>
                </a:lnTo>
                <a:lnTo>
                  <a:pt x="7478712" y="2395537"/>
                </a:lnTo>
                <a:lnTo>
                  <a:pt x="7459662" y="2433637"/>
                </a:lnTo>
                <a:lnTo>
                  <a:pt x="7442200" y="2471737"/>
                </a:lnTo>
                <a:lnTo>
                  <a:pt x="7424737" y="2513012"/>
                </a:lnTo>
                <a:lnTo>
                  <a:pt x="7410450" y="2560637"/>
                </a:lnTo>
                <a:lnTo>
                  <a:pt x="7400925" y="2613025"/>
                </a:lnTo>
                <a:lnTo>
                  <a:pt x="7391400" y="2671762"/>
                </a:lnTo>
                <a:lnTo>
                  <a:pt x="7389812" y="2741612"/>
                </a:lnTo>
                <a:lnTo>
                  <a:pt x="7391400" y="2809875"/>
                </a:lnTo>
                <a:lnTo>
                  <a:pt x="7400925" y="2868612"/>
                </a:lnTo>
                <a:lnTo>
                  <a:pt x="7410450" y="2922587"/>
                </a:lnTo>
                <a:lnTo>
                  <a:pt x="7424737" y="2967037"/>
                </a:lnTo>
                <a:lnTo>
                  <a:pt x="7442200" y="3009900"/>
                </a:lnTo>
                <a:lnTo>
                  <a:pt x="7459662" y="3046412"/>
                </a:lnTo>
                <a:lnTo>
                  <a:pt x="7478712" y="3084512"/>
                </a:lnTo>
                <a:lnTo>
                  <a:pt x="7497762" y="3121025"/>
                </a:lnTo>
                <a:lnTo>
                  <a:pt x="7516812" y="3160712"/>
                </a:lnTo>
                <a:lnTo>
                  <a:pt x="7532687" y="3201987"/>
                </a:lnTo>
                <a:lnTo>
                  <a:pt x="7546975" y="3248025"/>
                </a:lnTo>
                <a:lnTo>
                  <a:pt x="7558087" y="3300412"/>
                </a:lnTo>
                <a:lnTo>
                  <a:pt x="7566025" y="3360737"/>
                </a:lnTo>
                <a:lnTo>
                  <a:pt x="7569200" y="3427412"/>
                </a:lnTo>
                <a:lnTo>
                  <a:pt x="7566025" y="3497262"/>
                </a:lnTo>
                <a:lnTo>
                  <a:pt x="7558087" y="3557587"/>
                </a:lnTo>
                <a:lnTo>
                  <a:pt x="7546975" y="3609975"/>
                </a:lnTo>
                <a:lnTo>
                  <a:pt x="7532687" y="3656012"/>
                </a:lnTo>
                <a:lnTo>
                  <a:pt x="7516812" y="3697287"/>
                </a:lnTo>
                <a:lnTo>
                  <a:pt x="7497762" y="3736975"/>
                </a:lnTo>
                <a:lnTo>
                  <a:pt x="7459662" y="3811587"/>
                </a:lnTo>
                <a:lnTo>
                  <a:pt x="7442200" y="3848100"/>
                </a:lnTo>
                <a:lnTo>
                  <a:pt x="7424737" y="3890962"/>
                </a:lnTo>
                <a:lnTo>
                  <a:pt x="7410450" y="3935412"/>
                </a:lnTo>
                <a:lnTo>
                  <a:pt x="7400925" y="3987800"/>
                </a:lnTo>
                <a:lnTo>
                  <a:pt x="7391400" y="4048125"/>
                </a:lnTo>
                <a:lnTo>
                  <a:pt x="7389812" y="4116387"/>
                </a:lnTo>
                <a:lnTo>
                  <a:pt x="7391400" y="4186237"/>
                </a:lnTo>
                <a:lnTo>
                  <a:pt x="7400925" y="4244975"/>
                </a:lnTo>
                <a:lnTo>
                  <a:pt x="7410450" y="4297362"/>
                </a:lnTo>
                <a:lnTo>
                  <a:pt x="7424737" y="4343400"/>
                </a:lnTo>
                <a:lnTo>
                  <a:pt x="7442200" y="4386262"/>
                </a:lnTo>
                <a:lnTo>
                  <a:pt x="7459662" y="4424362"/>
                </a:lnTo>
                <a:lnTo>
                  <a:pt x="7497762" y="4498975"/>
                </a:lnTo>
                <a:lnTo>
                  <a:pt x="7516812" y="4537075"/>
                </a:lnTo>
                <a:lnTo>
                  <a:pt x="7532687" y="4579937"/>
                </a:lnTo>
                <a:lnTo>
                  <a:pt x="7546975" y="4625975"/>
                </a:lnTo>
                <a:lnTo>
                  <a:pt x="7558087" y="4678362"/>
                </a:lnTo>
                <a:lnTo>
                  <a:pt x="7566025" y="4738687"/>
                </a:lnTo>
                <a:lnTo>
                  <a:pt x="7569200" y="4806950"/>
                </a:lnTo>
                <a:lnTo>
                  <a:pt x="7566025" y="4875212"/>
                </a:lnTo>
                <a:lnTo>
                  <a:pt x="7558087" y="4935537"/>
                </a:lnTo>
                <a:lnTo>
                  <a:pt x="7546975" y="4987925"/>
                </a:lnTo>
                <a:lnTo>
                  <a:pt x="7532687" y="5033962"/>
                </a:lnTo>
                <a:lnTo>
                  <a:pt x="7516812" y="5075237"/>
                </a:lnTo>
                <a:lnTo>
                  <a:pt x="7497762" y="5114925"/>
                </a:lnTo>
                <a:lnTo>
                  <a:pt x="7478712" y="5149850"/>
                </a:lnTo>
                <a:lnTo>
                  <a:pt x="7459662" y="5186362"/>
                </a:lnTo>
                <a:lnTo>
                  <a:pt x="7442200" y="5226050"/>
                </a:lnTo>
                <a:lnTo>
                  <a:pt x="7424737" y="5268912"/>
                </a:lnTo>
                <a:lnTo>
                  <a:pt x="7410450" y="5313362"/>
                </a:lnTo>
                <a:lnTo>
                  <a:pt x="7400925" y="5365750"/>
                </a:lnTo>
                <a:lnTo>
                  <a:pt x="7391400" y="5426075"/>
                </a:lnTo>
                <a:lnTo>
                  <a:pt x="7389812" y="5494337"/>
                </a:lnTo>
                <a:lnTo>
                  <a:pt x="7391400" y="5562600"/>
                </a:lnTo>
                <a:lnTo>
                  <a:pt x="7400925" y="5622925"/>
                </a:lnTo>
                <a:lnTo>
                  <a:pt x="7410450" y="5675312"/>
                </a:lnTo>
                <a:lnTo>
                  <a:pt x="7424737" y="5721350"/>
                </a:lnTo>
                <a:lnTo>
                  <a:pt x="7442200" y="5762625"/>
                </a:lnTo>
                <a:lnTo>
                  <a:pt x="7459662" y="5802312"/>
                </a:lnTo>
                <a:lnTo>
                  <a:pt x="7478712" y="5840412"/>
                </a:lnTo>
                <a:lnTo>
                  <a:pt x="7497762" y="5876925"/>
                </a:lnTo>
                <a:lnTo>
                  <a:pt x="7516812" y="5915025"/>
                </a:lnTo>
                <a:lnTo>
                  <a:pt x="7532687" y="5956300"/>
                </a:lnTo>
                <a:lnTo>
                  <a:pt x="7546975" y="6003925"/>
                </a:lnTo>
                <a:lnTo>
                  <a:pt x="7558087" y="6056312"/>
                </a:lnTo>
                <a:lnTo>
                  <a:pt x="7566025" y="6113462"/>
                </a:lnTo>
                <a:lnTo>
                  <a:pt x="7569200" y="6183312"/>
                </a:lnTo>
                <a:lnTo>
                  <a:pt x="7566025" y="6251575"/>
                </a:lnTo>
                <a:lnTo>
                  <a:pt x="7558087" y="6311900"/>
                </a:lnTo>
                <a:lnTo>
                  <a:pt x="7546975" y="6361112"/>
                </a:lnTo>
                <a:lnTo>
                  <a:pt x="7532687" y="6407150"/>
                </a:lnTo>
                <a:lnTo>
                  <a:pt x="7516812" y="6448425"/>
                </a:lnTo>
                <a:lnTo>
                  <a:pt x="7499350" y="6488112"/>
                </a:lnTo>
                <a:lnTo>
                  <a:pt x="7481887" y="6523037"/>
                </a:lnTo>
                <a:lnTo>
                  <a:pt x="7462837" y="6561137"/>
                </a:lnTo>
                <a:lnTo>
                  <a:pt x="7443787" y="6597650"/>
                </a:lnTo>
                <a:lnTo>
                  <a:pt x="7427912" y="6640512"/>
                </a:lnTo>
                <a:lnTo>
                  <a:pt x="7412037" y="6683375"/>
                </a:lnTo>
                <a:lnTo>
                  <a:pt x="7402512" y="6735762"/>
                </a:lnTo>
                <a:lnTo>
                  <a:pt x="7394575" y="6791325"/>
                </a:lnTo>
                <a:lnTo>
                  <a:pt x="7389812" y="6858000"/>
                </a:lnTo>
                <a:lnTo>
                  <a:pt x="0" y="6858000"/>
                </a:lnTo>
                <a:lnTo>
                  <a:pt x="0" y="0"/>
                </a:lnTo>
                <a:close/>
              </a:path>
            </a:pathLst>
          </a:custGeom>
          <a:solidFill>
            <a:schemeClr val="bg2"/>
          </a:solidFill>
          <a:ln w="0">
            <a:noFill/>
            <a:prstDash val="solid"/>
            <a:round/>
            <a:headEnd/>
            <a:tailEnd/>
          </a:ln>
        </p:spPr>
        <p:txBody>
          <a:bodyPr/>
          <a:lstStyle/>
          <a:p>
            <a:endParaRPr lang="en-US"/>
          </a:p>
        </p:txBody>
      </p:sp>
      <p:sp>
        <p:nvSpPr>
          <p:cNvPr id="2" name="Title 1">
            <a:extLst>
              <a:ext uri="{FF2B5EF4-FFF2-40B4-BE49-F238E27FC236}">
                <a16:creationId xmlns:a16="http://schemas.microsoft.com/office/drawing/2014/main" id="{F9D1097D-042E-6803-A09A-B7DB1FC49D93}"/>
              </a:ext>
            </a:extLst>
          </p:cNvPr>
          <p:cNvSpPr>
            <a:spLocks noGrp="1"/>
          </p:cNvSpPr>
          <p:nvPr>
            <p:ph type="title"/>
          </p:nvPr>
        </p:nvSpPr>
        <p:spPr>
          <a:xfrm>
            <a:off x="765051" y="789139"/>
            <a:ext cx="6015897" cy="1085377"/>
          </a:xfrm>
        </p:spPr>
        <p:txBody>
          <a:bodyPr>
            <a:normAutofit/>
          </a:bodyPr>
          <a:lstStyle/>
          <a:p>
            <a:r>
              <a:rPr lang="en-US" dirty="0">
                <a:latin typeface="Avenir Book" panose="02000503020000020003" pitchFamily="2" charset="0"/>
              </a:rPr>
              <a:t>ARGUMENT 2</a:t>
            </a:r>
          </a:p>
        </p:txBody>
      </p:sp>
      <p:sp>
        <p:nvSpPr>
          <p:cNvPr id="11" name="Rectangle 10">
            <a:extLst>
              <a:ext uri="{FF2B5EF4-FFF2-40B4-BE49-F238E27FC236}">
                <a16:creationId xmlns:a16="http://schemas.microsoft.com/office/drawing/2014/main" id="{38FCA438-C13E-4ED2-A4C4-BC1C38A056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CF018AFA-7C0F-AFD9-7F7A-B798984EF1C6}"/>
              </a:ext>
            </a:extLst>
          </p:cNvPr>
          <p:cNvSpPr>
            <a:spLocks noGrp="1"/>
          </p:cNvSpPr>
          <p:nvPr>
            <p:ph idx="1"/>
          </p:nvPr>
        </p:nvSpPr>
        <p:spPr>
          <a:xfrm>
            <a:off x="765051" y="2286001"/>
            <a:ext cx="5710905" cy="3593591"/>
          </a:xfrm>
        </p:spPr>
        <p:txBody>
          <a:bodyPr>
            <a:normAutofit lnSpcReduction="10000"/>
          </a:bodyPr>
          <a:lstStyle/>
          <a:p>
            <a:pPr>
              <a:lnSpc>
                <a:spcPct val="150000"/>
              </a:lnSpc>
            </a:pPr>
            <a:r>
              <a:rPr lang="en-US" dirty="0">
                <a:solidFill>
                  <a:schemeClr val="tx1"/>
                </a:solidFill>
                <a:latin typeface="Avenir Book" panose="02000503020000020003" pitchFamily="2" charset="0"/>
              </a:rPr>
              <a:t>If it is possible for something to move from being three-dimensional to being two-dimensional and then one-dimensional, then Descartes’</a:t>
            </a:r>
            <a:r>
              <a:rPr lang="en-US" dirty="0" err="1">
                <a:solidFill>
                  <a:schemeClr val="tx1"/>
                </a:solidFill>
                <a:latin typeface="Avenir Book" panose="02000503020000020003" pitchFamily="2" charset="0"/>
              </a:rPr>
              <a:t/>
            </a:r>
            <a:r>
              <a:rPr lang="en-US" dirty="0">
                <a:solidFill>
                  <a:schemeClr val="tx1"/>
                </a:solidFill>
                <a:latin typeface="Avenir Book" panose="02000503020000020003" pitchFamily="2" charset="0"/>
              </a:rPr>
              <a:t> argument from conceivability does not go through. </a:t>
            </a:r>
          </a:p>
          <a:p>
            <a:pPr>
              <a:lnSpc>
                <a:spcPct val="150000"/>
              </a:lnSpc>
            </a:pPr>
            <a:r>
              <a:rPr lang="en-US" dirty="0">
                <a:solidFill>
                  <a:schemeClr val="tx1"/>
                </a:solidFill>
                <a:latin typeface="Avenir Book" panose="02000503020000020003" pitchFamily="2" charset="0"/>
              </a:rPr>
              <a:t>Think of the way the Cheshire cat changed from being three-dimensional to being a smile and then disappearing. </a:t>
            </a:r>
          </a:p>
        </p:txBody>
      </p:sp>
    </p:spTree>
    <p:extLst>
      <p:ext uri="{BB962C8B-B14F-4D97-AF65-F5344CB8AC3E}">
        <p14:creationId xmlns:p14="http://schemas.microsoft.com/office/powerpoint/2010/main" val="23642190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4C536E-4EB9-51F8-1D65-4EAC5293BD76}"/>
              </a:ext>
            </a:extLst>
          </p:cNvPr>
          <p:cNvSpPr>
            <a:spLocks noGrp="1"/>
          </p:cNvSpPr>
          <p:nvPr>
            <p:ph type="title"/>
          </p:nvPr>
        </p:nvSpPr>
        <p:spPr/>
        <p:txBody>
          <a:bodyPr>
            <a:normAutofit/>
          </a:bodyPr>
          <a:lstStyle/>
          <a:p>
            <a:r>
              <a:rPr lang="en-US" sz="4800" dirty="0">
                <a:latin typeface="Optima" panose="02000503060000020004" pitchFamily="2" charset="0"/>
              </a:rPr>
              <a:t>Against argument 2 Descartes can argue…</a:t>
            </a:r>
          </a:p>
        </p:txBody>
      </p:sp>
      <p:sp>
        <p:nvSpPr>
          <p:cNvPr id="3" name="Content Placeholder 2">
            <a:extLst>
              <a:ext uri="{FF2B5EF4-FFF2-40B4-BE49-F238E27FC236}">
                <a16:creationId xmlns:a16="http://schemas.microsoft.com/office/drawing/2014/main" id="{D672E3C1-114B-3374-5E64-787FFD804532}"/>
              </a:ext>
            </a:extLst>
          </p:cNvPr>
          <p:cNvSpPr>
            <a:spLocks noGrp="1"/>
          </p:cNvSpPr>
          <p:nvPr>
            <p:ph idx="1"/>
          </p:nvPr>
        </p:nvSpPr>
        <p:spPr>
          <a:xfrm>
            <a:off x="1251678" y="2286001"/>
            <a:ext cx="9771226" cy="3593591"/>
          </a:xfrm>
        </p:spPr>
        <p:txBody>
          <a:bodyPr>
            <a:normAutofit/>
          </a:bodyPr>
          <a:lstStyle/>
          <a:p>
            <a:pPr marL="0" indent="0" algn="just">
              <a:lnSpc>
                <a:spcPct val="150000"/>
              </a:lnSpc>
              <a:buNone/>
            </a:pPr>
            <a:r>
              <a:rPr lang="en-US" sz="2800" dirty="0">
                <a:solidFill>
                  <a:srgbClr val="002060"/>
                </a:solidFill>
                <a:latin typeface="Avenir Book" panose="02000503020000020003" pitchFamily="2" charset="0"/>
              </a:rPr>
              <a:t>(1) </a:t>
            </a:r>
            <a:r>
              <a:rPr lang="en-US" sz="2800">
                <a:solidFill>
                  <a:srgbClr val="002060"/>
                </a:solidFill>
                <a:latin typeface="Avenir Book" panose="02000503020000020003" pitchFamily="2" charset="0"/>
              </a:rPr>
              <a:t>that if </a:t>
            </a:r>
            <a:r>
              <a:rPr lang="en-US" sz="2800" dirty="0">
                <a:solidFill>
                  <a:srgbClr val="002060"/>
                </a:solidFill>
                <a:latin typeface="Avenir Book" panose="02000503020000020003" pitchFamily="2" charset="0"/>
              </a:rPr>
              <a:t>something passes from being extended to being non-extended then it has been destroyed, because when its essence is destroyed, the thing is destroyed. For example, when my body returns to the elements it will not be me. </a:t>
            </a:r>
          </a:p>
          <a:p>
            <a:pPr marL="0" indent="0">
              <a:buNone/>
            </a:pPr>
            <a:endParaRPr lang="en-US" sz="2800" dirty="0"/>
          </a:p>
        </p:txBody>
      </p:sp>
    </p:spTree>
    <p:extLst>
      <p:ext uri="{BB962C8B-B14F-4D97-AF65-F5344CB8AC3E}">
        <p14:creationId xmlns:p14="http://schemas.microsoft.com/office/powerpoint/2010/main" val="32441891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796002-13DF-5DF4-050B-63C13F507E61}"/>
              </a:ext>
            </a:extLst>
          </p:cNvPr>
          <p:cNvSpPr>
            <a:spLocks noGrp="1"/>
          </p:cNvSpPr>
          <p:nvPr>
            <p:ph type="title"/>
          </p:nvPr>
        </p:nvSpPr>
        <p:spPr>
          <a:xfrm>
            <a:off x="1251678" y="707135"/>
            <a:ext cx="10178322" cy="1167381"/>
          </a:xfrm>
        </p:spPr>
        <p:txBody>
          <a:bodyPr/>
          <a:lstStyle/>
          <a:p>
            <a:r>
              <a:rPr lang="en-US" dirty="0">
                <a:latin typeface="Avenir Book" panose="02000503020000020003" pitchFamily="2" charset="0"/>
              </a:rPr>
              <a:t>The significance of God</a:t>
            </a:r>
          </a:p>
        </p:txBody>
      </p:sp>
      <p:sp>
        <p:nvSpPr>
          <p:cNvPr id="3" name="Content Placeholder 2">
            <a:extLst>
              <a:ext uri="{FF2B5EF4-FFF2-40B4-BE49-F238E27FC236}">
                <a16:creationId xmlns:a16="http://schemas.microsoft.com/office/drawing/2014/main" id="{E373F635-7D9A-621B-AD42-9E0D9CF9605C}"/>
              </a:ext>
            </a:extLst>
          </p:cNvPr>
          <p:cNvSpPr>
            <a:spLocks noGrp="1"/>
          </p:cNvSpPr>
          <p:nvPr>
            <p:ph idx="1"/>
          </p:nvPr>
        </p:nvSpPr>
        <p:spPr>
          <a:xfrm>
            <a:off x="1251678" y="2060449"/>
            <a:ext cx="10178322" cy="3819144"/>
          </a:xfrm>
        </p:spPr>
        <p:txBody>
          <a:bodyPr>
            <a:normAutofit fontScale="70000" lnSpcReduction="20000"/>
          </a:bodyPr>
          <a:lstStyle/>
          <a:p>
            <a:pPr marL="0" indent="0" algn="just">
              <a:lnSpc>
                <a:spcPct val="160000"/>
              </a:lnSpc>
              <a:buNone/>
            </a:pPr>
            <a:r>
              <a:rPr lang="en-US" sz="3600" dirty="0">
                <a:solidFill>
                  <a:srgbClr val="002060"/>
                </a:solidFill>
                <a:latin typeface="Avenir Book" panose="02000503020000020003" pitchFamily="2" charset="0"/>
              </a:rPr>
              <a:t>God ensures that anything which can be understood or conceived could be made to happen, not that it will actually occur at some time. So long as God could make it happen it is a possibility. </a:t>
            </a:r>
          </a:p>
          <a:p>
            <a:pPr marL="0" indent="0" algn="just">
              <a:lnSpc>
                <a:spcPct val="160000"/>
              </a:lnSpc>
              <a:buNone/>
            </a:pPr>
            <a:endParaRPr lang="en-US" sz="3600" dirty="0">
              <a:solidFill>
                <a:srgbClr val="002060"/>
              </a:solidFill>
              <a:latin typeface="Avenir Book" panose="02000503020000020003" pitchFamily="2" charset="0"/>
            </a:endParaRPr>
          </a:p>
          <a:p>
            <a:pPr marL="0" indent="0" algn="just">
              <a:lnSpc>
                <a:spcPct val="160000"/>
              </a:lnSpc>
              <a:buNone/>
            </a:pPr>
            <a:r>
              <a:rPr lang="en-US" sz="3600" dirty="0">
                <a:solidFill>
                  <a:srgbClr val="002060"/>
                </a:solidFill>
                <a:latin typeface="Avenir Book" panose="02000503020000020003" pitchFamily="2" charset="0"/>
              </a:rPr>
              <a:t>So, Descartes needs God to make the argument work. The existence of God cannot be assumed.</a:t>
            </a:r>
          </a:p>
        </p:txBody>
      </p:sp>
    </p:spTree>
    <p:extLst>
      <p:ext uri="{BB962C8B-B14F-4D97-AF65-F5344CB8AC3E}">
        <p14:creationId xmlns:p14="http://schemas.microsoft.com/office/powerpoint/2010/main" val="30906588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01C20C-D66C-69D0-610B-9C6726CEDD46}"/>
              </a:ext>
            </a:extLst>
          </p:cNvPr>
          <p:cNvSpPr>
            <a:spLocks noGrp="1"/>
          </p:cNvSpPr>
          <p:nvPr>
            <p:ph type="title"/>
          </p:nvPr>
        </p:nvSpPr>
        <p:spPr>
          <a:xfrm>
            <a:off x="1251678" y="829055"/>
            <a:ext cx="10178322" cy="1045461"/>
          </a:xfrm>
        </p:spPr>
        <p:txBody>
          <a:bodyPr>
            <a:normAutofit fontScale="90000"/>
          </a:bodyPr>
          <a:lstStyle/>
          <a:p>
            <a:r>
              <a:rPr lang="en-US" dirty="0">
                <a:latin typeface="Avenir Book" panose="02000503020000020003" pitchFamily="2" charset="0"/>
              </a:rPr>
              <a:t>The argument from division</a:t>
            </a:r>
          </a:p>
        </p:txBody>
      </p:sp>
      <p:sp>
        <p:nvSpPr>
          <p:cNvPr id="3" name="Content Placeholder 2">
            <a:extLst>
              <a:ext uri="{FF2B5EF4-FFF2-40B4-BE49-F238E27FC236}">
                <a16:creationId xmlns:a16="http://schemas.microsoft.com/office/drawing/2014/main" id="{F817D5D9-A39A-FAA3-A831-CD99B7DE0DBD}"/>
              </a:ext>
            </a:extLst>
          </p:cNvPr>
          <p:cNvSpPr>
            <a:spLocks noGrp="1"/>
          </p:cNvSpPr>
          <p:nvPr>
            <p:ph idx="1"/>
          </p:nvPr>
        </p:nvSpPr>
        <p:spPr>
          <a:xfrm>
            <a:off x="1174428" y="1874516"/>
            <a:ext cx="10178322" cy="4005076"/>
          </a:xfrm>
        </p:spPr>
        <p:txBody>
          <a:bodyPr>
            <a:noAutofit/>
          </a:bodyPr>
          <a:lstStyle/>
          <a:p>
            <a:pPr marL="0" indent="0" algn="just">
              <a:buNone/>
            </a:pPr>
            <a:r>
              <a:rPr lang="en-US" sz="3200" i="1" dirty="0">
                <a:solidFill>
                  <a:srgbClr val="002060"/>
                </a:solidFill>
                <a:latin typeface="Avenir Book" panose="02000503020000020003" pitchFamily="2" charset="0"/>
              </a:rPr>
              <a:t>‘When I consider the mind – i.e. consider myself purely as a thinking thing - I can’t detect any parts within myself; I understand myself to be something single and complete…the faculties of willing, of understanding, of sensory perception and so on, these are not parts of the mind, since it is one and the same mind that wills, understands and perceives.’ </a:t>
            </a:r>
          </a:p>
        </p:txBody>
      </p:sp>
    </p:spTree>
    <p:extLst>
      <p:ext uri="{BB962C8B-B14F-4D97-AF65-F5344CB8AC3E}">
        <p14:creationId xmlns:p14="http://schemas.microsoft.com/office/powerpoint/2010/main" val="9691003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5E73F8-6684-4438-4E57-00B62E83B17B}"/>
              </a:ext>
            </a:extLst>
          </p:cNvPr>
          <p:cNvSpPr>
            <a:spLocks noGrp="1"/>
          </p:cNvSpPr>
          <p:nvPr>
            <p:ph type="title"/>
          </p:nvPr>
        </p:nvSpPr>
        <p:spPr>
          <a:xfrm>
            <a:off x="1251678" y="670559"/>
            <a:ext cx="10550178" cy="1203957"/>
          </a:xfrm>
        </p:spPr>
        <p:txBody>
          <a:bodyPr>
            <a:normAutofit/>
          </a:bodyPr>
          <a:lstStyle/>
          <a:p>
            <a:r>
              <a:rPr lang="en-US" sz="3200" dirty="0">
                <a:latin typeface="Optima" panose="02000503060000020004" pitchFamily="2" charset="0"/>
              </a:rPr>
              <a:t>Objection to the divisibility argument </a:t>
            </a:r>
          </a:p>
        </p:txBody>
      </p:sp>
      <p:sp>
        <p:nvSpPr>
          <p:cNvPr id="3" name="Content Placeholder 2">
            <a:extLst>
              <a:ext uri="{FF2B5EF4-FFF2-40B4-BE49-F238E27FC236}">
                <a16:creationId xmlns:a16="http://schemas.microsoft.com/office/drawing/2014/main" id="{7BFED5B2-54B6-C832-BCC8-2CEABB1297D4}"/>
              </a:ext>
            </a:extLst>
          </p:cNvPr>
          <p:cNvSpPr>
            <a:spLocks noGrp="1"/>
          </p:cNvSpPr>
          <p:nvPr>
            <p:ph idx="1"/>
          </p:nvPr>
        </p:nvSpPr>
        <p:spPr>
          <a:xfrm>
            <a:off x="1251678" y="1584961"/>
            <a:ext cx="10178322" cy="4602480"/>
          </a:xfrm>
        </p:spPr>
        <p:txBody>
          <a:bodyPr>
            <a:normAutofit/>
          </a:bodyPr>
          <a:lstStyle/>
          <a:p>
            <a:pPr marL="514350" indent="-514350" algn="just">
              <a:buAutoNum type="arabicParenBoth"/>
            </a:pPr>
            <a:r>
              <a:rPr lang="en-US" sz="3200" dirty="0">
                <a:solidFill>
                  <a:srgbClr val="002060"/>
                </a:solidFill>
                <a:latin typeface="Avenir Book" panose="02000503020000020003" pitchFamily="2" charset="0"/>
              </a:rPr>
              <a:t>The mind is divisible in at least two ways. (A) Psychologically, there are different sections of the mind that have different functions. (B) It would be possible to divide consciousness if we could divide the lobes of the brain. It may be that the unity of consciousness could be divided in principle. </a:t>
            </a:r>
          </a:p>
          <a:p>
            <a:pPr marL="514350" indent="-514350" algn="just">
              <a:buAutoNum type="arabicParenBoth"/>
            </a:pPr>
            <a:r>
              <a:rPr lang="en-US" sz="3200" dirty="0">
                <a:solidFill>
                  <a:srgbClr val="002060"/>
                </a:solidFill>
                <a:latin typeface="Avenir Book" panose="02000503020000020003" pitchFamily="2" charset="0"/>
              </a:rPr>
              <a:t> The property of belonging to the human race is not divisible but is a physical property. </a:t>
            </a:r>
          </a:p>
        </p:txBody>
      </p:sp>
    </p:spTree>
    <p:extLst>
      <p:ext uri="{BB962C8B-B14F-4D97-AF65-F5344CB8AC3E}">
        <p14:creationId xmlns:p14="http://schemas.microsoft.com/office/powerpoint/2010/main" val="25152565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EA21D1-F97C-2F4F-D475-FAED97C3D7DB}"/>
              </a:ext>
            </a:extLst>
          </p:cNvPr>
          <p:cNvSpPr>
            <a:spLocks noGrp="1"/>
          </p:cNvSpPr>
          <p:nvPr>
            <p:ph type="title"/>
          </p:nvPr>
        </p:nvSpPr>
        <p:spPr>
          <a:xfrm>
            <a:off x="1251678" y="621791"/>
            <a:ext cx="10178322" cy="1252725"/>
          </a:xfrm>
        </p:spPr>
        <p:txBody>
          <a:bodyPr>
            <a:normAutofit/>
          </a:bodyPr>
          <a:lstStyle/>
          <a:p>
            <a:r>
              <a:rPr lang="en-US" sz="3600" dirty="0">
                <a:latin typeface="Avenir Book" panose="02000503020000020003" pitchFamily="2" charset="0"/>
              </a:rPr>
              <a:t>Descartes did think that mind and body were intermingled. </a:t>
            </a:r>
          </a:p>
        </p:txBody>
      </p:sp>
      <p:sp>
        <p:nvSpPr>
          <p:cNvPr id="3" name="Content Placeholder 2">
            <a:extLst>
              <a:ext uri="{FF2B5EF4-FFF2-40B4-BE49-F238E27FC236}">
                <a16:creationId xmlns:a16="http://schemas.microsoft.com/office/drawing/2014/main" id="{80DCC79B-2DD4-BBBE-5116-343BDD5DD3F7}"/>
              </a:ext>
            </a:extLst>
          </p:cNvPr>
          <p:cNvSpPr>
            <a:spLocks noGrp="1"/>
          </p:cNvSpPr>
          <p:nvPr>
            <p:ph idx="1"/>
          </p:nvPr>
        </p:nvSpPr>
        <p:spPr/>
        <p:txBody>
          <a:bodyPr>
            <a:noAutofit/>
          </a:bodyPr>
          <a:lstStyle/>
          <a:p>
            <a:pPr marL="0" indent="0">
              <a:buNone/>
            </a:pPr>
            <a:r>
              <a:rPr lang="en-US" sz="3600" i="1" dirty="0">
                <a:solidFill>
                  <a:srgbClr val="002060"/>
                </a:solidFill>
                <a:latin typeface="Optima" panose="02000503060000020004" pitchFamily="2" charset="0"/>
              </a:rPr>
              <a:t>‘</a:t>
            </a:r>
            <a:r>
              <a:rPr lang="en-US" sz="3600" i="1" dirty="0">
                <a:solidFill>
                  <a:srgbClr val="002060"/>
                </a:solidFill>
                <a:latin typeface="Avenir Book" panose="02000503020000020003" pitchFamily="2" charset="0"/>
              </a:rPr>
              <a:t>Nature teaches me, by these sensations of pain, hunger, thirst and so on that I am not merely present in my body as a sailor is present in a ship, but that I am very closely joined and, as it were, intermingled with it, so that I and the body form a unit.’ </a:t>
            </a:r>
          </a:p>
        </p:txBody>
      </p:sp>
    </p:spTree>
    <p:extLst>
      <p:ext uri="{BB962C8B-B14F-4D97-AF65-F5344CB8AC3E}">
        <p14:creationId xmlns:p14="http://schemas.microsoft.com/office/powerpoint/2010/main" val="4031625286"/>
      </p:ext>
    </p:extLst>
  </p:cSld>
  <p:clrMapOvr>
    <a:masterClrMapping/>
  </p:clrMapOvr>
</p:sld>
</file>

<file path=ppt/theme/theme1.xml><?xml version="1.0" encoding="utf-8"?>
<a:theme xmlns:a="http://schemas.openxmlformats.org/drawingml/2006/main" name="Badge">
  <a:themeElements>
    <a:clrScheme name="Badge">
      <a:dk1>
        <a:sysClr val="windowText" lastClr="000000"/>
      </a:dk1>
      <a:lt1>
        <a:sysClr val="window" lastClr="FFFFFF"/>
      </a:lt1>
      <a:dk2>
        <a:srgbClr val="171312"/>
      </a:dk2>
      <a:lt2>
        <a:srgbClr val="F7F0DF"/>
      </a:lt2>
      <a:accent1>
        <a:srgbClr val="53AE6E"/>
      </a:accent1>
      <a:accent2>
        <a:srgbClr val="326267"/>
      </a:accent2>
      <a:accent3>
        <a:srgbClr val="C5C34A"/>
      </a:accent3>
      <a:accent4>
        <a:srgbClr val="BF6546"/>
      </a:accent4>
      <a:accent5>
        <a:srgbClr val="81B5A8"/>
      </a:accent5>
      <a:accent6>
        <a:srgbClr val="636455"/>
      </a:accent6>
      <a:hlink>
        <a:srgbClr val="81B5A8"/>
      </a:hlink>
      <a:folHlink>
        <a:srgbClr val="936888"/>
      </a:folHlink>
    </a:clrScheme>
    <a:fontScheme name="Badge">
      <a:majorFont>
        <a:latin typeface="Impact" panose="020B080603090205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ill Sans MT" panose="020B0502020104020203"/>
        <a:ea typeface=""/>
        <a:cs typeface=""/>
        <a:font script="Grek" typeface="Corbel"/>
        <a:font script="Cyrl" typeface="Corbel"/>
        <a:font script="Jpan" typeface="メイリオ"/>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Badg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12700" cap="flat" cmpd="sng" algn="in">
          <a:solidFill>
            <a:schemeClr val="phClr"/>
          </a:solidFill>
          <a:prstDash val="solid"/>
        </a:ln>
        <a:ln w="50800" cap="flat" cmpd="sng" algn="in">
          <a:solidFill>
            <a:schemeClr val="phClr"/>
          </a:solidFill>
          <a:prstDash val="solid"/>
        </a:ln>
      </a:lnStyleLst>
      <a:effectStyleLst>
        <a:effectStyle>
          <a:effectLst/>
        </a:effectStyle>
        <a:effectStyle>
          <a:effectLst/>
        </a:effectStyle>
        <a:effectStyle>
          <a:effectLst>
            <a:outerShdw blurRad="38100" dist="25400" dir="5400000" algn="ctr" rotWithShape="0">
              <a:srgbClr val="000000">
                <a:alpha val="2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adge" id="{71A07785-5930-41D4-9A83-E23602B48E98}" vid="{A1A3E1F0-B5EF-49C5-810A-B1B32AEDDC80}"/>
    </a:ext>
  </a:extLst>
</a:theme>
</file>

<file path=docProps/app.xml><?xml version="1.0" encoding="utf-8"?>
<Properties xmlns="http://schemas.openxmlformats.org/officeDocument/2006/extended-properties" xmlns:vt="http://schemas.openxmlformats.org/officeDocument/2006/docPropsVTypes">
  <Template/>
  <TotalTime>288</TotalTime>
  <Words>812</Words>
  <Application>Microsoft Macintosh PowerPoint</Application>
  <PresentationFormat>Widescreen</PresentationFormat>
  <Paragraphs>43</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Avenir Book</vt:lpstr>
      <vt:lpstr>Gill Sans MT</vt:lpstr>
      <vt:lpstr>Impact</vt:lpstr>
      <vt:lpstr>Optima</vt:lpstr>
      <vt:lpstr>Badge</vt:lpstr>
      <vt:lpstr>Philosophy of mind</vt:lpstr>
      <vt:lpstr>Substance Dualism</vt:lpstr>
      <vt:lpstr>Substance Dualism</vt:lpstr>
      <vt:lpstr>Substance Dualism claims that….</vt:lpstr>
      <vt:lpstr>2 key arguments that for Substance dualism</vt:lpstr>
      <vt:lpstr>The argument from conceivability</vt:lpstr>
      <vt:lpstr>Conceivability continued</vt:lpstr>
      <vt:lpstr>We could put it thus….</vt:lpstr>
      <vt:lpstr> objections </vt:lpstr>
      <vt:lpstr>ARGUMENT 2</vt:lpstr>
      <vt:lpstr>Against argument 2 Descartes can argue…</vt:lpstr>
      <vt:lpstr>The significance of God</vt:lpstr>
      <vt:lpstr>The argument from division</vt:lpstr>
      <vt:lpstr>Objection to the divisibility argument </vt:lpstr>
      <vt:lpstr>Descartes did think that mind and body were intermingled.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Nir Shaki</dc:creator>
  <cp:lastModifiedBy>Nir Shaki</cp:lastModifiedBy>
  <cp:revision>12</cp:revision>
  <dcterms:created xsi:type="dcterms:W3CDTF">2024-06-15T10:05:21Z</dcterms:created>
  <dcterms:modified xsi:type="dcterms:W3CDTF">2025-10-08T14:14:07Z</dcterms:modified>
</cp:coreProperties>
</file>